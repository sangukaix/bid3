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dfb862d35483b" /><Relationship Type="http://schemas.openxmlformats.org/officeDocument/2006/relationships/extended-properties" Target="/docProps/app.xml" Id="R2d964b8f68d0483d" /><Relationship Type="http://schemas.openxmlformats.org/officeDocument/2006/relationships/officeDocument" Target="/ppt/presentation.xml" Id="R464c5fe211c34e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47e2cf5f94c77"/>
  </p:sldMasterIdLst>
  <p:notesMasterIdLst>
    <p:notesMasterId xmlns:r="http://schemas.openxmlformats.org/officeDocument/2006/relationships" r:id="Rbbd218f6007a4176"/>
  </p:notesMasterIdLst>
  <p:sldIdLst>
    <p:sldId xmlns:r="http://schemas.openxmlformats.org/officeDocument/2006/relationships" id="256" r:id="R652a627a1f774581"/>
    <p:sldId xmlns:r="http://schemas.openxmlformats.org/officeDocument/2006/relationships" id="257" r:id="R210eb79b0502472e"/>
    <p:sldId xmlns:r="http://schemas.openxmlformats.org/officeDocument/2006/relationships" id="258" r:id="R676f3a669a6a492d"/>
    <p:sldId xmlns:r="http://schemas.openxmlformats.org/officeDocument/2006/relationships" id="259" r:id="R9676647934b84aa0"/>
    <p:sldId xmlns:r="http://schemas.openxmlformats.org/officeDocument/2006/relationships" id="260" r:id="R6daf669e285d43a4"/>
    <p:sldId xmlns:r="http://schemas.openxmlformats.org/officeDocument/2006/relationships" id="261" r:id="Rb906774572fe410f"/>
    <p:sldId xmlns:r="http://schemas.openxmlformats.org/officeDocument/2006/relationships" id="262" r:id="R90529e7a70fe4d07"/>
    <p:sldId xmlns:r="http://schemas.openxmlformats.org/officeDocument/2006/relationships" id="263" r:id="R80600ab17f2d400b"/>
    <p:sldId xmlns:r="http://schemas.openxmlformats.org/officeDocument/2006/relationships" id="264" r:id="R24d8edc8dd9b4722"/>
    <p:sldId xmlns:r="http://schemas.openxmlformats.org/officeDocument/2006/relationships" id="265" r:id="R65e8ebceeef84be8"/>
    <p:sldId xmlns:r="http://schemas.openxmlformats.org/officeDocument/2006/relationships" id="266" r:id="R5d1779b6e2ab48e3"/>
    <p:sldId xmlns:r="http://schemas.openxmlformats.org/officeDocument/2006/relationships" id="267" r:id="Rdcc826b31a4a4960"/>
    <p:sldId xmlns:r="http://schemas.openxmlformats.org/officeDocument/2006/relationships" id="268" r:id="R7af19d59cda14cab"/>
    <p:sldId xmlns:r="http://schemas.openxmlformats.org/officeDocument/2006/relationships" id="269" r:id="R2bd300d3f3a84cea"/>
    <p:sldId xmlns:r="http://schemas.openxmlformats.org/officeDocument/2006/relationships" id="270" r:id="Rdd4256f0f82d41b5"/>
    <p:sldId xmlns:r="http://schemas.openxmlformats.org/officeDocument/2006/relationships" id="271" r:id="Rdc3e512864314aef"/>
    <p:sldId xmlns:r="http://schemas.openxmlformats.org/officeDocument/2006/relationships" id="272" r:id="R0e5840c5d0254e57"/>
    <p:sldId xmlns:r="http://schemas.openxmlformats.org/officeDocument/2006/relationships" id="273" r:id="R3a9a3be3b9bc446c"/>
    <p:sldId xmlns:r="http://schemas.openxmlformats.org/officeDocument/2006/relationships" id="274" r:id="R1e0089cf032244c1"/>
    <p:sldId xmlns:r="http://schemas.openxmlformats.org/officeDocument/2006/relationships" id="275" r:id="R5e65d80c84c54e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f445ea5fb4c9b" /><Relationship Type="http://schemas.openxmlformats.org/officeDocument/2006/relationships/slideMaster" Target="/ppt/slideMasters/slideMaster1.xml" Id="R66647e2cf5f94c77" /><Relationship Type="http://schemas.openxmlformats.org/officeDocument/2006/relationships/notesMaster" Target="/ppt/notesMasters/notesMaster1.xml" Id="Rbbd218f6007a4176" /><Relationship Type="http://schemas.openxmlformats.org/officeDocument/2006/relationships/presProps" Target="/ppt/presProps.xml" Id="R44365ad3031043ef" /><Relationship Type="http://schemas.openxmlformats.org/officeDocument/2006/relationships/tableStyles" Target="/ppt/tableStyles.xml" Id="R11c69147887b4bcf" /><Relationship Type="http://schemas.openxmlformats.org/officeDocument/2006/relationships/slide" Target="/ppt/slides/slide1.xml" Id="R652a627a1f774581" /><Relationship Type="http://schemas.openxmlformats.org/officeDocument/2006/relationships/slide" Target="/ppt/slides/slide2.xml" Id="R210eb79b0502472e" /><Relationship Type="http://schemas.openxmlformats.org/officeDocument/2006/relationships/slide" Target="/ppt/slides/slide3.xml" Id="R676f3a669a6a492d" /><Relationship Type="http://schemas.openxmlformats.org/officeDocument/2006/relationships/slide" Target="/ppt/slides/slide4.xml" Id="R9676647934b84aa0" /><Relationship Type="http://schemas.openxmlformats.org/officeDocument/2006/relationships/slide" Target="/ppt/slides/slide5.xml" Id="R6daf669e285d43a4" /><Relationship Type="http://schemas.openxmlformats.org/officeDocument/2006/relationships/slide" Target="/ppt/slides/slide6.xml" Id="Rb906774572fe410f" /><Relationship Type="http://schemas.openxmlformats.org/officeDocument/2006/relationships/slide" Target="/ppt/slides/slide7.xml" Id="R90529e7a70fe4d07" /><Relationship Type="http://schemas.openxmlformats.org/officeDocument/2006/relationships/slide" Target="/ppt/slides/slide8.xml" Id="R80600ab17f2d400b" /><Relationship Type="http://schemas.openxmlformats.org/officeDocument/2006/relationships/slide" Target="/ppt/slides/slide9.xml" Id="R24d8edc8dd9b4722" /><Relationship Type="http://schemas.openxmlformats.org/officeDocument/2006/relationships/slide" Target="/ppt/slides/slide10.xml" Id="R65e8ebceeef84be8" /><Relationship Type="http://schemas.openxmlformats.org/officeDocument/2006/relationships/slide" Target="/ppt/slides/slide11.xml" Id="R5d1779b6e2ab48e3" /><Relationship Type="http://schemas.openxmlformats.org/officeDocument/2006/relationships/slide" Target="/ppt/slides/slide12.xml" Id="Rdcc826b31a4a4960" /><Relationship Type="http://schemas.openxmlformats.org/officeDocument/2006/relationships/slide" Target="/ppt/slides/slide13.xml" Id="R7af19d59cda14cab" /><Relationship Type="http://schemas.openxmlformats.org/officeDocument/2006/relationships/slide" Target="/ppt/slides/slide14.xml" Id="R2bd300d3f3a84cea" /><Relationship Type="http://schemas.openxmlformats.org/officeDocument/2006/relationships/slide" Target="/ppt/slides/slide15.xml" Id="Rdd4256f0f82d41b5" /><Relationship Type="http://schemas.openxmlformats.org/officeDocument/2006/relationships/slide" Target="/ppt/slides/slide16.xml" Id="Rdc3e512864314aef" /><Relationship Type="http://schemas.openxmlformats.org/officeDocument/2006/relationships/slide" Target="/ppt/slides/slide17.xml" Id="R0e5840c5d0254e57" /><Relationship Type="http://schemas.openxmlformats.org/officeDocument/2006/relationships/slide" Target="/ppt/slides/slide18.xml" Id="R3a9a3be3b9bc446c" /><Relationship Type="http://schemas.openxmlformats.org/officeDocument/2006/relationships/slide" Target="/ppt/slides/slide19.xml" Id="R1e0089cf032244c1" /><Relationship Type="http://schemas.openxmlformats.org/officeDocument/2006/relationships/slide" Target="/ppt/slides/slide20.xml" Id="R5e65d80c84c54e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aff0d0c3a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f218e5d364022" /><Relationship Type="http://schemas.openxmlformats.org/officeDocument/2006/relationships/notesMaster" Target="/ppt/notesMasters/notesMaster1.xml" Id="R30b82163112f4f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5cad9c3e74a38" /><Relationship Type="http://schemas.openxmlformats.org/officeDocument/2006/relationships/notesMaster" Target="/ppt/notesMasters/notesMaster1.xml" Id="R837e04cbfa45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7c962f458b4994" /><Relationship Type="http://schemas.openxmlformats.org/officeDocument/2006/relationships/notesMaster" Target="/ppt/notesMasters/notesMaster1.xml" Id="R77b44146d263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c6e1f281004c19" /><Relationship Type="http://schemas.openxmlformats.org/officeDocument/2006/relationships/notesMaster" Target="/ppt/notesMasters/notesMaster1.xml" Id="R008f925c735d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0b99f3150140fa" /><Relationship Type="http://schemas.openxmlformats.org/officeDocument/2006/relationships/notesMaster" Target="/ppt/notesMasters/notesMaster1.xml" Id="R26022a5df6a3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65f20ab3d24cc5" /><Relationship Type="http://schemas.openxmlformats.org/officeDocument/2006/relationships/notesMaster" Target="/ppt/notesMasters/notesMaster1.xml" Id="R8f3bbf0272f7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20dff0a0041a9" /><Relationship Type="http://schemas.openxmlformats.org/officeDocument/2006/relationships/notesMaster" Target="/ppt/notesMasters/notesMaster1.xml" Id="Rdde1018fe3f8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c60ecefc84459" /><Relationship Type="http://schemas.openxmlformats.org/officeDocument/2006/relationships/notesMaster" Target="/ppt/notesMasters/notesMaster1.xml" Id="R0dd35e41eb67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2c0043809d48f5" /><Relationship Type="http://schemas.openxmlformats.org/officeDocument/2006/relationships/notesMaster" Target="/ppt/notesMasters/notesMaster1.xml" Id="R9d8632eb20d74b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f5fea9398471b" /><Relationship Type="http://schemas.openxmlformats.org/officeDocument/2006/relationships/notesMaster" Target="/ppt/notesMasters/notesMaster1.xml" Id="Rea96ff93fa4a40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47552b3add49f3" /><Relationship Type="http://schemas.openxmlformats.org/officeDocument/2006/relationships/notesMaster" Target="/ppt/notesMasters/notesMaster1.xml" Id="R5457c007bfce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67c654d904e6e" /><Relationship Type="http://schemas.openxmlformats.org/officeDocument/2006/relationships/notesMaster" Target="/ppt/notesMasters/notesMaster1.xml" Id="R98f8a9b64b3547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815a886c904721" /><Relationship Type="http://schemas.openxmlformats.org/officeDocument/2006/relationships/notesMaster" Target="/ppt/notesMasters/notesMaster1.xml" Id="R6fd328c3e58845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b5c88a20eb468f" /><Relationship Type="http://schemas.openxmlformats.org/officeDocument/2006/relationships/notesMaster" Target="/ppt/notesMasters/notesMaster1.xml" Id="R3d29ee42013142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27f05f38524b63" /><Relationship Type="http://schemas.openxmlformats.org/officeDocument/2006/relationships/notesMaster" Target="/ppt/notesMasters/notesMaster1.xml" Id="Red58e5536ce444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94f799c20e41fb" /><Relationship Type="http://schemas.openxmlformats.org/officeDocument/2006/relationships/notesMaster" Target="/ppt/notesMasters/notesMaster1.xml" Id="R8b423901e20440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88d866ba1f4310" /><Relationship Type="http://schemas.openxmlformats.org/officeDocument/2006/relationships/notesMaster" Target="/ppt/notesMasters/notesMaster1.xml" Id="R93c45697676f4a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45c0357e9a41cc" /><Relationship Type="http://schemas.openxmlformats.org/officeDocument/2006/relationships/notesMaster" Target="/ppt/notesMasters/notesMaster1.xml" Id="R95f2b7f869614c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2868a4cc764656" /><Relationship Type="http://schemas.openxmlformats.org/officeDocument/2006/relationships/notesMaster" Target="/ppt/notesMasters/notesMaster1.xml" Id="R2cd60d20713345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71dad3b7bf4fdc" /><Relationship Type="http://schemas.openxmlformats.org/officeDocument/2006/relationships/notesMaster" Target="/ppt/notesMasters/notesMaster1.xml" Id="R3b87ca9ecabd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스트래티지 차콜.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48d585f8a47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a6c16b1a754ac8" /><Relationship Type="http://schemas.openxmlformats.org/officeDocument/2006/relationships/slideLayout" Target="/ppt/slideLayouts/slideLayout1.xml" Id="R8db007c8f63b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007c8f63b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6f5f574e74a85" /><Relationship Type="http://schemas.openxmlformats.org/officeDocument/2006/relationships/notesSlide" Target="/ppt/notesSlides/notesSlide1.xml" Id="Rb55f7371747748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3b8e2112c4446" /><Relationship Type="http://schemas.openxmlformats.org/officeDocument/2006/relationships/notesSlide" Target="/ppt/notesSlides/notesSlide2.xml" Id="Rc64c1a86a520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ecad7a7874b6b" /><Relationship Type="http://schemas.openxmlformats.org/officeDocument/2006/relationships/notesSlide" Target="/ppt/notesSlides/notesSlide3.xml" Id="R41d2a9aaf2fc46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f42714cb64878" /><Relationship Type="http://schemas.openxmlformats.org/officeDocument/2006/relationships/notesSlide" Target="/ppt/notesSlides/notesSlide4.xml" Id="R4da456bd542d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2fedad454f3f" /><Relationship Type="http://schemas.openxmlformats.org/officeDocument/2006/relationships/notesSlide" Target="/ppt/notesSlides/notesSlide5.xml" Id="R16a676686f48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983c1a79847e8" /><Relationship Type="http://schemas.openxmlformats.org/officeDocument/2006/relationships/notesSlide" Target="/ppt/notesSlides/notesSlide6.xml" Id="R59a9ea8441254e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ffa4599d448a4" /><Relationship Type="http://schemas.openxmlformats.org/officeDocument/2006/relationships/notesSlide" Target="/ppt/notesSlides/notesSlide7.xml" Id="Rf39302f8462542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6ead7f727468e" /><Relationship Type="http://schemas.openxmlformats.org/officeDocument/2006/relationships/notesSlide" Target="/ppt/notesSlides/notesSlide8.xml" Id="R8e3ea41a9cfe4b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d12ca7f8f4f39" /><Relationship Type="http://schemas.openxmlformats.org/officeDocument/2006/relationships/notesSlide" Target="/ppt/notesSlides/notesSlide9.xml" Id="Rf4bc6df1c9f049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5d95be54c469c" /><Relationship Type="http://schemas.openxmlformats.org/officeDocument/2006/relationships/notesSlide" Target="/ppt/notesSlides/notesSlide10.xml" Id="Re4e97d41d99b49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b90bc10e84049" /><Relationship Type="http://schemas.openxmlformats.org/officeDocument/2006/relationships/notesSlide" Target="/ppt/notesSlides/notesSlide11.xml" Id="Rf85013a35ee24a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1b0f511a54f7f" /><Relationship Type="http://schemas.openxmlformats.org/officeDocument/2006/relationships/notesSlide" Target="/ppt/notesSlides/notesSlide12.xml" Id="Rde664ef8ecbf44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2814e46d4d92" /><Relationship Type="http://schemas.openxmlformats.org/officeDocument/2006/relationships/notesSlide" Target="/ppt/notesSlides/notesSlide13.xml" Id="R4e0b973b0ef345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615e236f048af" /><Relationship Type="http://schemas.openxmlformats.org/officeDocument/2006/relationships/notesSlide" Target="/ppt/notesSlides/notesSlide14.xml" Id="Rd708073c83014b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ebc2b22ef4fa6" /><Relationship Type="http://schemas.openxmlformats.org/officeDocument/2006/relationships/notesSlide" Target="/ppt/notesSlides/notesSlide15.xml" Id="R8199405da32942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4d76a21624acf" /><Relationship Type="http://schemas.openxmlformats.org/officeDocument/2006/relationships/notesSlide" Target="/ppt/notesSlides/notesSlide16.xml" Id="R73a210a22fd24f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af49f213f4e80" /><Relationship Type="http://schemas.openxmlformats.org/officeDocument/2006/relationships/notesSlide" Target="/ppt/notesSlides/notesSlide17.xml" Id="R2964322820824f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55d19e60640cb" /><Relationship Type="http://schemas.openxmlformats.org/officeDocument/2006/relationships/notesSlide" Target="/ppt/notesSlides/notesSlide18.xml" Id="R371f1c0d94f74e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7e1b4cbd84c5d" /><Relationship Type="http://schemas.openxmlformats.org/officeDocument/2006/relationships/notesSlide" Target="/ppt/notesSlides/notesSlide19.xml" Id="Rcf496948ef8342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2d514bfa44f8" /><Relationship Type="http://schemas.openxmlformats.org/officeDocument/2006/relationships/notesSlide" Target="/ppt/notesSlides/notesSlide20.xml" Id="R93f50adc3da24f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2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8A6D471-AD88-4F61-88C1-4FD2CE0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3F6E3B-BBF2-4A27-B970-0D6321C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43620D-19C4-4122-8E0B-CFD77A6F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09258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7B8187D-9DB9-4C73-89F2-6D182E11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7C30DF-2923-473C-8E65-A5B5EEB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50104D-FF2D-41C1-AA84-9E8AF445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7CE50E7-AFBB-4490-84CE-5EDCC8E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5F2B1D3-1EAE-4B96-93F3-DBC589C3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CFDCFE7-0D49-49C7-9E70-623EDF8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E7F36B4-A4FD-4D0D-A4CD-4075B01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A59FFC9-9D2F-43AB-9A7D-E27CEFE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8725EDA-D2E0-455E-BE2D-58CBA2B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2B6A0A6-2130-4796-8A4E-51497C5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FF308819-FE69-408A-8AA4-16DBC8AF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015534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44934FD8-DB7F-4FAF-AAF2-5180D852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BB4B6A0-20BD-4C97-AAD9-9F4E518C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6BE8E9B-2F17-4ED6-A666-BADB6A28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6634CB8-1B27-490E-9F2F-7BD324CA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ABD5F5E-7B7C-48F3-BC48-03BD311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B88351A-5716-4A71-A528-90B64FAE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9BDB052-F8AC-476C-83DD-8078E7C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1AC6104-5F6E-4093-9DEF-41A3F27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AB6F8F9-A66F-4361-BF74-852A8E9D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1160A2E-E920-4D55-B271-F2CAEE5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27796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9D9FF9D-22D6-42BD-AC59-8644E7DC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9463C9-53A7-40F8-BA03-09F1580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DC1DF8-810B-4F11-98D8-7223EAD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A0CD1B9-9EB6-4E1E-96D6-236081E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C71758-1373-414C-AEF4-A388783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776BE63-B410-44D9-8A45-BDC53A1C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859FAA6-923D-4697-892D-12EECC8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1787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71533387-B760-42CD-8780-CA3432DA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5567E34-5FF3-4EA5-9B57-D1AE715F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65D872B-8E66-4C50-A78D-17F466B0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94EAFA-2564-4988-91B0-F73C793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311871-AF59-46A4-895B-E7CEB136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0418C4A-5A15-453D-A156-DD9CB0F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7E5ED52-AE9F-47D6-8E7A-43E74456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00BA292-4C2E-41E3-8E96-8FD5E44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BA696AC-B6F7-4001-95C8-2BD63FDF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85648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6012FC4-6728-4EA9-9790-2450E2D3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7287CFC-9CE2-49BA-8313-6B74B8C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63F489-5DBE-4D47-A67E-E198DDC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791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017840-B9A1-4C5C-8DEF-39C3710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D8C156-D7C7-42C5-8A79-847CE50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4F5F33C-9878-439C-9832-BA479C3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301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1CB3745-1091-42AC-9F43-A129125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8E19A8C-62A4-4D0D-A049-0FF18161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5DAA46D-766E-4A85-A89A-352EBC18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6A93033-4FE6-4A22-B586-52BAF3FA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3335241-7DE6-407D-B0D4-704DD560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385C61D-D830-4ED7-8085-4ABE9CCB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857B24C-FE35-467B-AA23-9AFCB6C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C211EA6-6D03-422C-A1CC-8DE5E77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0371152-56A1-4232-9D72-016B07D8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9045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3FB7D47F-4AC5-44AB-914C-E8948FA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B3541F2-4CBC-4F47-8D3F-944D363C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72E5497-9F33-4C31-8A12-DFF5570F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DD56D1F-FBFB-482F-A188-9A42A5E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0499477-895B-473C-83BB-E8C29E9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E56772-FB61-4D90-9F76-9AFB005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C30A19C-FE75-4249-B59B-14C0542E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174B298-64F0-4619-9BEF-FBD4B404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6EB69A8-6F52-40FF-BEED-84224D07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5220BE6-A08D-4D8E-B765-38E5F9D1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3AC8104-4BE6-4AB5-B8E5-69C597AD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34567E8-CB78-4821-9ACA-B683D321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3989112-079E-40B1-ACC0-FB7DFD2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4BB4BD6-0879-43E0-BFBC-8262C342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6216D5E-1A55-4F87-BC84-58AFD90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53450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EBB1662-00E1-4421-9841-4F633820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6F82A42-D72C-4825-BAC7-9921474F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274DCEE-0021-42B9-873E-BECF68BD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69236A9-A931-4789-A10D-ACC39366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8CEDFFC-F426-4A96-9DFE-459CB202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A4E6CC5-0264-4B3E-9EC6-AA67DD35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13AD85C-0B98-4591-9D9E-5F2B90B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87888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4B5716D-A62C-4A2D-849F-AE3E807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6D1EC98-D5D5-4CEF-84C6-B08A6564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BE1DB76-02FB-46CB-B1F3-D65B635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855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5CA8D3A-7CFC-4624-B0E1-382FDC7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BD1ACF5-35E4-422A-A453-A6E0061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5BD7D5-2C2C-4DAE-970C-8D29BB9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754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01C1D00A-C112-4EFE-B333-15A997C8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1CA1208-BE99-4916-AE21-2238983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8BCD509-1C48-421A-8D9F-26C21CE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B88EBDC-9A7B-47FF-B3C0-F08A53BA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FB7A184-3935-44B8-900F-815ED557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0CC4907-8B7E-4FD3-8C21-D8790CE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EB20AE6-36BD-44AB-B63C-100A109C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795FA4E-D35D-42DC-945F-B26230E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6D20AF8-D6EC-4BB1-A9AC-495A3DE4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E60473D-C450-46AC-9D7D-7233F03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9FA9911-F6B5-409F-BE2D-86F77F8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74B7EBE-6AEE-429F-B2BF-EC4DFF3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4B54F14-ECC3-4E16-9EA7-AC2506B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814427D-45F7-4B25-BA19-968B445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C93D738D-9DBA-4012-AFD7-EE65242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3785866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3918CD1-668E-401E-8C8A-F39B860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1718252-DB12-4290-A0B0-3797D1A3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80B891A-471E-4B5E-B206-38601FBE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F40BB77-8935-464C-8C20-C154B4D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1BAA67-04E6-4D4D-A4C7-332DE31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A29E309-1E72-48F4-85F2-9514F66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1686D94-841F-420B-A2AE-E83F003D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55CC017-920D-44CB-82ED-67899B3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B199C5B-FD3C-43E5-840F-74D9BBF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44704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089E273-F06A-4E51-A4F6-6E7DDE52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6376858-F2BC-4C38-8482-5516CC8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00D7929-1C51-427B-BFFA-24980251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34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6DBB17E-C4AC-42C6-A327-FC59C86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9307536-7297-4CA6-BB55-6699A9BB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1A01FEB-B24E-4B7A-AD95-E1772C3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A673843-54A9-4C65-9843-A3403AC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8CC6193-F5C9-4392-9511-797CD4E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A7A2635-C533-4952-9047-C5669464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A7BE417-094B-4337-8755-82B4C6D5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666606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3989D89-D21C-4E45-BDA2-2D85A45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5D9E24B-9371-4AF5-8E70-AF81436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A5E4393-6E1B-4E6F-98B7-452F36C4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1167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4A9A195-B732-4AEC-A8C6-9501DF4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2F1CC6C-7B92-4D09-BDF6-B55CD95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B9D6585-6A0C-4844-836E-31D5B3C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FF39237-04C2-42A0-B508-1BB2C6F8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D100572-2531-4F00-B8D2-A5EB53F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CB68FFF-CE8C-4406-A7A1-70C40B0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FF9CC2B-AA0C-4858-8096-AEB4588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672327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175A846-113A-42BA-94DF-7D5FC98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6272A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17CC2D1-14B5-4FBD-9BF3-41479AEA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63B2C4F-509E-41DB-A611-85031B29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634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563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CE9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7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875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62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0CE2A41-83D8-45DC-8947-F6F1B53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42E1C3-9CE7-4918-A51E-DCBFB07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2DB5C2C-F02C-4EB8-8CD4-FD59A40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15909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2026-09-25T07:46:40.0810000Z</dcterms:created>
  <dcterms:modified xsi:type="dcterms:W3CDTF">2026-09-25T07:46:40.0810000Z</dcterms:modified>
</coreProperties>
</file>