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0e752d07142ac" /><Relationship Type="http://schemas.openxmlformats.org/officeDocument/2006/relationships/extended-properties" Target="/docProps/app.xml" Id="R02de8637a19c4727" /><Relationship Type="http://schemas.openxmlformats.org/officeDocument/2006/relationships/officeDocument" Target="/ppt/presentation.xml" Id="Rb98ff9883a36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7f14fbbbc14769"/>
  </p:sldMasterIdLst>
  <p:notesMasterIdLst>
    <p:notesMasterId xmlns:r="http://schemas.openxmlformats.org/officeDocument/2006/relationships" r:id="R2306dcbcc03c4c29"/>
  </p:notesMasterIdLst>
  <p:sldIdLst>
    <p:sldId xmlns:r="http://schemas.openxmlformats.org/officeDocument/2006/relationships" id="256" r:id="R549a261044f74908"/>
    <p:sldId xmlns:r="http://schemas.openxmlformats.org/officeDocument/2006/relationships" id="257" r:id="R3707e9e242144759"/>
    <p:sldId xmlns:r="http://schemas.openxmlformats.org/officeDocument/2006/relationships" id="258" r:id="R09c16adaebb940e0"/>
    <p:sldId xmlns:r="http://schemas.openxmlformats.org/officeDocument/2006/relationships" id="259" r:id="R20cdf8a0a04c4ba5"/>
    <p:sldId xmlns:r="http://schemas.openxmlformats.org/officeDocument/2006/relationships" id="260" r:id="Rd6b4689c8e644c70"/>
    <p:sldId xmlns:r="http://schemas.openxmlformats.org/officeDocument/2006/relationships" id="261" r:id="Ra8d262e94e2a4181"/>
    <p:sldId xmlns:r="http://schemas.openxmlformats.org/officeDocument/2006/relationships" id="262" r:id="Re59df5ff892d4296"/>
    <p:sldId xmlns:r="http://schemas.openxmlformats.org/officeDocument/2006/relationships" id="263" r:id="R9eaa3ff2d6af46e9"/>
    <p:sldId xmlns:r="http://schemas.openxmlformats.org/officeDocument/2006/relationships" id="264" r:id="Re58a3ab3afe0462d"/>
    <p:sldId xmlns:r="http://schemas.openxmlformats.org/officeDocument/2006/relationships" id="265" r:id="Reb2599ae19a94524"/>
    <p:sldId xmlns:r="http://schemas.openxmlformats.org/officeDocument/2006/relationships" id="266" r:id="R3b231b98e89c40c5"/>
    <p:sldId xmlns:r="http://schemas.openxmlformats.org/officeDocument/2006/relationships" id="267" r:id="R74eb1fa189d548be"/>
    <p:sldId xmlns:r="http://schemas.openxmlformats.org/officeDocument/2006/relationships" id="268" r:id="R30b88f7a2c354382"/>
    <p:sldId xmlns:r="http://schemas.openxmlformats.org/officeDocument/2006/relationships" id="269" r:id="R42eedb50ff644846"/>
    <p:sldId xmlns:r="http://schemas.openxmlformats.org/officeDocument/2006/relationships" id="270" r:id="Re31a71ecb59b46ef"/>
    <p:sldId xmlns:r="http://schemas.openxmlformats.org/officeDocument/2006/relationships" id="271" r:id="Rb56638c666174518"/>
    <p:sldId xmlns:r="http://schemas.openxmlformats.org/officeDocument/2006/relationships" id="272" r:id="R5450621295eb4c19"/>
    <p:sldId xmlns:r="http://schemas.openxmlformats.org/officeDocument/2006/relationships" id="273" r:id="R0b64f0e94ef64eea"/>
    <p:sldId xmlns:r="http://schemas.openxmlformats.org/officeDocument/2006/relationships" id="274" r:id="R3edd12d5b95b4e1c"/>
    <p:sldId xmlns:r="http://schemas.openxmlformats.org/officeDocument/2006/relationships" id="275" r:id="R22c82a540ea44b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e01c7ee4fe41c8" /><Relationship Type="http://schemas.openxmlformats.org/officeDocument/2006/relationships/slideMaster" Target="/ppt/slideMasters/slideMaster1.xml" Id="Rf17f14fbbbc14769" /><Relationship Type="http://schemas.openxmlformats.org/officeDocument/2006/relationships/notesMaster" Target="/ppt/notesMasters/notesMaster1.xml" Id="R2306dcbcc03c4c29" /><Relationship Type="http://schemas.openxmlformats.org/officeDocument/2006/relationships/presProps" Target="/ppt/presProps.xml" Id="R6471b2321c8945c6" /><Relationship Type="http://schemas.openxmlformats.org/officeDocument/2006/relationships/tableStyles" Target="/ppt/tableStyles.xml" Id="Re7fc8d70efec4344" /><Relationship Type="http://schemas.openxmlformats.org/officeDocument/2006/relationships/slide" Target="/ppt/slides/slide1.xml" Id="R549a261044f74908" /><Relationship Type="http://schemas.openxmlformats.org/officeDocument/2006/relationships/slide" Target="/ppt/slides/slide2.xml" Id="R3707e9e242144759" /><Relationship Type="http://schemas.openxmlformats.org/officeDocument/2006/relationships/slide" Target="/ppt/slides/slide3.xml" Id="R09c16adaebb940e0" /><Relationship Type="http://schemas.openxmlformats.org/officeDocument/2006/relationships/slide" Target="/ppt/slides/slide4.xml" Id="R20cdf8a0a04c4ba5" /><Relationship Type="http://schemas.openxmlformats.org/officeDocument/2006/relationships/slide" Target="/ppt/slides/slide5.xml" Id="Rd6b4689c8e644c70" /><Relationship Type="http://schemas.openxmlformats.org/officeDocument/2006/relationships/slide" Target="/ppt/slides/slide6.xml" Id="Ra8d262e94e2a4181" /><Relationship Type="http://schemas.openxmlformats.org/officeDocument/2006/relationships/slide" Target="/ppt/slides/slide7.xml" Id="Re59df5ff892d4296" /><Relationship Type="http://schemas.openxmlformats.org/officeDocument/2006/relationships/slide" Target="/ppt/slides/slide8.xml" Id="R9eaa3ff2d6af46e9" /><Relationship Type="http://schemas.openxmlformats.org/officeDocument/2006/relationships/slide" Target="/ppt/slides/slide9.xml" Id="Re58a3ab3afe0462d" /><Relationship Type="http://schemas.openxmlformats.org/officeDocument/2006/relationships/slide" Target="/ppt/slides/slide10.xml" Id="Reb2599ae19a94524" /><Relationship Type="http://schemas.openxmlformats.org/officeDocument/2006/relationships/slide" Target="/ppt/slides/slide11.xml" Id="R3b231b98e89c40c5" /><Relationship Type="http://schemas.openxmlformats.org/officeDocument/2006/relationships/slide" Target="/ppt/slides/slide12.xml" Id="R74eb1fa189d548be" /><Relationship Type="http://schemas.openxmlformats.org/officeDocument/2006/relationships/slide" Target="/ppt/slides/slide13.xml" Id="R30b88f7a2c354382" /><Relationship Type="http://schemas.openxmlformats.org/officeDocument/2006/relationships/slide" Target="/ppt/slides/slide14.xml" Id="R42eedb50ff644846" /><Relationship Type="http://schemas.openxmlformats.org/officeDocument/2006/relationships/slide" Target="/ppt/slides/slide15.xml" Id="Re31a71ecb59b46ef" /><Relationship Type="http://schemas.openxmlformats.org/officeDocument/2006/relationships/slide" Target="/ppt/slides/slide16.xml" Id="Rb56638c666174518" /><Relationship Type="http://schemas.openxmlformats.org/officeDocument/2006/relationships/slide" Target="/ppt/slides/slide17.xml" Id="R5450621295eb4c19" /><Relationship Type="http://schemas.openxmlformats.org/officeDocument/2006/relationships/slide" Target="/ppt/slides/slide18.xml" Id="R0b64f0e94ef64eea" /><Relationship Type="http://schemas.openxmlformats.org/officeDocument/2006/relationships/slide" Target="/ppt/slides/slide19.xml" Id="R3edd12d5b95b4e1c" /><Relationship Type="http://schemas.openxmlformats.org/officeDocument/2006/relationships/slide" Target="/ppt/slides/slide20.xml" Id="R22c82a540ea44b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d053db568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dfaf8f1c547ac" /><Relationship Type="http://schemas.openxmlformats.org/officeDocument/2006/relationships/notesMaster" Target="/ppt/notesMasters/notesMaster1.xml" Id="Rcd993243c9a9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3c09311c7340af" /><Relationship Type="http://schemas.openxmlformats.org/officeDocument/2006/relationships/notesMaster" Target="/ppt/notesMasters/notesMaster1.xml" Id="R9328b9d0643840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82dc24a0734032" /><Relationship Type="http://schemas.openxmlformats.org/officeDocument/2006/relationships/notesMaster" Target="/ppt/notesMasters/notesMaster1.xml" Id="R3a0c804f4962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52a174e1974d8a" /><Relationship Type="http://schemas.openxmlformats.org/officeDocument/2006/relationships/notesMaster" Target="/ppt/notesMasters/notesMaster1.xml" Id="Rf1b8cb44e7d0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70d85e94c4645" /><Relationship Type="http://schemas.openxmlformats.org/officeDocument/2006/relationships/notesMaster" Target="/ppt/notesMasters/notesMaster1.xml" Id="R2e76dc9b69e44c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408e866124889" /><Relationship Type="http://schemas.openxmlformats.org/officeDocument/2006/relationships/notesMaster" Target="/ppt/notesMasters/notesMaster1.xml" Id="R9c6a2dfd5f694e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bb28f491da4f35" /><Relationship Type="http://schemas.openxmlformats.org/officeDocument/2006/relationships/notesMaster" Target="/ppt/notesMasters/notesMaster1.xml" Id="R622e14cb54a8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e9326dc05046a4" /><Relationship Type="http://schemas.openxmlformats.org/officeDocument/2006/relationships/notesMaster" Target="/ppt/notesMasters/notesMaster1.xml" Id="R2f3a048f0fa1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cc1db46524278" /><Relationship Type="http://schemas.openxmlformats.org/officeDocument/2006/relationships/notesMaster" Target="/ppt/notesMasters/notesMaster1.xml" Id="Rf87ab73f292649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0a6a6fcf54322" /><Relationship Type="http://schemas.openxmlformats.org/officeDocument/2006/relationships/notesMaster" Target="/ppt/notesMasters/notesMaster1.xml" Id="R9845eb57c4b748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17fe887a1f4df5" /><Relationship Type="http://schemas.openxmlformats.org/officeDocument/2006/relationships/notesMaster" Target="/ppt/notesMasters/notesMaster1.xml" Id="R3e842928655e4f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7ae7571e9145db" /><Relationship Type="http://schemas.openxmlformats.org/officeDocument/2006/relationships/notesMaster" Target="/ppt/notesMasters/notesMaster1.xml" Id="R29484c45e2fb42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1b7f5bed8f467e" /><Relationship Type="http://schemas.openxmlformats.org/officeDocument/2006/relationships/notesMaster" Target="/ppt/notesMasters/notesMaster1.xml" Id="R73ee19a7e3d948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df479010564b66" /><Relationship Type="http://schemas.openxmlformats.org/officeDocument/2006/relationships/notesMaster" Target="/ppt/notesMasters/notesMaster1.xml" Id="R0162415583384d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1b556c32c747d9" /><Relationship Type="http://schemas.openxmlformats.org/officeDocument/2006/relationships/notesMaster" Target="/ppt/notesMasters/notesMaster1.xml" Id="Rb5eca0eba71144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05ed9836a14f90" /><Relationship Type="http://schemas.openxmlformats.org/officeDocument/2006/relationships/notesMaster" Target="/ppt/notesMasters/notesMaster1.xml" Id="R2010e1b950494c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212a3a4dc846de" /><Relationship Type="http://schemas.openxmlformats.org/officeDocument/2006/relationships/notesMaster" Target="/ppt/notesMasters/notesMaster1.xml" Id="R5f30bf06967648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29e3d6ad9c44b9" /><Relationship Type="http://schemas.openxmlformats.org/officeDocument/2006/relationships/notesMaster" Target="/ppt/notesMasters/notesMaster1.xml" Id="R2a6b14a1aedb4a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9877f7ba894c7b" /><Relationship Type="http://schemas.openxmlformats.org/officeDocument/2006/relationships/notesMaster" Target="/ppt/notesMasters/notesMaster1.xml" Id="Rfe8eb8ce0a744b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c7ff9a99dd43ba" /><Relationship Type="http://schemas.openxmlformats.org/officeDocument/2006/relationships/notesMaster" Target="/ppt/notesMasters/notesMaster1.xml" Id="R987b69d29836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퍼블릭 코발트.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6063a70c24c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b423d96124e0b" /><Relationship Type="http://schemas.openxmlformats.org/officeDocument/2006/relationships/slideLayout" Target="/ppt/slideLayouts/slideLayout1.xml" Id="R84e6a11788ac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e6a11788ac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458f634b34a3a" /><Relationship Type="http://schemas.openxmlformats.org/officeDocument/2006/relationships/image" Target="/ppt/media/image.png" Id="R7b34758dcc4b4ba9" /><Relationship Type="http://schemas.openxmlformats.org/officeDocument/2006/relationships/notesSlide" Target="/ppt/notesSlides/notesSlide1.xml" Id="Rf2901182b4a249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36429f7a346e9" /><Relationship Type="http://schemas.openxmlformats.org/officeDocument/2006/relationships/notesSlide" Target="/ppt/notesSlides/notesSlide2.xml" Id="Rb7e27cc61e94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1369d380a4603" /><Relationship Type="http://schemas.openxmlformats.org/officeDocument/2006/relationships/notesSlide" Target="/ppt/notesSlides/notesSlide3.xml" Id="R2be50853a43b4d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b9e0790834fe8" /><Relationship Type="http://schemas.openxmlformats.org/officeDocument/2006/relationships/notesSlide" Target="/ppt/notesSlides/notesSlide4.xml" Id="Rb13373d01e2a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18bfeeacf4746" /><Relationship Type="http://schemas.openxmlformats.org/officeDocument/2006/relationships/notesSlide" Target="/ppt/notesSlides/notesSlide5.xml" Id="Rf88c061dc0df4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2b83e4f8e4986" /><Relationship Type="http://schemas.openxmlformats.org/officeDocument/2006/relationships/notesSlide" Target="/ppt/notesSlides/notesSlide6.xml" Id="R48eb138d89ec4f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2eaec726c41ac" /><Relationship Type="http://schemas.openxmlformats.org/officeDocument/2006/relationships/notesSlide" Target="/ppt/notesSlides/notesSlide7.xml" Id="R9c9e4a2dd40d42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2bc258a3444b" /><Relationship Type="http://schemas.openxmlformats.org/officeDocument/2006/relationships/notesSlide" Target="/ppt/notesSlides/notesSlide8.xml" Id="Re63920782d6543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b004461684cc9" /><Relationship Type="http://schemas.openxmlformats.org/officeDocument/2006/relationships/notesSlide" Target="/ppt/notesSlides/notesSlide9.xml" Id="Re07b5c0f10644f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9ebfa44af4c13" /><Relationship Type="http://schemas.openxmlformats.org/officeDocument/2006/relationships/notesSlide" Target="/ppt/notesSlides/notesSlide10.xml" Id="Rf556bd7886f54f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e85fa33cc405b" /><Relationship Type="http://schemas.openxmlformats.org/officeDocument/2006/relationships/notesSlide" Target="/ppt/notesSlides/notesSlide11.xml" Id="Raa4e84edafbc4d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42556c09d4710" /><Relationship Type="http://schemas.openxmlformats.org/officeDocument/2006/relationships/notesSlide" Target="/ppt/notesSlides/notesSlide12.xml" Id="R63b2c2fd2ea844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3ff3d5ab4633" /><Relationship Type="http://schemas.openxmlformats.org/officeDocument/2006/relationships/notesSlide" Target="/ppt/notesSlides/notesSlide13.xml" Id="R8287b3c1e2bf4f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6124bff9447d4" /><Relationship Type="http://schemas.openxmlformats.org/officeDocument/2006/relationships/notesSlide" Target="/ppt/notesSlides/notesSlide14.xml" Id="R19f70ae67a724b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4fe45a0764cf0" /><Relationship Type="http://schemas.openxmlformats.org/officeDocument/2006/relationships/notesSlide" Target="/ppt/notesSlides/notesSlide15.xml" Id="R4eb2cdb76d2348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bcc4ccea4089" /><Relationship Type="http://schemas.openxmlformats.org/officeDocument/2006/relationships/notesSlide" Target="/ppt/notesSlides/notesSlide16.xml" Id="R5ec9277f99214d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6ad8b448459f" /><Relationship Type="http://schemas.openxmlformats.org/officeDocument/2006/relationships/notesSlide" Target="/ppt/notesSlides/notesSlide17.xml" Id="R423231181e3244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deb228fb54a73" /><Relationship Type="http://schemas.openxmlformats.org/officeDocument/2006/relationships/notesSlide" Target="/ppt/notesSlides/notesSlide18.xml" Id="Rea19094e1a4040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c653d6fe142d7" /><Relationship Type="http://schemas.openxmlformats.org/officeDocument/2006/relationships/notesSlide" Target="/ppt/notesSlides/notesSlide19.xml" Id="Rc50c8ab41c5a40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a49002bc442da" /><Relationship Type="http://schemas.openxmlformats.org/officeDocument/2006/relationships/image" Target="/ppt/media/image2.png" Id="Raa1515fde3ce474a" /><Relationship Type="http://schemas.openxmlformats.org/officeDocument/2006/relationships/notesSlide" Target="/ppt/notesSlides/notesSlide20.xml" Id="R328583f140ca48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4758dcc4b4b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4C7A3A16-7BD5-42E4-88DD-184703BD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94C45782-9582-4A70-9371-5FAFE5A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0C067DA-0031-431D-BC01-8E4C445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0C298EC-0118-4A45-9FFF-43B579D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52714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710AFA-C9B3-4327-92E8-57120F9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C693225-F5D5-46BB-BDDB-C598815E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58F94B8-C603-4F95-B8E5-DC58470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95B1C6C-0F78-477A-B528-9916408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98A71A6-1D28-49C1-B555-D3CD14F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39AE117-9330-471C-8EA1-690DE08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8916A30-8541-430D-ADE7-9E2EC8E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4CFCFFE-FBEF-497F-93CE-C1D5AA2C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6313BC2-0945-4A5A-9A0A-6E64666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9F87CF8-49AB-4503-9483-920F20A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E54075D-A48F-49E5-8497-8A29DC0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2007674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AC7642BE-D831-47B3-B6B1-2552C8A4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20B1C9D-5029-43F4-BF33-FCE23B09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3708ACD-8BE4-4537-B559-6B358AB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60AD740-825A-4CF1-9BE7-FF2AFC3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90B5BA0-C7DB-498F-BAC5-62A58C29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49DFED0-C814-4DB9-B8B2-C382115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00E8563-CD7A-49D2-8F47-B87D79F9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EEE369F-9760-41D9-B8CF-026A8F9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E5EEE3D-BBF8-4A89-949B-D1B2FA5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CEA40D2-EB23-49AE-9BB1-837763D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62620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6829C2D-D234-4D44-8ADD-64B369E3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30066F6-E652-4737-A737-AC7002A4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FFB7523-39F3-4CB9-A4DA-576EF2B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744BE29-501D-4014-AD50-5C2F1F8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24CC919-0C0C-4EA8-ACE1-0DB36933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F4CCF5-A463-42D3-BC99-0C6D98C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2A9E6C6-7739-4CBA-AC87-C29F0A7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5753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8EBDDFE7-739F-4D5E-A53A-02360C01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2FFCF0F-8946-4451-B23B-3E28B8A2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3FFF72F-D7D5-4433-9F3A-12ECD0D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A835724-8CAD-43DD-B065-C27F94F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96BFC7C-8630-4111-A3B4-19E09F1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937A546-4890-485C-8EE6-74D66B9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9310240-5359-4375-9D61-E51B1A0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1D285D1-173C-4F51-9F53-321F9BA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26004E1-28E5-4514-A97C-3382A6C5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46261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25BE0B-C143-46EF-9E8E-306D52D4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857E006-5FD4-4265-B31F-B8B98A3D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CAA2BF-7F8C-4E6E-BE02-312133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8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A64519B-2B97-4F4D-838F-56A7C0DD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4330DEF-A2A6-45FD-A3E8-5C8E838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CCBA0A9-6CBF-4D8E-93C9-A391152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989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84BB32E8-733C-42FD-899C-F6AA68A5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B8590DB-FCAA-4E8A-9B2B-6B62A12E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E340623-72B8-4DF1-9F0D-72694DDE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69377EA-96E7-4AFD-A8CF-1AF0DC01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23823C-A600-4612-A5B1-5099494C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EE42A62-15C9-4438-989F-206AAF4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48BFD9E-4412-43BA-8966-99217764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657D15F-FAF7-452D-8278-2A18489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E034E87-A23B-49AD-9EF1-E74E0A7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85698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E695EF-3B62-435C-8028-E28A39A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2985E84-857F-4A6D-9F4B-165AA1C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F91140A-6345-4648-9480-9842EC97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D385200-79AB-494E-920A-C865287D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264C92A-3DD3-4289-B6C2-05BBBB0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D8E859F-C501-44A6-AC26-7431B83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3A6575D-CB01-4A8B-BD53-DABB917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21A52F9-1988-4F90-9955-67B75ECD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EE28519-16C5-4BF6-9873-74069F09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16648E3-E41C-4169-A9EC-1696584D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622B2F4-6944-429F-B4EB-738BA12B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D62A456-9689-4894-8ABE-F14387B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5A47ABD-89EE-4CD6-8FED-F30C0672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4507AE9-5D27-47DA-8151-63D7F844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B4C54F9-D2CB-4CBF-ADD8-93ADBCF5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935503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0B1B0C4-9F53-4BB1-9A28-EEB1533D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8E56A8-AD42-4F50-B89E-C480AF4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934410E-136C-45EA-BECD-645D3250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83F51F1-E7DB-46C0-B412-94DC5C1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96D36D2-68CB-4BB0-80D4-43CD26C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0A34344-18FD-4EE1-A109-E9A3A89F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9C17D87-9969-4FBC-853B-FFF639B3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02731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FFD0B85-1C37-4AD1-B514-87D66D58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7F5E53A-735B-4159-B897-C35618F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233A91B-8799-498E-997C-B4FBE952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569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28E9F52-EDF1-44D0-A4E8-933BAA2D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F414E25-1621-4C4D-8A45-D6E33BE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5C21937-7CC2-43E1-8B2A-37F3066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3477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F82CEB6B-53E9-4AF2-93FB-D75CEF91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3EE119C-38E7-4AE4-9E7E-070D807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DEA927-41E3-4361-B742-51A82B8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F3C117A-8BD4-416A-939C-D2D75118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BD90352-09AE-43B8-85DF-D02E5C1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2967E9F-5303-41A0-81B8-7608A0D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BE3D165-6881-4DE3-9ACB-6A8D61A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3B3BA40-612D-457B-BAF8-7E8C35D9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2066F9C-3884-4FDA-B248-2778730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6385956-BD41-4893-B0A2-4646F939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18DC9E7-B83C-40DB-811B-6AE86EE6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D6B68CC-2522-400F-B1D4-5390B88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D2D5F3A-0CAD-43E7-82B3-FBB8E26D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CBF110E-71C2-4AAC-A61C-E5AED344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531AE2A-B957-485C-B2FE-6683DF0C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15228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1A2F07-6479-4E3A-866E-AE495D55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FE9D4A-D929-46A6-824F-2D2E83D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822EB8-CC5B-4519-900F-B6B3E35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B29BD57-5E3E-406D-B9CA-4D4B008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B9BC8C3-1CEB-4367-AF71-07C7AB6A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FACE56C-0F6D-4A92-AA34-488B21BB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7556673-BB7F-4265-9957-B5A1F22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E1DC346-7EE9-4A6F-AD54-EB380DA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61D71A1-A1FA-4F2C-882B-1D0498D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11967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D9E5B87-2C0C-4A1A-B802-B374AF59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8723CFA-E98D-47D8-B720-3E89E10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4D65AF5-3F6A-410B-BC18-41CE041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299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98D6533-DD12-4ABD-A310-C4198C7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E1F66B3-C3ED-414C-8ADE-3A942F5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4E4F51-3346-41D3-B7FA-E4F2314C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4AB79E2-F033-4E3F-8ADC-3DC3B4F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994F7A6-7A05-4E79-842C-C7161E7F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1C49FD-BC58-4963-9DD9-D59F34B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336AEE8-9878-49B4-9D05-8BAE1DC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31671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EC8584-2566-448C-BFD8-BA17A60C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8214F13-D506-4FF1-AE45-BD74C334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22924F-2133-430A-8C24-0209892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99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58BE706-1C4E-432A-B7D9-89B3ECB2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D2814B3-77BE-4167-8AE3-A87DD9F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D1FF617-C5CF-4D79-B449-58CE602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2280344-40FB-4ABF-A021-DCA47552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8AFC627-5E14-4D5E-ACAE-21CB3376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145270E-8CE1-42CF-B0B8-B794AAC4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5EAD124-8E13-454D-91B0-D87AB11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7011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5466298-A9EC-4024-8052-6F8DC57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C65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7093E4-07C9-4248-A2FC-F5B4507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858EF18-0747-408E-9025-2F305F75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54EC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254EC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6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9FB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340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82C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515fde3ce47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4D673D7F-230A-4015-80DD-2288A10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C936100E-8C62-499D-899C-BAE83F25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F8E0EBF-0B2E-4B18-B7D0-31080E4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512666D-0E1F-49AD-91B6-B2F0F06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79361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2026-09-25T07:44:54.0360000Z</dcterms:created>
  <dcterms:modified xsi:type="dcterms:W3CDTF">2026-09-25T07:44:54.0360000Z</dcterms:modified>
</coreProperties>
</file>