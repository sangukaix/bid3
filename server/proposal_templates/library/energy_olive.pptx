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21216a3ab44782" /><Relationship Type="http://schemas.openxmlformats.org/officeDocument/2006/relationships/extended-properties" Target="/docProps/app.xml" Id="R703e701f40614af2" /><Relationship Type="http://schemas.openxmlformats.org/officeDocument/2006/relationships/officeDocument" Target="/ppt/presentation.xml" Id="Rf84851e6f63643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cf17023f26421d"/>
  </p:sldMasterIdLst>
  <p:notesMasterIdLst>
    <p:notesMasterId xmlns:r="http://schemas.openxmlformats.org/officeDocument/2006/relationships" r:id="Rda091fa4dfa84d20"/>
  </p:notesMasterIdLst>
  <p:sldIdLst>
    <p:sldId xmlns:r="http://schemas.openxmlformats.org/officeDocument/2006/relationships" id="256" r:id="Ra5bc87b301e64965"/>
    <p:sldId xmlns:r="http://schemas.openxmlformats.org/officeDocument/2006/relationships" id="257" r:id="R690b784762cf45ee"/>
    <p:sldId xmlns:r="http://schemas.openxmlformats.org/officeDocument/2006/relationships" id="258" r:id="R7b84c2b29813419f"/>
    <p:sldId xmlns:r="http://schemas.openxmlformats.org/officeDocument/2006/relationships" id="259" r:id="R9063ecc01d664249"/>
    <p:sldId xmlns:r="http://schemas.openxmlformats.org/officeDocument/2006/relationships" id="260" r:id="Ra69830fd57694765"/>
    <p:sldId xmlns:r="http://schemas.openxmlformats.org/officeDocument/2006/relationships" id="261" r:id="R43e3cd44eb494a98"/>
    <p:sldId xmlns:r="http://schemas.openxmlformats.org/officeDocument/2006/relationships" id="262" r:id="R7b0b7b9e17c845f6"/>
    <p:sldId xmlns:r="http://schemas.openxmlformats.org/officeDocument/2006/relationships" id="263" r:id="Rfdb37fc2b9494d41"/>
    <p:sldId xmlns:r="http://schemas.openxmlformats.org/officeDocument/2006/relationships" id="264" r:id="Rad69e879b2b04bb4"/>
    <p:sldId xmlns:r="http://schemas.openxmlformats.org/officeDocument/2006/relationships" id="265" r:id="R15d5a74a840d4865"/>
    <p:sldId xmlns:r="http://schemas.openxmlformats.org/officeDocument/2006/relationships" id="266" r:id="Rd8c86467e8ae4284"/>
    <p:sldId xmlns:r="http://schemas.openxmlformats.org/officeDocument/2006/relationships" id="267" r:id="Rf6b87fb0adc94b51"/>
    <p:sldId xmlns:r="http://schemas.openxmlformats.org/officeDocument/2006/relationships" id="268" r:id="Rce267c13c0af4411"/>
    <p:sldId xmlns:r="http://schemas.openxmlformats.org/officeDocument/2006/relationships" id="269" r:id="Re3f438292d4b4db1"/>
    <p:sldId xmlns:r="http://schemas.openxmlformats.org/officeDocument/2006/relationships" id="270" r:id="R736288b6b2fa4e5b"/>
    <p:sldId xmlns:r="http://schemas.openxmlformats.org/officeDocument/2006/relationships" id="271" r:id="R406eb23fd4034512"/>
    <p:sldId xmlns:r="http://schemas.openxmlformats.org/officeDocument/2006/relationships" id="272" r:id="R88d9e46b10984293"/>
    <p:sldId xmlns:r="http://schemas.openxmlformats.org/officeDocument/2006/relationships" id="273" r:id="Ra3a810021b624ca5"/>
    <p:sldId xmlns:r="http://schemas.openxmlformats.org/officeDocument/2006/relationships" id="274" r:id="R1cecf585de784bce"/>
    <p:sldId xmlns:r="http://schemas.openxmlformats.org/officeDocument/2006/relationships" id="275" r:id="R960b6b09781b4b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ad0edadcca45b0" /><Relationship Type="http://schemas.openxmlformats.org/officeDocument/2006/relationships/slideMaster" Target="/ppt/slideMasters/slideMaster1.xml" Id="Rb8cf17023f26421d" /><Relationship Type="http://schemas.openxmlformats.org/officeDocument/2006/relationships/notesMaster" Target="/ppt/notesMasters/notesMaster1.xml" Id="Rda091fa4dfa84d20" /><Relationship Type="http://schemas.openxmlformats.org/officeDocument/2006/relationships/presProps" Target="/ppt/presProps.xml" Id="Rf495847bac8f4596" /><Relationship Type="http://schemas.openxmlformats.org/officeDocument/2006/relationships/tableStyles" Target="/ppt/tableStyles.xml" Id="R3173291cd0534587" /><Relationship Type="http://schemas.openxmlformats.org/officeDocument/2006/relationships/slide" Target="/ppt/slides/slide1.xml" Id="Ra5bc87b301e64965" /><Relationship Type="http://schemas.openxmlformats.org/officeDocument/2006/relationships/slide" Target="/ppt/slides/slide2.xml" Id="R690b784762cf45ee" /><Relationship Type="http://schemas.openxmlformats.org/officeDocument/2006/relationships/slide" Target="/ppt/slides/slide3.xml" Id="R7b84c2b29813419f" /><Relationship Type="http://schemas.openxmlformats.org/officeDocument/2006/relationships/slide" Target="/ppt/slides/slide4.xml" Id="R9063ecc01d664249" /><Relationship Type="http://schemas.openxmlformats.org/officeDocument/2006/relationships/slide" Target="/ppt/slides/slide5.xml" Id="Ra69830fd57694765" /><Relationship Type="http://schemas.openxmlformats.org/officeDocument/2006/relationships/slide" Target="/ppt/slides/slide6.xml" Id="R43e3cd44eb494a98" /><Relationship Type="http://schemas.openxmlformats.org/officeDocument/2006/relationships/slide" Target="/ppt/slides/slide7.xml" Id="R7b0b7b9e17c845f6" /><Relationship Type="http://schemas.openxmlformats.org/officeDocument/2006/relationships/slide" Target="/ppt/slides/slide8.xml" Id="Rfdb37fc2b9494d41" /><Relationship Type="http://schemas.openxmlformats.org/officeDocument/2006/relationships/slide" Target="/ppt/slides/slide9.xml" Id="Rad69e879b2b04bb4" /><Relationship Type="http://schemas.openxmlformats.org/officeDocument/2006/relationships/slide" Target="/ppt/slides/slide10.xml" Id="R15d5a74a840d4865" /><Relationship Type="http://schemas.openxmlformats.org/officeDocument/2006/relationships/slide" Target="/ppt/slides/slide11.xml" Id="Rd8c86467e8ae4284" /><Relationship Type="http://schemas.openxmlformats.org/officeDocument/2006/relationships/slide" Target="/ppt/slides/slide12.xml" Id="Rf6b87fb0adc94b51" /><Relationship Type="http://schemas.openxmlformats.org/officeDocument/2006/relationships/slide" Target="/ppt/slides/slide13.xml" Id="Rce267c13c0af4411" /><Relationship Type="http://schemas.openxmlformats.org/officeDocument/2006/relationships/slide" Target="/ppt/slides/slide14.xml" Id="Re3f438292d4b4db1" /><Relationship Type="http://schemas.openxmlformats.org/officeDocument/2006/relationships/slide" Target="/ppt/slides/slide15.xml" Id="R736288b6b2fa4e5b" /><Relationship Type="http://schemas.openxmlformats.org/officeDocument/2006/relationships/slide" Target="/ppt/slides/slide16.xml" Id="R406eb23fd4034512" /><Relationship Type="http://schemas.openxmlformats.org/officeDocument/2006/relationships/slide" Target="/ppt/slides/slide17.xml" Id="R88d9e46b10984293" /><Relationship Type="http://schemas.openxmlformats.org/officeDocument/2006/relationships/slide" Target="/ppt/slides/slide18.xml" Id="Ra3a810021b624ca5" /><Relationship Type="http://schemas.openxmlformats.org/officeDocument/2006/relationships/slide" Target="/ppt/slides/slide19.xml" Id="R1cecf585de784bce" /><Relationship Type="http://schemas.openxmlformats.org/officeDocument/2006/relationships/slide" Target="/ppt/slides/slide20.xml" Id="R960b6b09781b4b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04ee07984542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4c0258a5f24193" /><Relationship Type="http://schemas.openxmlformats.org/officeDocument/2006/relationships/notesMaster" Target="/ppt/notesMasters/notesMaster1.xml" Id="R92a76620beae47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f2a9a981eb44c6" /><Relationship Type="http://schemas.openxmlformats.org/officeDocument/2006/relationships/notesMaster" Target="/ppt/notesMasters/notesMaster1.xml" Id="Rc8a9eb60a12848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56b50194b145bf" /><Relationship Type="http://schemas.openxmlformats.org/officeDocument/2006/relationships/notesMaster" Target="/ppt/notesMasters/notesMaster1.xml" Id="R7b92a25761c442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783e5a96f047c6" /><Relationship Type="http://schemas.openxmlformats.org/officeDocument/2006/relationships/notesMaster" Target="/ppt/notesMasters/notesMaster1.xml" Id="R1966d62a351e4a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73d7a53b924a3b" /><Relationship Type="http://schemas.openxmlformats.org/officeDocument/2006/relationships/notesMaster" Target="/ppt/notesMasters/notesMaster1.xml" Id="R7e12100de5284a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00bf161003446f" /><Relationship Type="http://schemas.openxmlformats.org/officeDocument/2006/relationships/notesMaster" Target="/ppt/notesMasters/notesMaster1.xml" Id="Rc2d1d14ac7ee45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1f57387b644e4c" /><Relationship Type="http://schemas.openxmlformats.org/officeDocument/2006/relationships/notesMaster" Target="/ppt/notesMasters/notesMaster1.xml" Id="R0016a94ac43841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7fbacd7ae245c5" /><Relationship Type="http://schemas.openxmlformats.org/officeDocument/2006/relationships/notesMaster" Target="/ppt/notesMasters/notesMaster1.xml" Id="Rac986c5b8b8741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96df387ac44cb1" /><Relationship Type="http://schemas.openxmlformats.org/officeDocument/2006/relationships/notesMaster" Target="/ppt/notesMasters/notesMaster1.xml" Id="R109172acb27d4e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1f40635933473c" /><Relationship Type="http://schemas.openxmlformats.org/officeDocument/2006/relationships/notesMaster" Target="/ppt/notesMasters/notesMaster1.xml" Id="R6221fd373f9348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6d5753d9a9449a" /><Relationship Type="http://schemas.openxmlformats.org/officeDocument/2006/relationships/notesMaster" Target="/ppt/notesMasters/notesMaster1.xml" Id="Rcc68a1dbc6b341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916e9873a74044" /><Relationship Type="http://schemas.openxmlformats.org/officeDocument/2006/relationships/notesMaster" Target="/ppt/notesMasters/notesMaster1.xml" Id="R6399e84af85e47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ff5ae716ab4352" /><Relationship Type="http://schemas.openxmlformats.org/officeDocument/2006/relationships/notesMaster" Target="/ppt/notesMasters/notesMaster1.xml" Id="R97551fe78b3349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54239f79dd4065" /><Relationship Type="http://schemas.openxmlformats.org/officeDocument/2006/relationships/notesMaster" Target="/ppt/notesMasters/notesMaster1.xml" Id="R86676640e91141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0f1105a05b4f86" /><Relationship Type="http://schemas.openxmlformats.org/officeDocument/2006/relationships/notesMaster" Target="/ppt/notesMasters/notesMaster1.xml" Id="Refafdae9c0a04b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83f24201d04f8e" /><Relationship Type="http://schemas.openxmlformats.org/officeDocument/2006/relationships/notesMaster" Target="/ppt/notesMasters/notesMaster1.xml" Id="R8b6e2820605a4e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72e1189cce4579" /><Relationship Type="http://schemas.openxmlformats.org/officeDocument/2006/relationships/notesMaster" Target="/ppt/notesMasters/notesMaster1.xml" Id="Rb6d8a1ba085e4ab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d85b11edf046c0" /><Relationship Type="http://schemas.openxmlformats.org/officeDocument/2006/relationships/notesMaster" Target="/ppt/notesMasters/notesMaster1.xml" Id="R12a5dceea6e54e1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cb3a1a189d4d07" /><Relationship Type="http://schemas.openxmlformats.org/officeDocument/2006/relationships/notesMaster" Target="/ppt/notesMasters/notesMaster1.xml" Id="R37113ef11a1b41c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1648c87109642fb" /><Relationship Type="http://schemas.openxmlformats.org/officeDocument/2006/relationships/notesMaster" Target="/ppt/notesMasters/notesMaster1.xml" Id="R721051a7ac8547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에너지 올리브.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4a6b5ffa546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f58e44a8fe4a30" /><Relationship Type="http://schemas.openxmlformats.org/officeDocument/2006/relationships/slideLayout" Target="/ppt/slideLayouts/slideLayout1.xml" Id="R088185fe49594f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8185fe49594f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209657a1844a5" /><Relationship Type="http://schemas.openxmlformats.org/officeDocument/2006/relationships/notesSlide" Target="/ppt/notesSlides/notesSlide1.xml" Id="Ra34f675d48c943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4beefacd3498d" /><Relationship Type="http://schemas.openxmlformats.org/officeDocument/2006/relationships/notesSlide" Target="/ppt/notesSlides/notesSlide2.xml" Id="R3b2fded486c64d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ab8820d5743f2" /><Relationship Type="http://schemas.openxmlformats.org/officeDocument/2006/relationships/notesSlide" Target="/ppt/notesSlides/notesSlide3.xml" Id="R2e617324a88a46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5520c7fb44bb1" /><Relationship Type="http://schemas.openxmlformats.org/officeDocument/2006/relationships/notesSlide" Target="/ppt/notesSlides/notesSlide4.xml" Id="R6020763b135e42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165c68a6b4083" /><Relationship Type="http://schemas.openxmlformats.org/officeDocument/2006/relationships/notesSlide" Target="/ppt/notesSlides/notesSlide5.xml" Id="Rcaac2818b80e49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6d9afbd284346" /><Relationship Type="http://schemas.openxmlformats.org/officeDocument/2006/relationships/notesSlide" Target="/ppt/notesSlides/notesSlide6.xml" Id="Rdaa429a2da6d47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a19574aa4495f" /><Relationship Type="http://schemas.openxmlformats.org/officeDocument/2006/relationships/notesSlide" Target="/ppt/notesSlides/notesSlide7.xml" Id="R53caa53d883a47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0c293b0e14f2c" /><Relationship Type="http://schemas.openxmlformats.org/officeDocument/2006/relationships/notesSlide" Target="/ppt/notesSlides/notesSlide8.xml" Id="R58b79cb8c86048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1784d74ae4490" /><Relationship Type="http://schemas.openxmlformats.org/officeDocument/2006/relationships/notesSlide" Target="/ppt/notesSlides/notesSlide9.xml" Id="Ra211c069678744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b5144555349e6" /><Relationship Type="http://schemas.openxmlformats.org/officeDocument/2006/relationships/notesSlide" Target="/ppt/notesSlides/notesSlide10.xml" Id="Raf365aa3a24c44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05180f32641cd" /><Relationship Type="http://schemas.openxmlformats.org/officeDocument/2006/relationships/notesSlide" Target="/ppt/notesSlides/notesSlide11.xml" Id="R49d5cd3202874d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e151efbb04222" /><Relationship Type="http://schemas.openxmlformats.org/officeDocument/2006/relationships/notesSlide" Target="/ppt/notesSlides/notesSlide12.xml" Id="R80c6f0bbb31f49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620724c01452c" /><Relationship Type="http://schemas.openxmlformats.org/officeDocument/2006/relationships/notesSlide" Target="/ppt/notesSlides/notesSlide13.xml" Id="Re01db9cad26f4f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fe707f8d8484c" /><Relationship Type="http://schemas.openxmlformats.org/officeDocument/2006/relationships/notesSlide" Target="/ppt/notesSlides/notesSlide14.xml" Id="Re773600c4e9c45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6d87f75424818" /><Relationship Type="http://schemas.openxmlformats.org/officeDocument/2006/relationships/notesSlide" Target="/ppt/notesSlides/notesSlide15.xml" Id="R391ad6521f964d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34fc635004ce4" /><Relationship Type="http://schemas.openxmlformats.org/officeDocument/2006/relationships/notesSlide" Target="/ppt/notesSlides/notesSlide16.xml" Id="R4bce56f6cec746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efa90222b455b" /><Relationship Type="http://schemas.openxmlformats.org/officeDocument/2006/relationships/notesSlide" Target="/ppt/notesSlides/notesSlide17.xml" Id="Re241e60a48894c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18f8530b1430b" /><Relationship Type="http://schemas.openxmlformats.org/officeDocument/2006/relationships/notesSlide" Target="/ppt/notesSlides/notesSlide18.xml" Id="Ra22e1cf0cc0e47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4400afe7a45d6" /><Relationship Type="http://schemas.openxmlformats.org/officeDocument/2006/relationships/notesSlide" Target="/ppt/notesSlides/notesSlide19.xml" Id="R2cbba6fa66ae487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7d77eac624c59" /><Relationship Type="http://schemas.openxmlformats.org/officeDocument/2006/relationships/notesSlide" Target="/ppt/notesSlides/notesSlide20.xml" Id="Rce454d8946894f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04EF5E4-796F-4B79-8DAC-9C7017A3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3286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457DFB7-8FFA-4372-8791-061F78A7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33625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사업명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515AE42-08A3-4337-AC9A-20FDF655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5735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D753B3D-50A7-4D61-8C97-BE9B2192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5780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665679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7DE10A30-DA79-4D92-942D-C32BCFF6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9CEEFCA-5DC6-42AA-B009-B47AEA48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89E4CFE-ADFF-4843-B6CA-E563FBF1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C0789E9-C093-4808-8B57-A8E01919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1640127-3E9C-4443-811A-E6ABC323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C1E2FCB-E067-4101-91CD-6416D76F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54C0C83-2C68-4643-826A-539F28E9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ACB3C72-3816-4E44-88FF-7DAE001E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9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6B16E63-5942-421E-9766-7BF04359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7639D3D9-55C2-4C39-B270-17AAD677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1BAF767-A3B9-4BA5-B0EE-6AAD7DBB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57D6C217-3590-4734-B4CE-4A280223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2132125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385B123-AEB8-4E49-8E14-A8A55452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1659DE7-5B90-4A0D-9756-FA86EE37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1DDD4A4-56BC-498E-97F7-8D9CECF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F207766-B223-434D-A7B7-2D96358E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D921274-78F6-4989-A1FC-7B13DA98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718304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  <a:p xmlns:a="http://schemas.openxmlformats.org/drawingml/2006/main">
            <a:pPr algn="l">
              <a:defRPr sz="30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4839183-1ACF-4CFA-9667-85797828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6A27BA6-ED32-4506-A6A8-827CA5F6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F5655E5-05EE-41DE-BCFB-EE08865B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C45FF7D-C54D-4E53-A252-2041C4D6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3915BFFE-CE0E-420F-89C8-2994CCE1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0598A729-936E-4C97-B6AF-5FB0848D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284087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B0FC70CE-B092-40DF-850D-F326A824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F8E87E7-D320-45CC-ABE1-B0D723FD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D3772E2-5435-41E3-8499-0A35F999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1903BC6-D4F2-4C81-880E-27BF0576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6700E35-CB95-471F-B967-ACC41788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CC9F807-162D-483A-A100-B3C6966E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F7537D7-1B08-40B8-898C-A7CCA07C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2712B48-512F-4548-8F67-89F5995B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33071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85E70CC-BA0F-4AC2-9DDC-220B3D86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20AE46E-EFD2-40A8-8038-6565452A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6DA8173-B1D3-401C-B85E-F0C474E2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1ACB007-0321-494F-9583-23BFA090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3E14CE4-4542-4298-B73F-7C2347AE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47E7A78-CDA0-440A-9243-03A2BFDB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F3D0EBE-504C-4F97-8969-B6F69858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4F0669C-DF48-4A44-82CA-B8F82589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4C9FAF5-67EC-4794-9CEF-60F13855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A98177DA-E5C3-461C-8E37-37F8D36F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24679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35AEA73-B99C-47AB-B193-512FBD4A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AC579E2-16D9-40A1-80C0-E79EE077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55B63A4-72E3-4BC4-9833-D7D61AF4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CF7ADB8-53C5-453E-B957-F85B7412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213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A21E1B1A-C7A3-43D1-8984-7753AB4D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882F7D4-6BC2-4723-87C4-5E3045DC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95BD836-1900-4EE1-BAC2-B1AB2C81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6DE48BF-4CD5-423F-9291-F8785231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153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A34F830-C95E-4739-8137-20D82510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943CCB9-5F28-4FD8-BDC1-4D60260D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9D4E39D-11F1-417E-8EFF-A4C14715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02542B6-4F6D-4D93-B2F3-3B846081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2BA4A4E-BAEE-4E2C-B112-EC35553D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8E35AE4-19B5-4D8C-8155-4E281730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07DC7DD-EDAC-4E7C-9385-BFEC49FA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0DA2DB9-E601-4580-AEC2-109E99E6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E2141511-139C-4BE0-8B6E-1B9B9C8A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E29B31A6-8C57-430A-B63D-345E1057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970750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083E1F48-98BD-44BB-A518-E3F0D53E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B127F51-AD1F-4400-956F-DA68DD30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12940D6-0A9E-4DA9-9D81-6EA78060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B739A09-501B-477B-9EBA-C8C7D9C6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6BC6BAE-D0A0-40CA-91FD-5B06808B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44E23B6-8C76-4DE4-9C59-40FDB23B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28FE09C-426D-4D67-9B23-7DE4F87E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6950858-CB5E-4922-957F-4380AF36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C879066-D47F-4D56-AD90-36CBB849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07708659-58A8-4501-A5D6-D38C31D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7DAD9F9-9B3A-48C4-B040-75659EE8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22CD8DB0-CB76-43E4-B21F-65F4BBF4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4D8DDFC7-7D49-430E-8E72-85837927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3126936-A1EC-4496-9453-E1CAEB41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D98209FE-31CC-40EC-BC00-D112DD44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2EADBA79-5CD9-4C2C-A916-91393AF8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8500198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57841D44-2997-4255-8486-3E008EB1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76168CE-69C7-4ADF-BDFC-A154831B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0411228-9CD6-409C-90B0-3CB015F7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7E1F3D1-1FE1-4395-B19B-6B7C61E2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1B38CC3-42A7-4436-B365-2C54EBAC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ADD6526-8697-4AB6-A008-CC8AE326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871A120-3A8D-4CBD-A35D-CD9856E5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D14B605-A6AB-4FD5-806A-CC8BD218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744848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BFDFBC2-D9CA-425D-8241-E91492EB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1ECDD18-A161-4CF9-A2A9-13C56F3E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9095D41-8561-40C8-9AFC-229C70E1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5FA380F-F0A0-44CB-B51B-E8DD4D3B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4164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DDA40476-D967-4302-BE3E-4FDD9CE4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55C2389-87CC-47BF-933C-656545B1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F76585B-F37F-400E-9444-875677FA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E2F5D31-A227-4FB6-BA6A-F1108977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5875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B53E3A86-7B1C-45E5-A8B6-0A703FC2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794709C-16F8-4DE8-A6D3-140C65E4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8F1276E-6DB2-4394-9E5C-1558BEC4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A4BF226-F7E5-4EB2-94E7-2D9C56C9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EF8767A-A004-4D88-98D0-222E63E1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375530C-2AAE-4109-80EA-1F3D5800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17817C0-CCF0-4E90-BF81-87E1CCE3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1B0F466-A122-4ABE-BD2B-8B8ABB43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60D8F88-CE09-4708-B61B-BBC481A1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35DC092B-05B0-48DA-8873-A7BA6634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3F4CBC4-4BE0-4AC3-84F6-E1B659F3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1DE02471-5652-4AB9-955D-DA9B8CE3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AF71F4BA-4FEE-449A-AE44-EFB1D2F7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8C58142-D921-4390-94AD-F0208BEA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25F042AB-FA1C-47C1-9C85-EE8C31C8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82A3C818-4418-4061-8743-6B6F94DE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972349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0E60792-DFF6-4DEE-AF20-29AA0642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2241F5E-D2C8-4560-9C18-3896DF62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13C1AE9-41ED-4192-9DC9-EE93C9CA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49AEB57-7EAA-451B-B8F1-4D23DDC0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FDE8471-A9F5-44E0-A30C-B148B10B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FC788F7-AEB7-42BE-8228-C8E618AE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E1A37A8-B018-4195-96FF-6B6120CC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B45DA28-D47E-4588-9DC8-F8A3F239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AA1CCBB-B5D8-44F7-BCE3-03D7BA69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49ED9D1D-1492-4DE8-A58E-A621E2F5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043244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BD557B4A-2D06-4E73-A294-995A4A5F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4B24F13-9DBB-428D-917D-15220039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FFAB5C2-532A-4F0A-8862-12408E1E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DCD733A-F353-43BC-AFD6-5B6184C6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7780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D478F2C7-9818-406A-BDA4-EC365600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DE32713-5C93-4BD5-A534-A19D9474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4D7A201-FE09-4B1D-ADC8-33EE9AD7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5D63E67-1A14-4694-BE4A-D9D894BD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586ADC4-520F-4A74-8CAA-FEC57239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8956506-A233-41CB-A02B-400ACCCC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1F4FE12-9F27-4983-9870-59150490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7C6749D-B8DE-439B-8A6C-19F0A25F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440409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216D819-DCBD-4563-8A7E-41B892B1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AFA051C-8EAA-40C4-BEDD-6464D5EF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A7C6462-8E51-4B28-A792-8E291C57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016C161-DF0D-4F67-8AF7-3AB28749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432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E437BE9-07CE-4C95-B8E7-B9B22BF4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EF68496-B076-47DF-9AB6-996E64C5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925F58F-5448-457E-B033-40CDB0E2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AA84694-65FC-4FBB-A021-08288156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5DDE1E5-09B9-49E0-92B5-431DA70B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991ED37-7334-4D23-B970-A40510DD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A8D0053-073C-47F8-A436-20C2028B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42C2B5B-5B7D-4AA9-B954-BCAFE259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068782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D544B0CC-8978-4E3F-B791-F0E5FD60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236FA3D-069D-4B5F-ACB0-77C32F07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58EDBAC-E35F-4ABB-9E14-B5889493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7FABC66-4CFE-4C2B-9C77-450F42CE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6B78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F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A4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9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623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9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2F43EB2-89C2-4402-A3AD-C8D0625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3286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0" b="1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6B66D70-E843-4FCA-99C4-309BC287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33625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3A4326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48E1AB1-6141-49D7-BEFA-5E13968D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5735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C8505C8-BB21-4366-BA21-8F369D09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5780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782D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78900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2026-09-25T07:46:29.5430000Z</dcterms:created>
  <dcterms:modified xsi:type="dcterms:W3CDTF">2026-09-25T07:46:29.5430000Z</dcterms:modified>
</coreProperties>
</file>