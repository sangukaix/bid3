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c6198befdb4324" /><Relationship Type="http://schemas.openxmlformats.org/officeDocument/2006/relationships/extended-properties" Target="/docProps/app.xml" Id="Rbd9f5db7880b43a6" /><Relationship Type="http://schemas.openxmlformats.org/officeDocument/2006/relationships/officeDocument" Target="/ppt/presentation.xml" Id="Rd9ddb12247d04e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7b73232dfe4ef6"/>
  </p:sldMasterIdLst>
  <p:notesMasterIdLst>
    <p:notesMasterId xmlns:r="http://schemas.openxmlformats.org/officeDocument/2006/relationships" r:id="Rb95d420d7b1f4bfb"/>
  </p:notesMasterIdLst>
  <p:sldIdLst>
    <p:sldId xmlns:r="http://schemas.openxmlformats.org/officeDocument/2006/relationships" id="256" r:id="Rec8a458f7d86423c"/>
    <p:sldId xmlns:r="http://schemas.openxmlformats.org/officeDocument/2006/relationships" id="257" r:id="Rc0b5e5973b314a51"/>
    <p:sldId xmlns:r="http://schemas.openxmlformats.org/officeDocument/2006/relationships" id="258" r:id="R4b8e0a60b6df4d05"/>
    <p:sldId xmlns:r="http://schemas.openxmlformats.org/officeDocument/2006/relationships" id="259" r:id="R90ff36c08c944435"/>
    <p:sldId xmlns:r="http://schemas.openxmlformats.org/officeDocument/2006/relationships" id="260" r:id="R2759baad50574ba7"/>
    <p:sldId xmlns:r="http://schemas.openxmlformats.org/officeDocument/2006/relationships" id="261" r:id="R88f24e163d01446c"/>
    <p:sldId xmlns:r="http://schemas.openxmlformats.org/officeDocument/2006/relationships" id="262" r:id="R9fc9d16436574b23"/>
    <p:sldId xmlns:r="http://schemas.openxmlformats.org/officeDocument/2006/relationships" id="263" r:id="Rc89d8cb469804e25"/>
    <p:sldId xmlns:r="http://schemas.openxmlformats.org/officeDocument/2006/relationships" id="264" r:id="Reae74bfcb3934d44"/>
    <p:sldId xmlns:r="http://schemas.openxmlformats.org/officeDocument/2006/relationships" id="265" r:id="R40fa3a4554d54e01"/>
    <p:sldId xmlns:r="http://schemas.openxmlformats.org/officeDocument/2006/relationships" id="266" r:id="R0c1ef985b75b492c"/>
    <p:sldId xmlns:r="http://schemas.openxmlformats.org/officeDocument/2006/relationships" id="267" r:id="R208d135cbf16448b"/>
    <p:sldId xmlns:r="http://schemas.openxmlformats.org/officeDocument/2006/relationships" id="268" r:id="R5507afbc6f50402b"/>
    <p:sldId xmlns:r="http://schemas.openxmlformats.org/officeDocument/2006/relationships" id="269" r:id="R8e251189379a405e"/>
    <p:sldId xmlns:r="http://schemas.openxmlformats.org/officeDocument/2006/relationships" id="270" r:id="R44534610c04541c3"/>
    <p:sldId xmlns:r="http://schemas.openxmlformats.org/officeDocument/2006/relationships" id="271" r:id="R4d0d64e4562547b4"/>
    <p:sldId xmlns:r="http://schemas.openxmlformats.org/officeDocument/2006/relationships" id="272" r:id="R1a41ceff32e54ba0"/>
    <p:sldId xmlns:r="http://schemas.openxmlformats.org/officeDocument/2006/relationships" id="273" r:id="R09c3646160cb43e3"/>
    <p:sldId xmlns:r="http://schemas.openxmlformats.org/officeDocument/2006/relationships" id="274" r:id="R518adead9f264f0d"/>
    <p:sldId xmlns:r="http://schemas.openxmlformats.org/officeDocument/2006/relationships" id="275" r:id="R2d52cc7e82d842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b7ae8bdd4343d5" /><Relationship Type="http://schemas.openxmlformats.org/officeDocument/2006/relationships/slideMaster" Target="/ppt/slideMasters/slideMaster1.xml" Id="Rba7b73232dfe4ef6" /><Relationship Type="http://schemas.openxmlformats.org/officeDocument/2006/relationships/notesMaster" Target="/ppt/notesMasters/notesMaster1.xml" Id="Rb95d420d7b1f4bfb" /><Relationship Type="http://schemas.openxmlformats.org/officeDocument/2006/relationships/presProps" Target="/ppt/presProps.xml" Id="R2aa9af34459d4ad8" /><Relationship Type="http://schemas.openxmlformats.org/officeDocument/2006/relationships/tableStyles" Target="/ppt/tableStyles.xml" Id="Rd558c1b75c1f4f97" /><Relationship Type="http://schemas.openxmlformats.org/officeDocument/2006/relationships/slide" Target="/ppt/slides/slide1.xml" Id="Rec8a458f7d86423c" /><Relationship Type="http://schemas.openxmlformats.org/officeDocument/2006/relationships/slide" Target="/ppt/slides/slide2.xml" Id="Rc0b5e5973b314a51" /><Relationship Type="http://schemas.openxmlformats.org/officeDocument/2006/relationships/slide" Target="/ppt/slides/slide3.xml" Id="R4b8e0a60b6df4d05" /><Relationship Type="http://schemas.openxmlformats.org/officeDocument/2006/relationships/slide" Target="/ppt/slides/slide4.xml" Id="R90ff36c08c944435" /><Relationship Type="http://schemas.openxmlformats.org/officeDocument/2006/relationships/slide" Target="/ppt/slides/slide5.xml" Id="R2759baad50574ba7" /><Relationship Type="http://schemas.openxmlformats.org/officeDocument/2006/relationships/slide" Target="/ppt/slides/slide6.xml" Id="R88f24e163d01446c" /><Relationship Type="http://schemas.openxmlformats.org/officeDocument/2006/relationships/slide" Target="/ppt/slides/slide7.xml" Id="R9fc9d16436574b23" /><Relationship Type="http://schemas.openxmlformats.org/officeDocument/2006/relationships/slide" Target="/ppt/slides/slide8.xml" Id="Rc89d8cb469804e25" /><Relationship Type="http://schemas.openxmlformats.org/officeDocument/2006/relationships/slide" Target="/ppt/slides/slide9.xml" Id="Reae74bfcb3934d44" /><Relationship Type="http://schemas.openxmlformats.org/officeDocument/2006/relationships/slide" Target="/ppt/slides/slide10.xml" Id="R40fa3a4554d54e01" /><Relationship Type="http://schemas.openxmlformats.org/officeDocument/2006/relationships/slide" Target="/ppt/slides/slide11.xml" Id="R0c1ef985b75b492c" /><Relationship Type="http://schemas.openxmlformats.org/officeDocument/2006/relationships/slide" Target="/ppt/slides/slide12.xml" Id="R208d135cbf16448b" /><Relationship Type="http://schemas.openxmlformats.org/officeDocument/2006/relationships/slide" Target="/ppt/slides/slide13.xml" Id="R5507afbc6f50402b" /><Relationship Type="http://schemas.openxmlformats.org/officeDocument/2006/relationships/slide" Target="/ppt/slides/slide14.xml" Id="R8e251189379a405e" /><Relationship Type="http://schemas.openxmlformats.org/officeDocument/2006/relationships/slide" Target="/ppt/slides/slide15.xml" Id="R44534610c04541c3" /><Relationship Type="http://schemas.openxmlformats.org/officeDocument/2006/relationships/slide" Target="/ppt/slides/slide16.xml" Id="R4d0d64e4562547b4" /><Relationship Type="http://schemas.openxmlformats.org/officeDocument/2006/relationships/slide" Target="/ppt/slides/slide17.xml" Id="R1a41ceff32e54ba0" /><Relationship Type="http://schemas.openxmlformats.org/officeDocument/2006/relationships/slide" Target="/ppt/slides/slide18.xml" Id="R09c3646160cb43e3" /><Relationship Type="http://schemas.openxmlformats.org/officeDocument/2006/relationships/slide" Target="/ppt/slides/slide19.xml" Id="R518adead9f264f0d" /><Relationship Type="http://schemas.openxmlformats.org/officeDocument/2006/relationships/slide" Target="/ppt/slides/slide20.xml" Id="R2d52cc7e82d842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4218c39e7f4f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424cc20f4e4e2b" /><Relationship Type="http://schemas.openxmlformats.org/officeDocument/2006/relationships/notesMaster" Target="/ppt/notesMasters/notesMaster1.xml" Id="Re787cd5ed6564c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caa85fa8c94a34" /><Relationship Type="http://schemas.openxmlformats.org/officeDocument/2006/relationships/notesMaster" Target="/ppt/notesMasters/notesMaster1.xml" Id="R8047712ae0cb49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a6df0810fe41c7" /><Relationship Type="http://schemas.openxmlformats.org/officeDocument/2006/relationships/notesMaster" Target="/ppt/notesMasters/notesMaster1.xml" Id="Rddaad14c3a7645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e58dcdd27b460b" /><Relationship Type="http://schemas.openxmlformats.org/officeDocument/2006/relationships/notesMaster" Target="/ppt/notesMasters/notesMaster1.xml" Id="Rbf59d239906540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12e5e78a7c4810" /><Relationship Type="http://schemas.openxmlformats.org/officeDocument/2006/relationships/notesMaster" Target="/ppt/notesMasters/notesMaster1.xml" Id="R5e82c073e77d4b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41b795aa7e4ad7" /><Relationship Type="http://schemas.openxmlformats.org/officeDocument/2006/relationships/notesMaster" Target="/ppt/notesMasters/notesMaster1.xml" Id="Rb3485b344a674c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7ad808102e4f08" /><Relationship Type="http://schemas.openxmlformats.org/officeDocument/2006/relationships/notesMaster" Target="/ppt/notesMasters/notesMaster1.xml" Id="Rf57a20733d6f46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486545742f45e3" /><Relationship Type="http://schemas.openxmlformats.org/officeDocument/2006/relationships/notesMaster" Target="/ppt/notesMasters/notesMaster1.xml" Id="R299fa3eb1fcf42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04ff64bea64a3a" /><Relationship Type="http://schemas.openxmlformats.org/officeDocument/2006/relationships/notesMaster" Target="/ppt/notesMasters/notesMaster1.xml" Id="R9c16002f44b24e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87d42f562f44346" /><Relationship Type="http://schemas.openxmlformats.org/officeDocument/2006/relationships/notesMaster" Target="/ppt/notesMasters/notesMaster1.xml" Id="R39d4b36ac91e4f5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8bfcfcec0341db" /><Relationship Type="http://schemas.openxmlformats.org/officeDocument/2006/relationships/notesMaster" Target="/ppt/notesMasters/notesMaster1.xml" Id="R012b5e69969347a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e9a02d564354981" /><Relationship Type="http://schemas.openxmlformats.org/officeDocument/2006/relationships/notesMaster" Target="/ppt/notesMasters/notesMaster1.xml" Id="R8747e0e337584b7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fbb5c6492a14cc0" /><Relationship Type="http://schemas.openxmlformats.org/officeDocument/2006/relationships/notesMaster" Target="/ppt/notesMasters/notesMaster1.xml" Id="Rd216e0ade95340d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7e6e32de63149eb" /><Relationship Type="http://schemas.openxmlformats.org/officeDocument/2006/relationships/notesMaster" Target="/ppt/notesMasters/notesMaster1.xml" Id="R6f556ed8f4514c9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344dcc141a64b29" /><Relationship Type="http://schemas.openxmlformats.org/officeDocument/2006/relationships/notesMaster" Target="/ppt/notesMasters/notesMaster1.xml" Id="R164fa1feb451403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a2365d7727a41ee" /><Relationship Type="http://schemas.openxmlformats.org/officeDocument/2006/relationships/notesMaster" Target="/ppt/notesMasters/notesMaster1.xml" Id="Rd1f46cea8c204c6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617630b729c4744" /><Relationship Type="http://schemas.openxmlformats.org/officeDocument/2006/relationships/notesMaster" Target="/ppt/notesMasters/notesMaster1.xml" Id="R0f7e516c8ee5433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3681412476343c0" /><Relationship Type="http://schemas.openxmlformats.org/officeDocument/2006/relationships/notesMaster" Target="/ppt/notesMasters/notesMaster1.xml" Id="R1402d14491214ce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df6efd59bf44440" /><Relationship Type="http://schemas.openxmlformats.org/officeDocument/2006/relationships/notesMaster" Target="/ppt/notesMasters/notesMaster1.xml" Id="R54bbf08302dc484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7e410d7922c47f9" /><Relationship Type="http://schemas.openxmlformats.org/officeDocument/2006/relationships/notesMaster" Target="/ppt/notesMasters/notesMaster1.xml" Id="R1a5067e3ab3246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투어리즘 모스. Role: cover.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투어리즘 모스. Role: contents.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투어리즘 모스. Role: summary.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투어리즘 모스. Role: problem.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투어리즘 모스. Role: objective.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투어리즘 모스. Role: compliance.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투어리즘 모스. Role: evaluation.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투어리즘 모스. Role: strategy.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투어리즘 모스. Role: process.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투어리즘 모스. Role: domain.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투어리즘 모스. Role: timeline.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투어리즘 모스. Role: organization.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투어리즘 모스. Role: governance.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투어리즘 모스. Role: quality.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투어리즘 모스. Role: risk.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투어리즘 모스. Role: security.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투어리즘 모스. Role: metrics.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투어리즘 모스. Role: evidence.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투어리즘 모스. Role: outcomes.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투어리즘 모스. Role: closing.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095d1ecfd948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31e6f2478b4394" /><Relationship Type="http://schemas.openxmlformats.org/officeDocument/2006/relationships/slideLayout" Target="/ppt/slideLayouts/slideLayout1.xml" Id="R299bcf5ed0434e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9bcf5ed0434e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e31c39b4b4d2a" /><Relationship Type="http://schemas.openxmlformats.org/officeDocument/2006/relationships/image" Target="/ppt/media/image.png" Id="R1d125eeb98424318" /><Relationship Type="http://schemas.openxmlformats.org/officeDocument/2006/relationships/notesSlide" Target="/ppt/notesSlides/notesSlide1.xml" Id="R7ff17e9b4de249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912f79e213453c" /><Relationship Type="http://schemas.openxmlformats.org/officeDocument/2006/relationships/notesSlide" Target="/ppt/notesSlides/notesSlide2.xml" Id="R32e7d1febb034a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9e48378314895" /><Relationship Type="http://schemas.openxmlformats.org/officeDocument/2006/relationships/notesSlide" Target="/ppt/notesSlides/notesSlide3.xml" Id="R679d82562df641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52d34fa4134ada" /><Relationship Type="http://schemas.openxmlformats.org/officeDocument/2006/relationships/notesSlide" Target="/ppt/notesSlides/notesSlide4.xml" Id="R2f1c19d11d884e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71dc3f838410f" /><Relationship Type="http://schemas.openxmlformats.org/officeDocument/2006/relationships/notesSlide" Target="/ppt/notesSlides/notesSlide5.xml" Id="R2e86e61b136649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9bfe1ae7c04ea5" /><Relationship Type="http://schemas.openxmlformats.org/officeDocument/2006/relationships/notesSlide" Target="/ppt/notesSlides/notesSlide6.xml" Id="Re8ef66dc2b0044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71af6aa144698" /><Relationship Type="http://schemas.openxmlformats.org/officeDocument/2006/relationships/notesSlide" Target="/ppt/notesSlides/notesSlide7.xml" Id="Re3f75034a62349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a022fc7554bad" /><Relationship Type="http://schemas.openxmlformats.org/officeDocument/2006/relationships/notesSlide" Target="/ppt/notesSlides/notesSlide8.xml" Id="R981410a6c4ec4f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0c3ff7f434b46" /><Relationship Type="http://schemas.openxmlformats.org/officeDocument/2006/relationships/notesSlide" Target="/ppt/notesSlides/notesSlide9.xml" Id="R937d47dcae7c48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beba6ce0f4dea" /><Relationship Type="http://schemas.openxmlformats.org/officeDocument/2006/relationships/notesSlide" Target="/ppt/notesSlides/notesSlide10.xml" Id="R00c224f5043848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8115fa9d5043db" /><Relationship Type="http://schemas.openxmlformats.org/officeDocument/2006/relationships/notesSlide" Target="/ppt/notesSlides/notesSlide11.xml" Id="Rbde56c714c1848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dd82b05e4418e" /><Relationship Type="http://schemas.openxmlformats.org/officeDocument/2006/relationships/notesSlide" Target="/ppt/notesSlides/notesSlide12.xml" Id="Rb8df46f06975492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09b7852c14895" /><Relationship Type="http://schemas.openxmlformats.org/officeDocument/2006/relationships/notesSlide" Target="/ppt/notesSlides/notesSlide13.xml" Id="R53c9d6e10aa643d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ec19d675f47fc" /><Relationship Type="http://schemas.openxmlformats.org/officeDocument/2006/relationships/notesSlide" Target="/ppt/notesSlides/notesSlide14.xml" Id="Rd26e7fc8ef924f3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580809a7d4b20" /><Relationship Type="http://schemas.openxmlformats.org/officeDocument/2006/relationships/notesSlide" Target="/ppt/notesSlides/notesSlide15.xml" Id="R19d4b0d440954a5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87fb6c4774ad8" /><Relationship Type="http://schemas.openxmlformats.org/officeDocument/2006/relationships/notesSlide" Target="/ppt/notesSlides/notesSlide16.xml" Id="Rdf52ae3dd1d24c6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e8d26d43634a34" /><Relationship Type="http://schemas.openxmlformats.org/officeDocument/2006/relationships/notesSlide" Target="/ppt/notesSlides/notesSlide17.xml" Id="Re8bfa188a28c44a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40f8182854bb2" /><Relationship Type="http://schemas.openxmlformats.org/officeDocument/2006/relationships/notesSlide" Target="/ppt/notesSlides/notesSlide18.xml" Id="R59ef3d91be1f462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612ebc51349ef" /><Relationship Type="http://schemas.openxmlformats.org/officeDocument/2006/relationships/notesSlide" Target="/ppt/notesSlides/notesSlide19.xml" Id="R0821c6d06ecb4c8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d563e65824dce" /><Relationship Type="http://schemas.openxmlformats.org/officeDocument/2006/relationships/image" Target="/ppt/media/image2.png" Id="R18d05dc29bca4076" /><Relationship Type="http://schemas.openxmlformats.org/officeDocument/2006/relationships/notesSlide" Target="/ppt/notesSlides/notesSlide20.xml" Id="R3db39d76a91d4e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125eeb9842431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fixed-eyebrow">
            <a:extLst xmlns:a="http://schemas.openxmlformats.org/drawingml/2006/main">
              <a:ext uri="{FF2B5EF4-FFF2-40B4-BE49-F238E27FC236}">
                <a16:creationId xmlns:a16="http://schemas.microsoft.com/office/drawing/2014/main" id="{2332B4AA-C0AB-41BE-A35B-9E143930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477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사업 제안서</a:t>
            </a:r>
          </a:p>
        </p:txBody>
      </p:sp>
      <p:sp>
        <p:nvSpPr>
          <p:cNvPr id="3" name="bid3-title">
            <a:extLst xmlns:a="http://schemas.openxmlformats.org/drawingml/2006/main">
              <a:ext uri="{FF2B5EF4-FFF2-40B4-BE49-F238E27FC236}">
                <a16:creationId xmlns:a16="http://schemas.microsoft.com/office/drawing/2014/main" id="{8FF3980D-86E5-471D-A3F4-6494F114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7477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[사업명]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24749084-2D7C-41BD-AC9C-5F7586CA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7477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발주기관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0FCBCFC-5C02-4757-AD7E-769950E9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7477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제안사 확인 필요 · 제출일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2214615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6624C089-720A-4B27-ADB5-F3E752F2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78EC7179-65A2-4F55-9999-63FC8697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제안의 구성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CB12C745-F94B-479A-83CA-420CDEA1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DAF07D3-CA05-4E4B-A12A-074A6E6B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BCF71027-27F4-4DD8-9BC9-999D133D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8382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6BDE08CD-915C-4F58-B249-0B0CC9FB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38200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사업 이해와 제안 방향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DE5F33ED-70BD-49E2-8DD5-19FDAB11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8382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87FCBF54-178E-4759-BE29-92491353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838200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수행 방법과 운영 체계</a:t>
            </a:r>
          </a:p>
        </p:txBody>
      </p:sp>
      <p:sp>
        <p:nvSpPr>
          <p:cNvPr id="9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89C97C0D-9F1B-4AD8-9345-59CD5920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908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03C7C316-165D-403D-A787-0420A524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90825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품질·위험·보안 관리</a:t>
            </a:r>
          </a:p>
        </p:txBody>
      </p:sp>
      <p:sp>
        <p:nvSpPr>
          <p:cNvPr id="11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0F088AB8-5D69-4891-9012-692FDED9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908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A04CE439-8725-457B-AE64-11D3E186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90825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검증 근거와 성과 관리</a:t>
            </a:r>
          </a:p>
        </p:txBody>
      </p:sp>
    </p:spTree>
    <p:extLst>
      <p:ext uri="{BB962C8B-B14F-4D97-AF65-F5344CB8AC3E}">
        <p14:creationId xmlns:p14="http://schemas.microsoft.com/office/powerpoint/2010/main" val="16423607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F779A9B4-8238-4678-B3FB-A6169DFC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8BC0AC04-2F39-4D65-B167-302485B3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제안 요약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FA92F556-D2D0-48D8-8505-F8E4E67B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E302591-7E33-4FB8-8A23-EB183E17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EB5FD06D-F478-4C2C-A14A-CDFDED21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838200"/>
            <a:ext cx="3645218" cy="500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핵심 제안</a:t>
            </a:r>
          </a:p>
          <a:p xmlns:a="http://schemas.openxmlformats.org/drawingml/2006/main">
            <a:pPr algn="l">
              <a:defRPr sz="30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D654958C-1B5D-4BC4-BB1D-9F0499F4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838200"/>
            <a:ext cx="423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사업의 목적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9F246D22-42B0-4C2B-95FE-0098A83E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323975"/>
            <a:ext cx="4238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E9D5C5CD-7F33-4C35-9D95-48C0A278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171700"/>
            <a:ext cx="423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주요 수행 내용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73CA5515-677B-4F62-B406-A9E45924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657475"/>
            <a:ext cx="4238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608F3A14-C5CB-4B87-B134-37BA2FBF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505200"/>
            <a:ext cx="423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완료 기준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77B51455-790B-43BC-97FA-91DBAACC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990975"/>
            <a:ext cx="4238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5668681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0107322A-8944-46F0-91C2-9225CE18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FE262298-1D41-48D8-B42B-39E99C41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사업 이해와</a:t>
            </a:r>
          </a:p>
          <a:p xmlns:a="http://schemas.openxmlformats.org/drawingml/2006/main">
            <a:pPr algn="l">
              <a:def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핵심 과제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F414821-D627-4D82-9C32-91DFA4AF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2A48023-05C2-4EBA-8735-D16DCA29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BC08E13-2BA1-45BE-B66F-6EBC1D9B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838200"/>
            <a:ext cx="40100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발주처의 현황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6CEC960-9DD0-4598-A724-E4AD0BB7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28850"/>
            <a:ext cx="40100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4702218B-00E7-4AAF-AE56-7DD88540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838200"/>
            <a:ext cx="40100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해결해야 할 과제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1EED4ABB-BDE5-46AA-9430-3C1A9E78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228850"/>
            <a:ext cx="40100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8682804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EBB0CDBB-86E3-46DE-AE6E-90D68BB3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B846939F-47D9-4DFD-B75E-DDE03812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사업 목표와</a:t>
            </a:r>
          </a:p>
          <a:p xmlns:a="http://schemas.openxmlformats.org/drawingml/2006/main">
            <a:pPr algn="l">
              <a:def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적용 범위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B64D276-FF6F-4394-8AA1-5397ED4E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DFC1A427-7269-4F82-9E18-1C72C153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652F7B8-A4BE-4FC0-B0C7-DFDC3DAD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838200"/>
            <a:ext cx="2520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대상과 범위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B2A673A1-657E-49CA-85B5-A1367014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28850"/>
            <a:ext cx="2520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C4CD319D-1B5B-4AA4-BFF1-A4F253D9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300" y="838200"/>
            <a:ext cx="2520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정량 목표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79081290-D45B-44F4-8DF8-5A168828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300" y="2228850"/>
            <a:ext cx="2520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CA36FBCA-6D5B-4ADC-B3EA-A6C3A51B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450" y="838200"/>
            <a:ext cx="2520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적용 조건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A57EFB06-0B60-4D40-A0D5-7E504FA3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450" y="2228850"/>
            <a:ext cx="2520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20026753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491494F7-91E6-418F-8242-AD1D5B14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F695ABD0-8A9F-44D0-A27A-CE7C54DB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요구사항</a:t>
            </a:r>
          </a:p>
          <a:p xmlns:a="http://schemas.openxmlformats.org/drawingml/2006/main">
            <a:pPr algn="l">
              <a:def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대응 계획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9518CBA-0899-4D5E-9E45-0F29EDFC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A9CC303-E1E7-40D4-9E96-28C40E5E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3105150" y="838200"/>
          <a:ext xmlns:a="http://schemas.openxmlformats.org/drawingml/2006/main" cx="8477250" cy="5000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25750"/>
                <a:gridCol w="2825750"/>
                <a:gridCol w="2825750"/>
              </a:tblGrid>
              <a:tr h="1000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</a:t>
                      </a:r>
                    </a:p>
                  </a:txBody>
                  <a:tcPr marL="171450" marR="171450" marT="152400" marB="114300" anchor="ctr">
                    <a:solidFill>
                      <a:srgbClr val="657A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수행 방안</a:t>
                      </a:r>
                    </a:p>
                  </a:txBody>
                  <a:tcPr marL="171450" marR="171450" marT="152400" marB="114300" anchor="ctr">
                    <a:solidFill>
                      <a:srgbClr val="657A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근거</a:t>
                      </a:r>
                    </a:p>
                  </a:txBody>
                  <a:tcPr marL="171450" marR="171450" marT="152400" marB="114300" anchor="ctr">
                    <a:solidFill>
                      <a:srgbClr val="657A48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9E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9E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9EDDE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6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7F0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9E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9E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9EDDE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6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7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51806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40F12A8C-699D-4B0A-9E69-95D21658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4049E0AC-AF72-4846-8486-D76342F8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평가항목별</a:t>
            </a:r>
          </a:p>
          <a:p xmlns:a="http://schemas.openxmlformats.org/drawingml/2006/main">
            <a:pPr algn="l">
              <a:def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제안 근거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8836011-F925-49B6-AD70-08B3E279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5F7084C7-3D8A-4DAE-B626-BC25D151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3105150" y="838200"/>
          <a:ext xmlns:a="http://schemas.openxmlformats.org/drawingml/2006/main" cx="8477250" cy="5000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25750"/>
                <a:gridCol w="2825750"/>
                <a:gridCol w="2825750"/>
              </a:tblGrid>
              <a:tr h="1000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평가항목</a:t>
                      </a:r>
                    </a:p>
                  </a:txBody>
                  <a:tcPr marL="171450" marR="171450" marT="152400" marB="114300" anchor="ctr">
                    <a:solidFill>
                      <a:srgbClr val="657A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 내용</a:t>
                      </a:r>
                    </a:p>
                  </a:txBody>
                  <a:tcPr marL="171450" marR="171450" marT="152400" marB="114300" anchor="ctr">
                    <a:solidFill>
                      <a:srgbClr val="657A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증빙·관련 페이지</a:t>
                      </a:r>
                    </a:p>
                  </a:txBody>
                  <a:tcPr marL="171450" marR="171450" marT="152400" marB="114300" anchor="ctr">
                    <a:solidFill>
                      <a:srgbClr val="657A48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9E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9E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9EDDE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6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7F0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9E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9E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9EDDE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6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7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972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B6080272-223C-483A-9507-73F06457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5DACFE38-9D77-46AE-8B5D-9A856932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핵심 수행</a:t>
            </a:r>
          </a:p>
          <a:p xmlns:a="http://schemas.openxmlformats.org/drawingml/2006/main">
            <a:pPr algn="l">
              <a:def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전략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5BA3F0F-C55C-4A2C-B2AE-30B9B668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D2A8B930-2199-44E0-B846-9A8C97D5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E1895755-4DDB-48DF-B47C-A0B80F0F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838200"/>
            <a:ext cx="2520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접근 방법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2DC68542-1980-4913-87FD-152E88F2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28850"/>
            <a:ext cx="2520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639D09F1-0F28-4089-84F3-0E0E50A9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300" y="838200"/>
            <a:ext cx="2520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수행의 차별점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0C24EDED-B974-427E-A764-C92D2EF8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300" y="2228850"/>
            <a:ext cx="2520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46F2D3BB-27A3-49FF-8E24-CCECE9B2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450" y="838200"/>
            <a:ext cx="2520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실행 조건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471C6B5D-B604-42BE-AE54-C74D8C68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450" y="2228850"/>
            <a:ext cx="2520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20646291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6F6EDAB3-9A7A-4840-A715-738BB903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B4DD8CCF-DF3C-4294-B9C8-34086198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단계별 수행</a:t>
            </a:r>
          </a:p>
          <a:p xmlns:a="http://schemas.openxmlformats.org/drawingml/2006/main">
            <a:pPr algn="l">
              <a:def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절차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E3BFE72-35FE-4643-A796-28AD703D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0A0053B5-AA57-4365-A9BF-FAF5117E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5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8118406C-6896-45D2-AEB6-2DD24E28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8382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CBA9BFA-B308-4C36-8713-D7E8379C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38200"/>
            <a:ext cx="288226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착수·요건 확인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3023EFC3-D227-46BD-819C-72415FC9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885825"/>
            <a:ext cx="4238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8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7AD2D5B2-5358-40A1-B5F3-CE452538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8288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FDBD4801-C3A1-4547-9399-C8D4D8BB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828800"/>
            <a:ext cx="288226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설계·준비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C189ACEF-CD87-4DE5-B0CD-C413BC7C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876425"/>
            <a:ext cx="4238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1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886DDC74-2EDB-48E7-A333-5BFA4197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194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664071A4-471E-4E66-AB93-D02A0E89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19400"/>
            <a:ext cx="288226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실행·점검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715FB19C-7531-4956-9AE0-77A8BD05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867025"/>
            <a:ext cx="4238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37571B48-9F74-4F71-BC0C-BED4F45A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100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3F93DE2D-AE8C-47F7-B8F4-7467ACED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10000"/>
            <a:ext cx="288226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검증·인계</a:t>
            </a:r>
          </a:p>
        </p:txBody>
      </p:sp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7C231C60-AA43-400A-93CD-56A9EEEB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857625"/>
            <a:ext cx="4238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0051119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4E89D292-F0FC-44EC-9C9D-AFF2655F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2F62383F-EC5F-44DB-ACC5-0FF4BD3D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세부 과업</a:t>
            </a:r>
          </a:p>
          <a:p xmlns:a="http://schemas.openxmlformats.org/drawingml/2006/main">
            <a:pPr algn="l">
              <a:def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수행 방안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B354392C-09F5-42B4-976B-4ED985BF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2B9A590-6C03-4C76-B0F7-6079858F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5DD88A7-A626-4398-B369-2155CF6E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838200"/>
            <a:ext cx="40100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주요 과업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85A495E4-513D-4271-B97A-3BA517DE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28850"/>
            <a:ext cx="40100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9D03A8FD-FCCC-4A02-AE7C-9D58A8C6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838200"/>
            <a:ext cx="40100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수행 방법과 산출물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9C0FD769-EB89-485B-87C7-582CE2DA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228850"/>
            <a:ext cx="40100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0467827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CB2E87C1-BB50-45F1-AD7A-42006195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50986FA7-7BCA-43B2-9F21-CBC90F6D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추진 일정과</a:t>
            </a:r>
          </a:p>
          <a:p xmlns:a="http://schemas.openxmlformats.org/drawingml/2006/main">
            <a:pPr algn="l">
              <a:def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마일스톤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3839F5E-9A85-4407-BEE4-5568B8EE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46CB4573-F833-44EE-A5FF-FAFB7B90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3105150" y="838200"/>
          <a:ext xmlns:a="http://schemas.openxmlformats.org/drawingml/2006/main" cx="8477250" cy="5000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19313"/>
                <a:gridCol w="2119313"/>
                <a:gridCol w="2119313"/>
                <a:gridCol w="2119313"/>
              </a:tblGrid>
              <a:tr h="1000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171450" marR="171450" marT="152400" marB="114300" anchor="ctr">
                    <a:solidFill>
                      <a:srgbClr val="657A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</a:t>
                      </a:r>
                    </a:p>
                  </a:txBody>
                  <a:tcPr marL="171450" marR="171450" marT="152400" marB="114300" anchor="ctr">
                    <a:solidFill>
                      <a:srgbClr val="657A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활동</a:t>
                      </a:r>
                    </a:p>
                  </a:txBody>
                  <a:tcPr marL="171450" marR="171450" marT="152400" marB="114300" anchor="ctr">
                    <a:solidFill>
                      <a:srgbClr val="657A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657A48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9E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9E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9E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9EDDE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6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7F0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9E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9E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9E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9EDDE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6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7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87858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14EBE123-0B1A-49DA-9AD1-377B4087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B4D3CA1A-7990-4C2A-A684-FB4B8F1B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수행 조직과</a:t>
            </a:r>
          </a:p>
          <a:p xmlns:a="http://schemas.openxmlformats.org/drawingml/2006/main">
            <a:pPr algn="l">
              <a:def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역할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97F35C01-FA81-4BCF-8BF2-62E1B57A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D7F1374-442C-46F9-BB5B-2D1B172D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3105150" y="838200"/>
          <a:ext xmlns:a="http://schemas.openxmlformats.org/drawingml/2006/main" cx="8477250" cy="5000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25750"/>
                <a:gridCol w="2825750"/>
                <a:gridCol w="2825750"/>
              </a:tblGrid>
              <a:tr h="1000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171450" marR="171450" marT="152400" marB="114300" anchor="ctr">
                    <a:solidFill>
                      <a:srgbClr val="657A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담당·투입 조건</a:t>
                      </a:r>
                    </a:p>
                  </a:txBody>
                  <a:tcPr marL="171450" marR="171450" marT="152400" marB="114300" anchor="ctr">
                    <a:solidFill>
                      <a:srgbClr val="657A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책임과 수행 내용</a:t>
                      </a:r>
                    </a:p>
                  </a:txBody>
                  <a:tcPr marL="171450" marR="171450" marT="152400" marB="114300" anchor="ctr">
                    <a:solidFill>
                      <a:srgbClr val="657A48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9E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9E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9EDDE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6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7F0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9E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9E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9EDDE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6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7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36190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BE4C0AC8-AC9C-45A0-B864-512C9476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11BE6E37-0F95-4364-B441-67FBCF23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보고와</a:t>
            </a:r>
          </a:p>
          <a:p xmlns:a="http://schemas.openxmlformats.org/drawingml/2006/main">
            <a:pPr algn="l">
              <a:def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의사결정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C90A3632-3427-47F9-9078-19137249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E9315A5-19C3-4658-83E1-752208DD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5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A3B551EE-2603-43E0-B73E-724D373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8382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66A9108D-2533-4AD2-A8FA-37BB5E7A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38200"/>
            <a:ext cx="288226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진행 현황 보고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33C27FBA-B3DC-4B9B-B938-BCF60D55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885825"/>
            <a:ext cx="4238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8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277BC571-DD08-4C4C-9063-D3D0C23D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8288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AF651D26-2D52-4D1F-91CE-A17BE1F5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828800"/>
            <a:ext cx="288226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쟁점 검토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9A7DD08C-05CA-44F0-87DD-358EA6C5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876425"/>
            <a:ext cx="4238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1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1CE473C6-4304-49E0-B52B-D6962903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194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CFE2AF01-06F6-4A33-9F75-E08345AB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19400"/>
            <a:ext cx="288226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발주처 협의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D6B5F3BF-B859-41A7-B09D-3A258875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867025"/>
            <a:ext cx="4238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50C5272B-E944-4B59-A3C2-67CCE987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100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A2F1C8F5-8BF4-43A0-9D30-10BD212B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10000"/>
            <a:ext cx="288226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변경사항 반영</a:t>
            </a:r>
          </a:p>
        </p:txBody>
      </p:sp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7A84E3A3-CC59-4F31-9482-E2D5C122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857625"/>
            <a:ext cx="4238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7682982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1767ABD1-F404-4F88-B51C-CD28F9A8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E723680A-377A-49B8-8357-3E91CDC4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품질관리와</a:t>
            </a:r>
          </a:p>
          <a:p xmlns:a="http://schemas.openxmlformats.org/drawingml/2006/main">
            <a:pPr algn="l">
              <a:def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검수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F42AA0F-807B-4DE6-B1B3-355B6131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184C253-6902-47ED-9911-6607BB8E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AFD024EE-F7F6-4EA2-9B03-5B907866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838200"/>
            <a:ext cx="2520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품질 기준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B9B8E40-E2F4-4160-8120-FEC460D8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28850"/>
            <a:ext cx="2520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A4CD0C51-D6E9-46EE-8C2E-905827CC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300" y="838200"/>
            <a:ext cx="2520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검증 방법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DE1454DE-DD8B-4862-9BE9-0A79771C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300" y="2228850"/>
            <a:ext cx="2520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900E7DA6-9144-4879-8C14-E78CC9D5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450" y="838200"/>
            <a:ext cx="2520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보완과 재검수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1403A88B-9B8A-4535-B708-AB4B3992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450" y="2228850"/>
            <a:ext cx="2520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8932355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202F9D79-A714-49C6-AB8A-1F47260D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A4658660-937A-43A4-84BE-E2698640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위험과 대응</a:t>
            </a:r>
          </a:p>
          <a:p xmlns:a="http://schemas.openxmlformats.org/drawingml/2006/main">
            <a:pPr algn="l">
              <a:def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계획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A019908-1771-4D36-9DDB-2DFA7505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0F3DAB9-256B-4CFE-B819-52CB3FBF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3105150" y="838200"/>
          <a:ext xmlns:a="http://schemas.openxmlformats.org/drawingml/2006/main" cx="8477250" cy="5000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25750"/>
                <a:gridCol w="2825750"/>
                <a:gridCol w="2825750"/>
              </a:tblGrid>
              <a:tr h="1000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 요인</a:t>
                      </a:r>
                    </a:p>
                  </a:txBody>
                  <a:tcPr marL="171450" marR="171450" marT="152400" marB="114300" anchor="ctr">
                    <a:solidFill>
                      <a:srgbClr val="657A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예방·대응 방안</a:t>
                      </a:r>
                    </a:p>
                  </a:txBody>
                  <a:tcPr marL="171450" marR="171450" marT="152400" marB="114300" anchor="ctr">
                    <a:solidFill>
                      <a:srgbClr val="657A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담당·점검 기준</a:t>
                      </a:r>
                    </a:p>
                  </a:txBody>
                  <a:tcPr marL="171450" marR="171450" marT="152400" marB="114300" anchor="ctr">
                    <a:solidFill>
                      <a:srgbClr val="657A48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9E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9E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9EDDE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6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7F0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9E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9E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9EDDE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6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7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106139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1A6ED832-C663-4AD8-B29E-3B5F5551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BDBAA3AA-291D-472B-81E7-1FC54811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정보보호와</a:t>
            </a:r>
          </a:p>
          <a:p xmlns:a="http://schemas.openxmlformats.org/drawingml/2006/main">
            <a:pPr algn="l">
              <a:def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준수사항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1E07A04-A7A8-4DE1-A095-317C04F4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4061177-97F2-430C-945D-06BB1C6A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57E78FA1-FC6F-4F18-8B18-04EE5467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838200"/>
            <a:ext cx="40100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보호 대상과 준수 기준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50E1DAFD-9CC8-4B7C-95D2-9E55360A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28850"/>
            <a:ext cx="40100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7C8DAEE2-B869-4164-AD6C-B017F612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838200"/>
            <a:ext cx="40100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통제 방법과 점검 기록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379625EF-9C24-45C1-9421-2ECF7649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228850"/>
            <a:ext cx="40100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8407442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6FAF8E01-B9ED-4378-9B01-CD8D2D79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B765BF8A-C56D-4C8A-A47B-5610038D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성과지표와</a:t>
            </a:r>
          </a:p>
          <a:p xmlns:a="http://schemas.openxmlformats.org/drawingml/2006/main">
            <a:pPr algn="l">
              <a:def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측정 방법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5F4F3F8-C333-4B54-A0BE-1628C75A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7E7F3CA-DA2F-414E-8418-982C4FB1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3105150" y="838200"/>
          <a:ext xmlns:a="http://schemas.openxmlformats.org/drawingml/2006/main" cx="8477250" cy="5000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25750"/>
                <a:gridCol w="2825750"/>
                <a:gridCol w="2825750"/>
              </a:tblGrid>
              <a:tr h="1000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성과지표</a:t>
                      </a:r>
                    </a:p>
                  </a:txBody>
                  <a:tcPr marL="171450" marR="171450" marT="152400" marB="114300" anchor="ctr">
                    <a:solidFill>
                      <a:srgbClr val="657A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목표·근거</a:t>
                      </a:r>
                    </a:p>
                  </a:txBody>
                  <a:tcPr marL="171450" marR="171450" marT="152400" marB="114300" anchor="ctr">
                    <a:solidFill>
                      <a:srgbClr val="657A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방법·주기</a:t>
                      </a:r>
                    </a:p>
                  </a:txBody>
                  <a:tcPr marL="171450" marR="171450" marT="152400" marB="114300" anchor="ctr">
                    <a:solidFill>
                      <a:srgbClr val="657A48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9E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9E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9EDDE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6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7F0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9E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9E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9EDDE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6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7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260685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F7B6B466-A615-487C-8962-723036E7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F7D624FC-BE82-42ED-9FFF-FC9049A9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수행 역량과</a:t>
            </a:r>
          </a:p>
          <a:p xmlns:a="http://schemas.openxmlformats.org/drawingml/2006/main">
            <a:pPr algn="l">
              <a:def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검증 자료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812E0705-8C68-4E61-AB09-8611F54F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E46CF89-3EE5-4AC6-A1C6-4898C5EA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79A4DC87-4547-40F6-B429-181FD1A2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838200"/>
            <a:ext cx="40100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관련 역량과 수행 경험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C62718E4-8DCF-4989-9007-524FA267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28850"/>
            <a:ext cx="40100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306AFB34-23A4-4BE2-B81C-C255F6B2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838200"/>
            <a:ext cx="40100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확인 가능한 증빙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FB62A903-E1B8-4A20-90E8-D5C5B249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228850"/>
            <a:ext cx="40100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5045277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2FB3C4E6-F160-4EF2-8F53-07EE7E18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CD4CE5EB-FEFD-4245-9A6D-C338E971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산출물과</a:t>
            </a:r>
          </a:p>
          <a:p xmlns:a="http://schemas.openxmlformats.org/drawingml/2006/main">
            <a:pPr algn="l">
              <a:def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완료 기준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17F50CB-23D7-49AF-BA81-637815C8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C2655AAE-79F4-4B75-8262-F916F39A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3105150" y="838200"/>
          <a:ext xmlns:a="http://schemas.openxmlformats.org/drawingml/2006/main" cx="8477250" cy="5000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25750"/>
                <a:gridCol w="2825750"/>
                <a:gridCol w="2825750"/>
              </a:tblGrid>
              <a:tr h="1000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산출물</a:t>
                      </a:r>
                    </a:p>
                  </a:txBody>
                  <a:tcPr marL="171450" marR="171450" marT="152400" marB="114300" anchor="ctr">
                    <a:solidFill>
                      <a:srgbClr val="657A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제출·인계 방법</a:t>
                      </a:r>
                    </a:p>
                  </a:txBody>
                  <a:tcPr marL="171450" marR="171450" marT="152400" marB="114300" anchor="ctr">
                    <a:solidFill>
                      <a:srgbClr val="657A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657A48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9E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9E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9EDDE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6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7F0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9E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9ED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9EDDE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6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7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643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6F7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692406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d05dc29bca407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fixed-eyebrow">
            <a:extLst xmlns:a="http://schemas.openxmlformats.org/drawingml/2006/main">
              <a:ext uri="{FF2B5EF4-FFF2-40B4-BE49-F238E27FC236}">
                <a16:creationId xmlns:a16="http://schemas.microsoft.com/office/drawing/2014/main" id="{C9A7C5A6-633B-4C75-8E88-D7C23F5E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477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제안의 핵심</a:t>
            </a:r>
          </a:p>
        </p:txBody>
      </p:sp>
      <p:sp>
        <p:nvSpPr>
          <p:cNvPr id="3" name="bid3-title">
            <a:extLst xmlns:a="http://schemas.openxmlformats.org/drawingml/2006/main">
              <a:ext uri="{FF2B5EF4-FFF2-40B4-BE49-F238E27FC236}">
                <a16:creationId xmlns:a16="http://schemas.microsoft.com/office/drawing/2014/main" id="{C7B90430-8513-4F00-937E-C6499FC9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7477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364333"/>
                </a:solidFill>
                <a:latin typeface="Malgun Gothic"/>
                <a:ea typeface="Malgun Gothic"/>
                <a:cs typeface="Malgun Gothic"/>
              </a:rPr>
              <a:t>수행 범위 확인 필요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ADA0E5BE-F1C3-425A-B087-5F3433EF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7477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실행 원칙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AAF34E32-819B-42D8-A914-D0C438A2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7477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57A48"/>
                </a:solidFill>
                <a:latin typeface="Malgun Gothic"/>
                <a:ea typeface="Malgun Gothic"/>
                <a:cs typeface="Malgun Gothic"/>
              </a:rPr>
              <a:t>협의 사항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795148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2026-09-25T07:47:10.8810000Z</dcterms:created>
  <dcterms:modified xsi:type="dcterms:W3CDTF">2026-09-25T07:47:10.8810000Z</dcterms:modified>
</coreProperties>
</file>