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5cf96b7f5a4ebf" /><Relationship Type="http://schemas.openxmlformats.org/officeDocument/2006/relationships/extended-properties" Target="/docProps/app.xml" Id="R718dafa0ca734f83" /><Relationship Type="http://schemas.openxmlformats.org/officeDocument/2006/relationships/officeDocument" Target="/ppt/presentation.xml" Id="R4b03ffef0d7d4f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11b78af8b34595"/>
  </p:sldMasterIdLst>
  <p:notesMasterIdLst>
    <p:notesMasterId xmlns:r="http://schemas.openxmlformats.org/officeDocument/2006/relationships" r:id="R5ad1618de3444051"/>
  </p:notesMasterIdLst>
  <p:sldIdLst>
    <p:sldId xmlns:r="http://schemas.openxmlformats.org/officeDocument/2006/relationships" id="256" r:id="R63fcc032bbf849de"/>
    <p:sldId xmlns:r="http://schemas.openxmlformats.org/officeDocument/2006/relationships" id="257" r:id="Rd8fbbfb3983d4d0a"/>
    <p:sldId xmlns:r="http://schemas.openxmlformats.org/officeDocument/2006/relationships" id="258" r:id="R1adf248feb004489"/>
    <p:sldId xmlns:r="http://schemas.openxmlformats.org/officeDocument/2006/relationships" id="259" r:id="Rb4421cc4a19946c5"/>
    <p:sldId xmlns:r="http://schemas.openxmlformats.org/officeDocument/2006/relationships" id="260" r:id="R28b7bdd526424eb7"/>
    <p:sldId xmlns:r="http://schemas.openxmlformats.org/officeDocument/2006/relationships" id="261" r:id="Rfaa7df9b0873426c"/>
    <p:sldId xmlns:r="http://schemas.openxmlformats.org/officeDocument/2006/relationships" id="262" r:id="R108bebfd149d4124"/>
    <p:sldId xmlns:r="http://schemas.openxmlformats.org/officeDocument/2006/relationships" id="263" r:id="Rbffac73b78f64c74"/>
    <p:sldId xmlns:r="http://schemas.openxmlformats.org/officeDocument/2006/relationships" id="264" r:id="R66144a26937a4be9"/>
    <p:sldId xmlns:r="http://schemas.openxmlformats.org/officeDocument/2006/relationships" id="265" r:id="Rba32fdebeb614a4e"/>
    <p:sldId xmlns:r="http://schemas.openxmlformats.org/officeDocument/2006/relationships" id="266" r:id="R23f3e8fffd414f6e"/>
    <p:sldId xmlns:r="http://schemas.openxmlformats.org/officeDocument/2006/relationships" id="267" r:id="R00e55a3b25434652"/>
    <p:sldId xmlns:r="http://schemas.openxmlformats.org/officeDocument/2006/relationships" id="268" r:id="R27ccffaa731e44e9"/>
    <p:sldId xmlns:r="http://schemas.openxmlformats.org/officeDocument/2006/relationships" id="269" r:id="R6d1ae40f17f6478a"/>
    <p:sldId xmlns:r="http://schemas.openxmlformats.org/officeDocument/2006/relationships" id="270" r:id="R0a1dd64fa3934e3b"/>
    <p:sldId xmlns:r="http://schemas.openxmlformats.org/officeDocument/2006/relationships" id="271" r:id="R8f0e95a9bbdf4a6d"/>
    <p:sldId xmlns:r="http://schemas.openxmlformats.org/officeDocument/2006/relationships" id="272" r:id="R7ce3db4981f84039"/>
    <p:sldId xmlns:r="http://schemas.openxmlformats.org/officeDocument/2006/relationships" id="273" r:id="R28f528e1ee9548d4"/>
    <p:sldId xmlns:r="http://schemas.openxmlformats.org/officeDocument/2006/relationships" id="274" r:id="R48efd24255a74ac1"/>
    <p:sldId xmlns:r="http://schemas.openxmlformats.org/officeDocument/2006/relationships" id="275" r:id="Rfd0750b4741e409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3e7af8d8594736" /><Relationship Type="http://schemas.openxmlformats.org/officeDocument/2006/relationships/slideMaster" Target="/ppt/slideMasters/slideMaster1.xml" Id="R2d11b78af8b34595" /><Relationship Type="http://schemas.openxmlformats.org/officeDocument/2006/relationships/notesMaster" Target="/ppt/notesMasters/notesMaster1.xml" Id="R5ad1618de3444051" /><Relationship Type="http://schemas.openxmlformats.org/officeDocument/2006/relationships/presProps" Target="/ppt/presProps.xml" Id="Rc6d59bc3f9b74c9b" /><Relationship Type="http://schemas.openxmlformats.org/officeDocument/2006/relationships/tableStyles" Target="/ppt/tableStyles.xml" Id="R21695a72b2064e92" /><Relationship Type="http://schemas.openxmlformats.org/officeDocument/2006/relationships/slide" Target="/ppt/slides/slide1.xml" Id="R63fcc032bbf849de" /><Relationship Type="http://schemas.openxmlformats.org/officeDocument/2006/relationships/slide" Target="/ppt/slides/slide2.xml" Id="Rd8fbbfb3983d4d0a" /><Relationship Type="http://schemas.openxmlformats.org/officeDocument/2006/relationships/slide" Target="/ppt/slides/slide3.xml" Id="R1adf248feb004489" /><Relationship Type="http://schemas.openxmlformats.org/officeDocument/2006/relationships/slide" Target="/ppt/slides/slide4.xml" Id="Rb4421cc4a19946c5" /><Relationship Type="http://schemas.openxmlformats.org/officeDocument/2006/relationships/slide" Target="/ppt/slides/slide5.xml" Id="R28b7bdd526424eb7" /><Relationship Type="http://schemas.openxmlformats.org/officeDocument/2006/relationships/slide" Target="/ppt/slides/slide6.xml" Id="Rfaa7df9b0873426c" /><Relationship Type="http://schemas.openxmlformats.org/officeDocument/2006/relationships/slide" Target="/ppt/slides/slide7.xml" Id="R108bebfd149d4124" /><Relationship Type="http://schemas.openxmlformats.org/officeDocument/2006/relationships/slide" Target="/ppt/slides/slide8.xml" Id="Rbffac73b78f64c74" /><Relationship Type="http://schemas.openxmlformats.org/officeDocument/2006/relationships/slide" Target="/ppt/slides/slide9.xml" Id="R66144a26937a4be9" /><Relationship Type="http://schemas.openxmlformats.org/officeDocument/2006/relationships/slide" Target="/ppt/slides/slide10.xml" Id="Rba32fdebeb614a4e" /><Relationship Type="http://schemas.openxmlformats.org/officeDocument/2006/relationships/slide" Target="/ppt/slides/slide11.xml" Id="R23f3e8fffd414f6e" /><Relationship Type="http://schemas.openxmlformats.org/officeDocument/2006/relationships/slide" Target="/ppt/slides/slide12.xml" Id="R00e55a3b25434652" /><Relationship Type="http://schemas.openxmlformats.org/officeDocument/2006/relationships/slide" Target="/ppt/slides/slide13.xml" Id="R27ccffaa731e44e9" /><Relationship Type="http://schemas.openxmlformats.org/officeDocument/2006/relationships/slide" Target="/ppt/slides/slide14.xml" Id="R6d1ae40f17f6478a" /><Relationship Type="http://schemas.openxmlformats.org/officeDocument/2006/relationships/slide" Target="/ppt/slides/slide15.xml" Id="R0a1dd64fa3934e3b" /><Relationship Type="http://schemas.openxmlformats.org/officeDocument/2006/relationships/slide" Target="/ppt/slides/slide16.xml" Id="R8f0e95a9bbdf4a6d" /><Relationship Type="http://schemas.openxmlformats.org/officeDocument/2006/relationships/slide" Target="/ppt/slides/slide17.xml" Id="R7ce3db4981f84039" /><Relationship Type="http://schemas.openxmlformats.org/officeDocument/2006/relationships/slide" Target="/ppt/slides/slide18.xml" Id="R28f528e1ee9548d4" /><Relationship Type="http://schemas.openxmlformats.org/officeDocument/2006/relationships/slide" Target="/ppt/slides/slide19.xml" Id="R48efd24255a74ac1" /><Relationship Type="http://schemas.openxmlformats.org/officeDocument/2006/relationships/slide" Target="/ppt/slides/slide20.xml" Id="Rfd0750b4741e40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bd4958e3ac842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a0f09fc2094cba" /><Relationship Type="http://schemas.openxmlformats.org/officeDocument/2006/relationships/notesMaster" Target="/ppt/notesMasters/notesMaster1.xml" Id="Rea36f1faa962453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0671a6e8baa494a" /><Relationship Type="http://schemas.openxmlformats.org/officeDocument/2006/relationships/notesMaster" Target="/ppt/notesMasters/notesMaster1.xml" Id="R6dfcd9bb45db43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7dc370dd9274118" /><Relationship Type="http://schemas.openxmlformats.org/officeDocument/2006/relationships/notesMaster" Target="/ppt/notesMasters/notesMaster1.xml" Id="R98e70a856f5d483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5b349d5854f427a" /><Relationship Type="http://schemas.openxmlformats.org/officeDocument/2006/relationships/notesMaster" Target="/ppt/notesMasters/notesMaster1.xml" Id="R8b0749249c2d4a2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05337459eb4ca1" /><Relationship Type="http://schemas.openxmlformats.org/officeDocument/2006/relationships/notesMaster" Target="/ppt/notesMasters/notesMaster1.xml" Id="R3af5450af1904d2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bb7fc740b2e4f64" /><Relationship Type="http://schemas.openxmlformats.org/officeDocument/2006/relationships/notesMaster" Target="/ppt/notesMasters/notesMaster1.xml" Id="R483663d64ee747a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cc63bc9b87e4b7c" /><Relationship Type="http://schemas.openxmlformats.org/officeDocument/2006/relationships/notesMaster" Target="/ppt/notesMasters/notesMaster1.xml" Id="Rce051eb11eab4e6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c9e92b9528a4ee2" /><Relationship Type="http://schemas.openxmlformats.org/officeDocument/2006/relationships/notesMaster" Target="/ppt/notesMasters/notesMaster1.xml" Id="R58381d0e208d4e5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ff799fbfd5c4cce" /><Relationship Type="http://schemas.openxmlformats.org/officeDocument/2006/relationships/notesMaster" Target="/ppt/notesMasters/notesMaster1.xml" Id="R9e8a0b15205d48e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7eee973352d466b" /><Relationship Type="http://schemas.openxmlformats.org/officeDocument/2006/relationships/notesMaster" Target="/ppt/notesMasters/notesMaster1.xml" Id="R263d4431a89740a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660fd6099af42ae" /><Relationship Type="http://schemas.openxmlformats.org/officeDocument/2006/relationships/notesMaster" Target="/ppt/notesMasters/notesMaster1.xml" Id="Re3e0f9276fb748f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5589fad55164276" /><Relationship Type="http://schemas.openxmlformats.org/officeDocument/2006/relationships/notesMaster" Target="/ppt/notesMasters/notesMaster1.xml" Id="R875133e3bff24ba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b5a29c18eaf4c5b" /><Relationship Type="http://schemas.openxmlformats.org/officeDocument/2006/relationships/notesMaster" Target="/ppt/notesMasters/notesMaster1.xml" Id="R1f371ac3ec1e41d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91c9ec806b44fbe" /><Relationship Type="http://schemas.openxmlformats.org/officeDocument/2006/relationships/notesMaster" Target="/ppt/notesMasters/notesMaster1.xml" Id="R5049613494b24c1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2ce203f11574e13" /><Relationship Type="http://schemas.openxmlformats.org/officeDocument/2006/relationships/notesMaster" Target="/ppt/notesMasters/notesMaster1.xml" Id="R2f3833268b54450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f3e65a11eaf4d98" /><Relationship Type="http://schemas.openxmlformats.org/officeDocument/2006/relationships/notesMaster" Target="/ppt/notesMasters/notesMaster1.xml" Id="R132154e2543d408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d9afb721c264545" /><Relationship Type="http://schemas.openxmlformats.org/officeDocument/2006/relationships/notesMaster" Target="/ppt/notesMasters/notesMaster1.xml" Id="R1a2283076609446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f73082e2f384ee2" /><Relationship Type="http://schemas.openxmlformats.org/officeDocument/2006/relationships/notesMaster" Target="/ppt/notesMasters/notesMaster1.xml" Id="Ref61302885d24ff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5fee21a31444e71" /><Relationship Type="http://schemas.openxmlformats.org/officeDocument/2006/relationships/notesMaster" Target="/ppt/notesMasters/notesMaster1.xml" Id="R355b5773c8df4c6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25dd57d9b674260" /><Relationship Type="http://schemas.openxmlformats.org/officeDocument/2006/relationships/notesMaster" Target="/ppt/notesMasters/notesMaster1.xml" Id="R634d99747cd54e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아카데미 버건디. Role: cover.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아카데미 버건디. Role: contents.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아카데미 버건디. Role: summary.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아카데미 버건디. Role: problem.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아카데미 버건디. Role: objective.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아카데미 버건디. Role: compliance.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아카데미 버건디. Role: evaluation.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아카데미 버건디. Role: strategy.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아카데미 버건디. Role: process.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아카데미 버건디. Role: domain.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아카데미 버건디. Role: timeline.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아카데미 버건디. Role: organization.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아카데미 버건디. Role: governance.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아카데미 버건디. Role: quality.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아카데미 버건디. Role: risk.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아카데미 버건디. Role: security.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아카데미 버건디. Role: metrics.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아카데미 버건디. Role: evidence.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아카데미 버건디. Role: outcomes.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아카데미 버건디. Role: closing.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c2e419f03b4fb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5fbea4f1f14300" /><Relationship Type="http://schemas.openxmlformats.org/officeDocument/2006/relationships/slideLayout" Target="/ppt/slideLayouts/slideLayout1.xml" Id="R259ca80ebf9c481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9ca80ebf9c481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456b36f84b4c8b" /><Relationship Type="http://schemas.openxmlformats.org/officeDocument/2006/relationships/notesSlide" Target="/ppt/notesSlides/notesSlide1.xml" Id="R6dcae2652c0a43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042ed9e6bc4308" /><Relationship Type="http://schemas.openxmlformats.org/officeDocument/2006/relationships/notesSlide" Target="/ppt/notesSlides/notesSlide2.xml" Id="R355a27e9ba414aa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f42bbc3b2d43c2" /><Relationship Type="http://schemas.openxmlformats.org/officeDocument/2006/relationships/notesSlide" Target="/ppt/notesSlides/notesSlide3.xml" Id="Rbe2ed6c853ab4a2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a33cfa1c5f47b1" /><Relationship Type="http://schemas.openxmlformats.org/officeDocument/2006/relationships/notesSlide" Target="/ppt/notesSlides/notesSlide4.xml" Id="Rfd6d5dab7e2e4de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1f19cfc6ab4f9e" /><Relationship Type="http://schemas.openxmlformats.org/officeDocument/2006/relationships/notesSlide" Target="/ppt/notesSlides/notesSlide5.xml" Id="R51d46bf828a147d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0f901a6d024052" /><Relationship Type="http://schemas.openxmlformats.org/officeDocument/2006/relationships/notesSlide" Target="/ppt/notesSlides/notesSlide6.xml" Id="Radf0b194bbd548a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19a39fea7a47e5" /><Relationship Type="http://schemas.openxmlformats.org/officeDocument/2006/relationships/notesSlide" Target="/ppt/notesSlides/notesSlide7.xml" Id="R8a730def99db471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b5b3dcd7264845" /><Relationship Type="http://schemas.openxmlformats.org/officeDocument/2006/relationships/notesSlide" Target="/ppt/notesSlides/notesSlide8.xml" Id="R9071378c06fb47d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b68b0f452d48c7" /><Relationship Type="http://schemas.openxmlformats.org/officeDocument/2006/relationships/notesSlide" Target="/ppt/notesSlides/notesSlide9.xml" Id="R770f44ca215a47a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3bea17672f44dc" /><Relationship Type="http://schemas.openxmlformats.org/officeDocument/2006/relationships/notesSlide" Target="/ppt/notesSlides/notesSlide10.xml" Id="R2f9b40db97624a0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b2e3baddcb4956" /><Relationship Type="http://schemas.openxmlformats.org/officeDocument/2006/relationships/notesSlide" Target="/ppt/notesSlides/notesSlide11.xml" Id="R18a42efd4aaa45d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ebc70c1347481d" /><Relationship Type="http://schemas.openxmlformats.org/officeDocument/2006/relationships/notesSlide" Target="/ppt/notesSlides/notesSlide12.xml" Id="R00610236c8b248b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d30cd3f02d40dc" /><Relationship Type="http://schemas.openxmlformats.org/officeDocument/2006/relationships/notesSlide" Target="/ppt/notesSlides/notesSlide13.xml" Id="R41af4a01b67945f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e88632ab81472e" /><Relationship Type="http://schemas.openxmlformats.org/officeDocument/2006/relationships/notesSlide" Target="/ppt/notesSlides/notesSlide14.xml" Id="R20c22e441ec74a9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b1a9a6fd5c413b" /><Relationship Type="http://schemas.openxmlformats.org/officeDocument/2006/relationships/notesSlide" Target="/ppt/notesSlides/notesSlide15.xml" Id="Re2a187cec204463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fc39b72fe046fc" /><Relationship Type="http://schemas.openxmlformats.org/officeDocument/2006/relationships/notesSlide" Target="/ppt/notesSlides/notesSlide16.xml" Id="Rc31ff517fe51461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4cf3dcab5b4596" /><Relationship Type="http://schemas.openxmlformats.org/officeDocument/2006/relationships/notesSlide" Target="/ppt/notesSlides/notesSlide17.xml" Id="R693c4760f2f14b4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c18b53f8cc4179" /><Relationship Type="http://schemas.openxmlformats.org/officeDocument/2006/relationships/notesSlide" Target="/ppt/notesSlides/notesSlide18.xml" Id="R5874b00e9eb8479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d7191505e94ab9" /><Relationship Type="http://schemas.openxmlformats.org/officeDocument/2006/relationships/notesSlide" Target="/ppt/notesSlides/notesSlide19.xml" Id="R1320825e8b9b457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44ba21f8574573" /><Relationship Type="http://schemas.openxmlformats.org/officeDocument/2006/relationships/notesSlide" Target="/ppt/notesSlides/notesSlide20.xml" Id="R6c851938d1224ef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6FCDAF7B-9FC6-44C6-9305-76C26B98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8112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8B3D4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8B3D4B"/>
                </a:solidFill>
                <a:latin typeface="Malgun Gothic"/>
                <a:ea typeface="Malgun Gothic"/>
                <a:cs typeface="Malgun Gothic"/>
              </a:rPr>
              <a:t>사업 제안서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14134510-22FD-49EA-AC0E-2BDD427A7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100584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100" b="1">
                <a:solidFill>
                  <a:srgbClr val="4B2930"/>
                </a:solidFill>
                <a:latin typeface="Malgun Gothic"/>
                <a:ea typeface="Malgun Gothic"/>
                <a:cs typeface="Malgun Gothic"/>
              </a:defRPr>
            </a:pPr>
            <a:r>
              <a:rPr sz="5100" b="1">
                <a:solidFill>
                  <a:srgbClr val="4B2930"/>
                </a:solidFill>
                <a:latin typeface="Malgun Gothic"/>
                <a:ea typeface="Malgun Gothic"/>
                <a:cs typeface="Malgun Gothic"/>
              </a:rPr>
              <a:t>사업명 확인 필요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25E955D1-02A5-494D-BD3F-CBE140257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14925"/>
            <a:ext cx="876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8B3D4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8B3D4B"/>
                </a:solidFill>
                <a:latin typeface="Malgun Gothic"/>
                <a:ea typeface="Malgun Gothic"/>
                <a:cs typeface="Malgun Gothic"/>
              </a:rPr>
              <a:t>제안사 확인 필요 · 제출일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6095222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bid3-title">
            <a:extLst xmlns:a="http://schemas.openxmlformats.org/drawingml/2006/main">
              <a:ext uri="{FF2B5EF4-FFF2-40B4-BE49-F238E27FC236}">
                <a16:creationId xmlns:a16="http://schemas.microsoft.com/office/drawing/2014/main" id="{D20C2D47-75A4-46AF-ABC2-F8F20E59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4B293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B2930"/>
                </a:solidFill>
                <a:latin typeface="Malgun Gothic"/>
                <a:ea typeface="Malgun Gothic"/>
                <a:cs typeface="Malgun Gothic"/>
              </a:rPr>
              <a:t>제안의 구성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CD99289F-07FF-4E4E-AE96-577C8FF3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3D4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B3D4B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E377C5A1-8BAB-4062-82D2-33A75544F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8B3D4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8B3D4B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80382B6C-DC50-4981-9C2A-4E0BD050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B3D4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8B3D4B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51E34C42-493A-42BF-B0AF-0A5B1CB4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43100"/>
            <a:ext cx="43910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B293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B2930"/>
                </a:solidFill>
                <a:latin typeface="Malgun Gothic"/>
                <a:ea typeface="Malgun Gothic"/>
                <a:cs typeface="Malgun Gothic"/>
              </a:rPr>
              <a:t>사업 이해와 제안 방향</a:t>
            </a:r>
          </a:p>
        </p:txBody>
      </p:sp>
      <p:sp>
        <p:nvSpPr>
          <p:cNvPr id="6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BEC06D4D-EACC-4F6A-99B4-F420843F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431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B3D4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8B3D4B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6E47B87B-FCBC-4D0B-A055-FA83AD7D4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943100"/>
            <a:ext cx="43910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B293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B2930"/>
                </a:solidFill>
                <a:latin typeface="Malgun Gothic"/>
                <a:ea typeface="Malgun Gothic"/>
                <a:cs typeface="Malgun Gothic"/>
              </a:rPr>
              <a:t>수행 방법과 운영 체계</a:t>
            </a:r>
          </a:p>
        </p:txBody>
      </p:sp>
      <p:sp>
        <p:nvSpPr>
          <p:cNvPr id="8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7B1E0861-6702-4C85-88E4-5AE7CCD4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B3D4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8B3D4B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876ED453-CEC5-4B73-9CE7-EBCEF07C7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95725"/>
            <a:ext cx="43910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B293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B2930"/>
                </a:solidFill>
                <a:latin typeface="Malgun Gothic"/>
                <a:ea typeface="Malgun Gothic"/>
                <a:cs typeface="Malgun Gothic"/>
              </a:rPr>
              <a:t>품질·위험·보안 관리</a:t>
            </a:r>
          </a:p>
        </p:txBody>
      </p:sp>
      <p:sp>
        <p:nvSpPr>
          <p:cNvPr id="10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2C109EC1-B02E-4D71-933C-F640E328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95725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B3D4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8B3D4B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9EFECC4C-4274-44F2-8BA1-8415120E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895725"/>
            <a:ext cx="43910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B293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B2930"/>
                </a:solidFill>
                <a:latin typeface="Malgun Gothic"/>
                <a:ea typeface="Malgun Gothic"/>
                <a:cs typeface="Malgun Gothic"/>
              </a:rPr>
              <a:t>검증 근거와 성과 관리</a:t>
            </a:r>
          </a:p>
        </p:txBody>
      </p:sp>
    </p:spTree>
    <p:extLst>
      <p:ext uri="{BB962C8B-B14F-4D97-AF65-F5344CB8AC3E}">
        <p14:creationId xmlns:p14="http://schemas.microsoft.com/office/powerpoint/2010/main" val="4339475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id3-title">
            <a:extLst xmlns:a="http://schemas.openxmlformats.org/drawingml/2006/main">
              <a:ext uri="{FF2B5EF4-FFF2-40B4-BE49-F238E27FC236}">
                <a16:creationId xmlns:a16="http://schemas.microsoft.com/office/drawing/2014/main" id="{CABF9FC3-1C4F-4946-B3C2-DA8D7845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4B293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B2930"/>
                </a:solidFill>
                <a:latin typeface="Malgun Gothic"/>
                <a:ea typeface="Malgun Gothic"/>
                <a:cs typeface="Malgun Gothic"/>
              </a:rPr>
              <a:t>제안 요약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E9781339-BDC1-4026-AA39-0907301F8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3D4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B3D4B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0050A7AE-23B6-4227-B9CF-D3E430BE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8B3D4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8B3D4B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570242F0-6BC9-4520-85D3-5634895E6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4718304" cy="388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8B3D4B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8B3D4B"/>
                </a:solidFill>
                <a:latin typeface="Malgun Gothic"/>
                <a:ea typeface="Malgun Gothic"/>
                <a:cs typeface="Malgun Gothic"/>
              </a:rPr>
              <a:t>핵심 제안</a:t>
            </a:r>
          </a:p>
          <a:p xmlns:a="http://schemas.openxmlformats.org/drawingml/2006/main">
            <a:pPr algn="l">
              <a:defRPr sz="3075" b="1">
                <a:solidFill>
                  <a:srgbClr val="8B3D4B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8B3D4B"/>
                </a:solidFill>
                <a:latin typeface="Malgun Gothic"/>
                <a:ea typeface="Malgun Gothic"/>
                <a:cs typeface="Malgun Gothic"/>
              </a:rPr>
              <a:t>내용 확인 필요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02448AE3-3926-4BC7-B468-A017083F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548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B293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4B2930"/>
                </a:solidFill>
                <a:latin typeface="Malgun Gothic"/>
                <a:ea typeface="Malgun Gothic"/>
                <a:cs typeface="Malgun Gothic"/>
              </a:rPr>
              <a:t>사업의 목적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39E4F9F7-7B52-437C-9719-A40E9849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28875"/>
            <a:ext cx="54864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AEAD85B9-2C08-45CF-B46B-B9BD7FA12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76600"/>
            <a:ext cx="548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B293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4B2930"/>
                </a:solidFill>
                <a:latin typeface="Malgun Gothic"/>
                <a:ea typeface="Malgun Gothic"/>
                <a:cs typeface="Malgun Gothic"/>
              </a:rPr>
              <a:t>주요 수행 내용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D6C46DB7-7B8E-40A5-9FC5-1C042C14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62375"/>
            <a:ext cx="54864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8ACE05C4-93BB-438E-AB86-21E1FDCAB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10100"/>
            <a:ext cx="548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B293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4B2930"/>
                </a:solidFill>
                <a:latin typeface="Malgun Gothic"/>
                <a:ea typeface="Malgun Gothic"/>
                <a:cs typeface="Malgun Gothic"/>
              </a:rPr>
              <a:t>완료 기준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2E064D99-2D9D-4AB6-868D-8EA2BF131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95875"/>
            <a:ext cx="54864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9779281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2DE6BE84-D8FF-4037-9EFB-3432F5833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4B293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B2930"/>
                </a:solidFill>
                <a:latin typeface="Malgun Gothic"/>
                <a:ea typeface="Malgun Gothic"/>
                <a:cs typeface="Malgun Gothic"/>
              </a:rPr>
              <a:t>사업 이해와 핵심 과제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C2B432D5-E35A-4E95-A081-C6BC2866F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3D4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B3D4B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D19E5926-963E-4F95-95BE-EC42D29F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8B3D4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8B3D4B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54CB010E-8E5F-4E21-8202-4BDD8625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B3D4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8B3D4B"/>
                </a:solidFill>
                <a:latin typeface="Malgun Gothic"/>
                <a:ea typeface="Malgun Gothic"/>
                <a:cs typeface="Malgun Gothic"/>
              </a:rPr>
              <a:t>발주처의 현황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2FC61A36-8F0F-448E-A373-EEF3C9612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C9FF571D-7A6E-4A4D-A025-5CCCA298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B3D4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8B3D4B"/>
                </a:solidFill>
                <a:latin typeface="Malgun Gothic"/>
                <a:ea typeface="Malgun Gothic"/>
                <a:cs typeface="Malgun Gothic"/>
              </a:rPr>
              <a:t>해결해야 할 과제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AABDAE55-6A80-407D-A741-540D9BA1F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2823829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id3-title">
            <a:extLst xmlns:a="http://schemas.openxmlformats.org/drawingml/2006/main">
              <a:ext uri="{FF2B5EF4-FFF2-40B4-BE49-F238E27FC236}">
                <a16:creationId xmlns:a16="http://schemas.microsoft.com/office/drawing/2014/main" id="{C70DE51C-E6BC-46D9-B76C-8384F4F5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4B293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B2930"/>
                </a:solidFill>
                <a:latin typeface="Malgun Gothic"/>
                <a:ea typeface="Malgun Gothic"/>
                <a:cs typeface="Malgun Gothic"/>
              </a:rPr>
              <a:t>사업 목표와 적용 범위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A64F46C9-0A05-42FE-B7DF-31ED20891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3D4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B3D4B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DD8517FC-BC66-4B3A-B9BF-99118A3B2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8B3D4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8B3D4B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73332515-4A49-4887-9331-7890AE9E8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B3D4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8B3D4B"/>
                </a:solidFill>
                <a:latin typeface="Malgun Gothic"/>
                <a:ea typeface="Malgun Gothic"/>
                <a:cs typeface="Malgun Gothic"/>
              </a:rPr>
              <a:t>대상과 범위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F28568CB-A24D-46D5-A78F-8148EEA3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73F7A33B-9220-4A5C-91B6-76122571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B3D4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8B3D4B"/>
                </a:solidFill>
                <a:latin typeface="Malgun Gothic"/>
                <a:ea typeface="Malgun Gothic"/>
                <a:cs typeface="Malgun Gothic"/>
              </a:rPr>
              <a:t>정량 목표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6A57FF3C-6559-43F3-8A4C-83A2D534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DB3AB06A-57C1-4BA2-8015-D7FC76E36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B3D4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8B3D4B"/>
                </a:solidFill>
                <a:latin typeface="Malgun Gothic"/>
                <a:ea typeface="Malgun Gothic"/>
                <a:cs typeface="Malgun Gothic"/>
              </a:rPr>
              <a:t>적용 조건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DBF4501D-AAD8-433E-A215-59D99BA8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437727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569893A6-B36E-4ACA-8F26-3582734A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4B293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B2930"/>
                </a:solidFill>
                <a:latin typeface="Malgun Gothic"/>
                <a:ea typeface="Malgun Gothic"/>
                <a:cs typeface="Malgun Gothic"/>
              </a:rPr>
              <a:t>요구사항 대응 계획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575424BE-EF4B-4E3E-B718-E2F91843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3D4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B3D4B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08D52646-58B5-4561-A886-B70385627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8B3D4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8B3D4B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요구사항</a:t>
                      </a:r>
                    </a:p>
                  </a:txBody>
                  <a:tcPr marL="171450" marR="171450" marT="152400" marB="114300" anchor="ctr">
                    <a:solidFill>
                      <a:srgbClr val="8B3D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수행 방안</a:t>
                      </a:r>
                    </a:p>
                  </a:txBody>
                  <a:tcPr marL="171450" marR="171450" marT="152400" marB="114300" anchor="ctr">
                    <a:solidFill>
                      <a:srgbClr val="8B3D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근거</a:t>
                      </a:r>
                    </a:p>
                  </a:txBody>
                  <a:tcPr marL="171450" marR="171450" marT="152400" marB="114300" anchor="ctr">
                    <a:solidFill>
                      <a:srgbClr val="8B3D4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F0E4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4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4E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BF7F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F0E4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4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4E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BF7F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70777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F0830598-040F-4DE9-8852-3CA60943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4B293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B2930"/>
                </a:solidFill>
                <a:latin typeface="Malgun Gothic"/>
                <a:ea typeface="Malgun Gothic"/>
                <a:cs typeface="Malgun Gothic"/>
              </a:rPr>
              <a:t>평가항목별 제안 근거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288E8166-0E5B-47CE-9A03-0B73C25D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3D4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B3D4B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E718C96D-D01A-4E0A-AE93-B5FAEBE38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8B3D4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8B3D4B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평가항목</a:t>
                      </a:r>
                    </a:p>
                  </a:txBody>
                  <a:tcPr marL="171450" marR="171450" marT="152400" marB="114300" anchor="ctr">
                    <a:solidFill>
                      <a:srgbClr val="8B3D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제안 내용</a:t>
                      </a:r>
                    </a:p>
                  </a:txBody>
                  <a:tcPr marL="171450" marR="171450" marT="152400" marB="114300" anchor="ctr">
                    <a:solidFill>
                      <a:srgbClr val="8B3D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증빙·관련 페이지</a:t>
                      </a:r>
                    </a:p>
                  </a:txBody>
                  <a:tcPr marL="171450" marR="171450" marT="152400" marB="114300" anchor="ctr">
                    <a:solidFill>
                      <a:srgbClr val="8B3D4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F0E4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4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4E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BF7F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F0E4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4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4E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BF7F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43433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id3-title">
            <a:extLst xmlns:a="http://schemas.openxmlformats.org/drawingml/2006/main">
              <a:ext uri="{FF2B5EF4-FFF2-40B4-BE49-F238E27FC236}">
                <a16:creationId xmlns:a16="http://schemas.microsoft.com/office/drawing/2014/main" id="{F96B6A06-DE8D-4811-82C0-2E29D6B5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4B293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B2930"/>
                </a:solidFill>
                <a:latin typeface="Malgun Gothic"/>
                <a:ea typeface="Malgun Gothic"/>
                <a:cs typeface="Malgun Gothic"/>
              </a:rPr>
              <a:t>핵심 수행 전략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6215C3CF-333C-4A5B-BB0C-C163EA5E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3D4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B3D4B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015472F5-5C5A-4416-A6FE-F406A1F5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8B3D4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8B3D4B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AF5965FB-0B7D-469E-9EF7-884CA29C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B3D4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8B3D4B"/>
                </a:solidFill>
                <a:latin typeface="Malgun Gothic"/>
                <a:ea typeface="Malgun Gothic"/>
                <a:cs typeface="Malgun Gothic"/>
              </a:rPr>
              <a:t>접근 방법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C3491CAA-E89F-411B-BAA4-9ADB25BE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06BBC937-00A8-4307-B5B4-E0ACF7BB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B3D4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8B3D4B"/>
                </a:solidFill>
                <a:latin typeface="Malgun Gothic"/>
                <a:ea typeface="Malgun Gothic"/>
                <a:cs typeface="Malgun Gothic"/>
              </a:rPr>
              <a:t>수행의 차별점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736E5886-8610-431D-A989-D9C204173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4A376694-F223-4898-9458-52C6946F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B3D4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8B3D4B"/>
                </a:solidFill>
                <a:latin typeface="Malgun Gothic"/>
                <a:ea typeface="Malgun Gothic"/>
                <a:cs typeface="Malgun Gothic"/>
              </a:rPr>
              <a:t>실행 조건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5B31A326-DF7B-4B74-BE47-728F885C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2719450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id3-title">
            <a:extLst xmlns:a="http://schemas.openxmlformats.org/drawingml/2006/main">
              <a:ext uri="{FF2B5EF4-FFF2-40B4-BE49-F238E27FC236}">
                <a16:creationId xmlns:a16="http://schemas.microsoft.com/office/drawing/2014/main" id="{F5EFFC06-60FC-4085-B535-9F3424984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4B293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B2930"/>
                </a:solidFill>
                <a:latin typeface="Malgun Gothic"/>
                <a:ea typeface="Malgun Gothic"/>
                <a:cs typeface="Malgun Gothic"/>
              </a:rPr>
              <a:t>단계별 수행 절차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20C62639-EF53-47B8-A9D0-85BF4A8A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3D4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B3D4B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66A0DE23-D864-407D-9BDD-CFCC6376A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8B3D4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8B3D4B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4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F2A9B847-FF12-4B45-A88A-634B0238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8B3D4B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8B3D4B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19373F29-1652-40CA-B4A0-C47A63D9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943100"/>
            <a:ext cx="373075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B293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4B2930"/>
                </a:solidFill>
                <a:latin typeface="Malgun Gothic"/>
                <a:ea typeface="Malgun Gothic"/>
                <a:cs typeface="Malgun Gothic"/>
              </a:rPr>
              <a:t>착수·요건 확인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A3BB4817-8729-4FB9-BEE2-CE2D5263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90725"/>
            <a:ext cx="5486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  <p:sp>
        <p:nvSpPr>
          <p:cNvPr id="7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B3BE318F-782A-4B3B-898F-9B2CA02C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8B3D4B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8B3D4B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F0537FF7-D9AF-4FD6-8C31-ECB209A4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33700"/>
            <a:ext cx="373075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B293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4B2930"/>
                </a:solidFill>
                <a:latin typeface="Malgun Gothic"/>
                <a:ea typeface="Malgun Gothic"/>
                <a:cs typeface="Malgun Gothic"/>
              </a:rPr>
              <a:t>설계·준비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2A0C7AE9-D362-4F26-95C0-131D26A6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81325"/>
            <a:ext cx="5486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  <p:sp>
        <p:nvSpPr>
          <p:cNvPr id="10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5F5F330C-9C41-431C-9612-768AFEBC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8B3D4B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8B3D4B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ECEB5201-DD4D-4BAF-B675-B89E97AB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24300"/>
            <a:ext cx="373075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B293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4B2930"/>
                </a:solidFill>
                <a:latin typeface="Malgun Gothic"/>
                <a:ea typeface="Malgun Gothic"/>
                <a:cs typeface="Malgun Gothic"/>
              </a:rPr>
              <a:t>실행·점검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12A110CC-22D5-4D67-8460-C8B30C54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71925"/>
            <a:ext cx="5486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  <p:sp>
        <p:nvSpPr>
          <p:cNvPr id="13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8B6EFB49-0BCC-4BFB-B3D9-63B54A411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8B3D4B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8B3D4B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93831815-689B-4F92-83B3-EB79E04ED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914900"/>
            <a:ext cx="373075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B293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4B2930"/>
                </a:solidFill>
                <a:latin typeface="Malgun Gothic"/>
                <a:ea typeface="Malgun Gothic"/>
                <a:cs typeface="Malgun Gothic"/>
              </a:rPr>
              <a:t>검증·인계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A591BD72-6D55-41A5-93CF-65A320FC9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62525"/>
            <a:ext cx="5486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</p:spTree>
    <p:extLst>
      <p:ext uri="{BB962C8B-B14F-4D97-AF65-F5344CB8AC3E}">
        <p14:creationId xmlns:p14="http://schemas.microsoft.com/office/powerpoint/2010/main" val="20136253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39B1E727-F37B-4A5B-91D2-5C85CEA48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4B293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B2930"/>
                </a:solidFill>
                <a:latin typeface="Malgun Gothic"/>
                <a:ea typeface="Malgun Gothic"/>
                <a:cs typeface="Malgun Gothic"/>
              </a:rPr>
              <a:t>세부 과업 수행 방안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C0C07FFD-836A-4EC5-A629-1070D864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3D4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B3D4B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AF603FDF-90CD-4C0F-AD98-D889B9FA2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8B3D4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8B3D4B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1DA74599-AD17-45DE-BCC7-09451B1A6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B3D4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8B3D4B"/>
                </a:solidFill>
                <a:latin typeface="Malgun Gothic"/>
                <a:ea typeface="Malgun Gothic"/>
                <a:cs typeface="Malgun Gothic"/>
              </a:rPr>
              <a:t>주요 과업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162C86AC-1474-4BC7-962E-D9D4BDA8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753B85EB-C8AD-4E1E-9AC7-BDA02852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B3D4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8B3D4B"/>
                </a:solidFill>
                <a:latin typeface="Malgun Gothic"/>
                <a:ea typeface="Malgun Gothic"/>
                <a:cs typeface="Malgun Gothic"/>
              </a:rPr>
              <a:t>수행 방법과 산출물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368D0AD9-221B-46FF-B6D8-7CD2ECA8D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221758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672EDC0D-4C1F-40F0-935C-0CDD0D86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4B293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B2930"/>
                </a:solidFill>
                <a:latin typeface="Malgun Gothic"/>
                <a:ea typeface="Malgun Gothic"/>
                <a:cs typeface="Malgun Gothic"/>
              </a:rPr>
              <a:t>추진 일정과 마일스톤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211BC830-145A-4407-9C19-6C31910C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3D4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B3D4B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248BD9A4-38A6-4B6C-9504-200562390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8B3D4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8B3D4B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171450" marR="171450" marT="152400" marB="114300" anchor="ctr">
                    <a:solidFill>
                      <a:srgbClr val="8B3D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기간</a:t>
                      </a:r>
                    </a:p>
                  </a:txBody>
                  <a:tcPr marL="171450" marR="171450" marT="152400" marB="114300" anchor="ctr">
                    <a:solidFill>
                      <a:srgbClr val="8B3D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활동</a:t>
                      </a:r>
                    </a:p>
                  </a:txBody>
                  <a:tcPr marL="171450" marR="171450" marT="152400" marB="114300" anchor="ctr">
                    <a:solidFill>
                      <a:srgbClr val="8B3D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기준</a:t>
                      </a:r>
                    </a:p>
                  </a:txBody>
                  <a:tcPr marL="171450" marR="171450" marT="152400" marB="114300" anchor="ctr">
                    <a:solidFill>
                      <a:srgbClr val="8B3D4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F0E4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4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4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4E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BF7F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F0E4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4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4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4E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BF7F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77122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D0203F12-A9C0-4E92-83F3-5A45ACA4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4B293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B2930"/>
                </a:solidFill>
                <a:latin typeface="Malgun Gothic"/>
                <a:ea typeface="Malgun Gothic"/>
                <a:cs typeface="Malgun Gothic"/>
              </a:rPr>
              <a:t>수행 조직과 역할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23F4C4A0-3880-4634-82DA-71FBB118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3D4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B3D4B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94AC423D-C461-4F69-9F4C-2A6E2915C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8B3D4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8B3D4B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</a:t>
                      </a:r>
                    </a:p>
                  </a:txBody>
                  <a:tcPr marL="171450" marR="171450" marT="152400" marB="114300" anchor="ctr">
                    <a:solidFill>
                      <a:srgbClr val="8B3D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담당·투입 조건</a:t>
                      </a:r>
                    </a:p>
                  </a:txBody>
                  <a:tcPr marL="171450" marR="171450" marT="152400" marB="114300" anchor="ctr">
                    <a:solidFill>
                      <a:srgbClr val="8B3D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책임과 수행 내용</a:t>
                      </a:r>
                    </a:p>
                  </a:txBody>
                  <a:tcPr marL="171450" marR="171450" marT="152400" marB="114300" anchor="ctr">
                    <a:solidFill>
                      <a:srgbClr val="8B3D4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F0E4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4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4E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BF7F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F0E4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4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4E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BF7F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202205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id3-title">
            <a:extLst xmlns:a="http://schemas.openxmlformats.org/drawingml/2006/main">
              <a:ext uri="{FF2B5EF4-FFF2-40B4-BE49-F238E27FC236}">
                <a16:creationId xmlns:a16="http://schemas.microsoft.com/office/drawing/2014/main" id="{837C4C60-6213-4B32-83D6-D729500D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4B293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B2930"/>
                </a:solidFill>
                <a:latin typeface="Malgun Gothic"/>
                <a:ea typeface="Malgun Gothic"/>
                <a:cs typeface="Malgun Gothic"/>
              </a:rPr>
              <a:t>보고와 의사결정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569E2E53-D51D-4B61-8D71-7614EF4D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3D4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B3D4B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02D1CA49-E75D-439F-8152-8E59EA0C7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8B3D4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8B3D4B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4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F38F4A80-B4D9-422B-9E2D-4AE45330D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8B3D4B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8B3D4B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76B7D99F-F2E1-4329-B8A0-4F9D714AF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943100"/>
            <a:ext cx="373075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B293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4B2930"/>
                </a:solidFill>
                <a:latin typeface="Malgun Gothic"/>
                <a:ea typeface="Malgun Gothic"/>
                <a:cs typeface="Malgun Gothic"/>
              </a:rPr>
              <a:t>진행 현황 보고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90DCE25A-3CB0-4D02-8496-97BF6FA9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90725"/>
            <a:ext cx="5486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  <p:sp>
        <p:nvSpPr>
          <p:cNvPr id="7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47AC9AB2-728B-4B6D-9DA4-F4738D239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8B3D4B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8B3D4B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6748B7EE-99BE-4219-A51B-CA03FB57F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33700"/>
            <a:ext cx="373075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B293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4B2930"/>
                </a:solidFill>
                <a:latin typeface="Malgun Gothic"/>
                <a:ea typeface="Malgun Gothic"/>
                <a:cs typeface="Malgun Gothic"/>
              </a:rPr>
              <a:t>쟁점 검토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5189B1C9-FB81-4A11-90B3-FCDF86573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81325"/>
            <a:ext cx="5486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  <p:sp>
        <p:nvSpPr>
          <p:cNvPr id="10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6D760A05-1537-4D9C-B946-86B1FE899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8B3D4B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8B3D4B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B097CF10-04C0-4A8B-8344-6CC1D20D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24300"/>
            <a:ext cx="373075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B293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4B2930"/>
                </a:solidFill>
                <a:latin typeface="Malgun Gothic"/>
                <a:ea typeface="Malgun Gothic"/>
                <a:cs typeface="Malgun Gothic"/>
              </a:rPr>
              <a:t>발주처 협의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D4A29DF8-1BEC-4660-9F6B-1C6A8FDA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71925"/>
            <a:ext cx="5486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  <p:sp>
        <p:nvSpPr>
          <p:cNvPr id="13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1D0CCBE3-EE20-4C73-AE22-19BFC25A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8B3D4B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8B3D4B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0C8D58FF-1275-4E4F-B6E9-7D2AE9EB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914900"/>
            <a:ext cx="373075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B293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4B2930"/>
                </a:solidFill>
                <a:latin typeface="Malgun Gothic"/>
                <a:ea typeface="Malgun Gothic"/>
                <a:cs typeface="Malgun Gothic"/>
              </a:rPr>
              <a:t>변경사항 반영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CF3E7EF3-65A3-4F01-8B7E-6E4E1E31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62525"/>
            <a:ext cx="5486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97288454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id3-title">
            <a:extLst xmlns:a="http://schemas.openxmlformats.org/drawingml/2006/main">
              <a:ext uri="{FF2B5EF4-FFF2-40B4-BE49-F238E27FC236}">
                <a16:creationId xmlns:a16="http://schemas.microsoft.com/office/drawing/2014/main" id="{098A95DC-D9C8-41B9-9879-F33A4738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4B293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B2930"/>
                </a:solidFill>
                <a:latin typeface="Malgun Gothic"/>
                <a:ea typeface="Malgun Gothic"/>
                <a:cs typeface="Malgun Gothic"/>
              </a:rPr>
              <a:t>품질관리와 검수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12ABC644-2A62-48A4-83A7-3D7B52EFC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3D4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B3D4B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F1D88B8E-35ED-4096-87BA-C6C25D61A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8B3D4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8B3D4B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F8D575F3-1D8B-4994-866B-D6007C7C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B3D4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8B3D4B"/>
                </a:solidFill>
                <a:latin typeface="Malgun Gothic"/>
                <a:ea typeface="Malgun Gothic"/>
                <a:cs typeface="Malgun Gothic"/>
              </a:rPr>
              <a:t>품질 기준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6453AC65-CC61-47A8-BE03-1F8D72D9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CD0162D7-681C-4FA8-9781-1FAC37E6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B3D4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8B3D4B"/>
                </a:solidFill>
                <a:latin typeface="Malgun Gothic"/>
                <a:ea typeface="Malgun Gothic"/>
                <a:cs typeface="Malgun Gothic"/>
              </a:rPr>
              <a:t>검증 방법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2AD2D038-9589-4B16-A28D-175F7277E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90E78040-E043-44A0-B762-9443DEAE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B3D4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8B3D4B"/>
                </a:solidFill>
                <a:latin typeface="Malgun Gothic"/>
                <a:ea typeface="Malgun Gothic"/>
                <a:cs typeface="Malgun Gothic"/>
              </a:rPr>
              <a:t>보완과 재검수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88C63801-E053-4A1B-A266-D0257633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98339202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B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94FD37DF-5779-4BF4-9138-0991EA98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4B293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B2930"/>
                </a:solidFill>
                <a:latin typeface="Malgun Gothic"/>
                <a:ea typeface="Malgun Gothic"/>
                <a:cs typeface="Malgun Gothic"/>
              </a:rPr>
              <a:t>위험과 대응 계획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F7AB4328-D5FA-47BD-96C7-443D48201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3D4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B3D4B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9963B2E7-B674-42B2-B4E4-D23D20070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8B3D4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8B3D4B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위험 요인</a:t>
                      </a:r>
                    </a:p>
                  </a:txBody>
                  <a:tcPr marL="171450" marR="171450" marT="152400" marB="114300" anchor="ctr">
                    <a:solidFill>
                      <a:srgbClr val="8B3D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예방·대응 방안</a:t>
                      </a:r>
                    </a:p>
                  </a:txBody>
                  <a:tcPr marL="171450" marR="171450" marT="152400" marB="114300" anchor="ctr">
                    <a:solidFill>
                      <a:srgbClr val="8B3D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담당·점검 기준</a:t>
                      </a:r>
                    </a:p>
                  </a:txBody>
                  <a:tcPr marL="171450" marR="171450" marT="152400" marB="114300" anchor="ctr">
                    <a:solidFill>
                      <a:srgbClr val="8B3D4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F0E4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4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4E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BF7F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F0E4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4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4E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BF7F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27674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B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E8A00004-378B-41AE-92C4-DFDDE8B1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4B293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B2930"/>
                </a:solidFill>
                <a:latin typeface="Malgun Gothic"/>
                <a:ea typeface="Malgun Gothic"/>
                <a:cs typeface="Malgun Gothic"/>
              </a:rPr>
              <a:t>정보보호와 준수사항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791DDEC3-9EFD-424E-94C4-0F45CAC9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3D4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B3D4B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7B37545D-3BAB-4CBE-AD1C-4A1BF147D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8B3D4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8B3D4B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D1DBB6CD-1763-494A-B85D-AF15F40C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B3D4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8B3D4B"/>
                </a:solidFill>
                <a:latin typeface="Malgun Gothic"/>
                <a:ea typeface="Malgun Gothic"/>
                <a:cs typeface="Malgun Gothic"/>
              </a:rPr>
              <a:t>보호 대상과 준수 기준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B319890F-A80C-4071-B07B-BA6980DF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7DE0FB9F-A8F4-467A-88C7-FA758DB46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B3D4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8B3D4B"/>
                </a:solidFill>
                <a:latin typeface="Malgun Gothic"/>
                <a:ea typeface="Malgun Gothic"/>
                <a:cs typeface="Malgun Gothic"/>
              </a:rPr>
              <a:t>통제 방법과 점검 기록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B453729A-B6EA-43DE-BDF4-B4F57D36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65691843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B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C8909F7B-78EB-4EFE-8DD9-70419FB16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4B293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B2930"/>
                </a:solidFill>
                <a:latin typeface="Malgun Gothic"/>
                <a:ea typeface="Malgun Gothic"/>
                <a:cs typeface="Malgun Gothic"/>
              </a:rPr>
              <a:t>성과지표와 측정 방법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874A4659-F656-44CD-9A93-A69061EA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3D4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B3D4B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929787A9-0AAB-4BD0-A5F0-BCDB7BAB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8B3D4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8B3D4B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성과지표</a:t>
                      </a:r>
                    </a:p>
                  </a:txBody>
                  <a:tcPr marL="171450" marR="171450" marT="152400" marB="114300" anchor="ctr">
                    <a:solidFill>
                      <a:srgbClr val="8B3D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목표·근거</a:t>
                      </a:r>
                    </a:p>
                  </a:txBody>
                  <a:tcPr marL="171450" marR="171450" marT="152400" marB="114300" anchor="ctr">
                    <a:solidFill>
                      <a:srgbClr val="8B3D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 방법·주기</a:t>
                      </a:r>
                    </a:p>
                  </a:txBody>
                  <a:tcPr marL="171450" marR="171450" marT="152400" marB="114300" anchor="ctr">
                    <a:solidFill>
                      <a:srgbClr val="8B3D4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F0E4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4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4E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BF7F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F0E4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4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4E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BF7F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352727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B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E8763C6C-356D-4F7B-887E-04C35C419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4B293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B2930"/>
                </a:solidFill>
                <a:latin typeface="Malgun Gothic"/>
                <a:ea typeface="Malgun Gothic"/>
                <a:cs typeface="Malgun Gothic"/>
              </a:rPr>
              <a:t>수행 역량과 검증 자료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D6C08B36-6479-4126-A06E-8AD63252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3D4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B3D4B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DA2C154C-58FC-4F6B-968C-C5F87C8A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8B3D4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8B3D4B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99DFECC6-5672-4EBF-B014-C79046EC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B3D4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8B3D4B"/>
                </a:solidFill>
                <a:latin typeface="Malgun Gothic"/>
                <a:ea typeface="Malgun Gothic"/>
                <a:cs typeface="Malgun Gothic"/>
              </a:rPr>
              <a:t>관련 역량과 수행 경험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13539883-1E63-4CD4-B21F-209BB0E0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BD2AFD6E-3C0D-4D77-B25F-19955EF71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B3D4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8B3D4B"/>
                </a:solidFill>
                <a:latin typeface="Malgun Gothic"/>
                <a:ea typeface="Malgun Gothic"/>
                <a:cs typeface="Malgun Gothic"/>
              </a:rPr>
              <a:t>확인 가능한 증빙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E4ED236F-5406-42F1-9F6C-A054CADB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293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60921823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B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B90276B7-4FF3-49A9-B5E3-F7B02E57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4B293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4B2930"/>
                </a:solidFill>
                <a:latin typeface="Malgun Gothic"/>
                <a:ea typeface="Malgun Gothic"/>
                <a:cs typeface="Malgun Gothic"/>
              </a:rPr>
              <a:t>산출물과 완료 기준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A31A928C-5AE3-403D-9618-5BCB8D94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3D4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B3D4B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A425CD9B-32CC-4A8E-B681-21A6CA72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8B3D4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8B3D4B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산출물</a:t>
                      </a:r>
                    </a:p>
                  </a:txBody>
                  <a:tcPr marL="171450" marR="171450" marT="152400" marB="114300" anchor="ctr">
                    <a:solidFill>
                      <a:srgbClr val="8B3D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제출·인계 방법</a:t>
                      </a:r>
                    </a:p>
                  </a:txBody>
                  <a:tcPr marL="171450" marR="171450" marT="152400" marB="114300" anchor="ctr">
                    <a:solidFill>
                      <a:srgbClr val="8B3D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기준</a:t>
                      </a:r>
                    </a:p>
                  </a:txBody>
                  <a:tcPr marL="171450" marR="171450" marT="152400" marB="114300" anchor="ctr">
                    <a:solidFill>
                      <a:srgbClr val="8B3D4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F0E4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4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4E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BF7F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F0E4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4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4E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29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BF7F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434481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B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8FA4DC6F-6EDD-492C-8A34-C8B905999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8112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8B3D4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8B3D4B"/>
                </a:solidFill>
                <a:latin typeface="Malgun Gothic"/>
                <a:ea typeface="Malgun Gothic"/>
                <a:cs typeface="Malgun Gothic"/>
              </a:rPr>
              <a:t>제안의 핵심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9E7795AC-1337-4FB0-80B0-56CCDAC3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100584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100" b="1">
                <a:solidFill>
                  <a:srgbClr val="4B2930"/>
                </a:solidFill>
                <a:latin typeface="Malgun Gothic"/>
                <a:ea typeface="Malgun Gothic"/>
                <a:cs typeface="Malgun Gothic"/>
              </a:defRPr>
            </a:pPr>
            <a:r>
              <a:rPr sz="5100" b="1">
                <a:solidFill>
                  <a:srgbClr val="4B2930"/>
                </a:solidFill>
                <a:latin typeface="Malgun Gothic"/>
                <a:ea typeface="Malgun Gothic"/>
                <a:cs typeface="Malgun Gothic"/>
              </a:rPr>
              <a:t>수행 범위 확인 필요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F6DEBF38-C4CE-4257-9049-141DB4AC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14925"/>
            <a:ext cx="876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8B3D4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8B3D4B"/>
                </a:solidFill>
                <a:latin typeface="Malgun Gothic"/>
                <a:ea typeface="Malgun Gothic"/>
                <a:cs typeface="Malgun Gothic"/>
              </a:rPr>
              <a:t>협의 사항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911566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2026-09-25T07:45:22.3740000Z</dcterms:created>
  <dcterms:modified xsi:type="dcterms:W3CDTF">2026-09-25T07:45:22.3740000Z</dcterms:modified>
</coreProperties>
</file>