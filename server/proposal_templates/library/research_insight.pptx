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7362ef9ae4a27" /><Relationship Type="http://schemas.openxmlformats.org/officeDocument/2006/relationships/extended-properties" Target="/docProps/app.xml" Id="R64384e027ca743f7" /><Relationship Type="http://schemas.openxmlformats.org/officeDocument/2006/relationships/officeDocument" Target="/ppt/presentation.xml" Id="R379de822b745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688bf0ff14570"/>
  </p:sldMasterIdLst>
  <p:notesMasterIdLst>
    <p:notesMasterId xmlns:r="http://schemas.openxmlformats.org/officeDocument/2006/relationships" r:id="R540641c1702b439f"/>
  </p:notesMasterIdLst>
  <p:sldIdLst>
    <p:sldId xmlns:r="http://schemas.openxmlformats.org/officeDocument/2006/relationships" id="256" r:id="Rdcb76eeb079f493c"/>
    <p:sldId xmlns:r="http://schemas.openxmlformats.org/officeDocument/2006/relationships" id="257" r:id="R71fecdb298384944"/>
    <p:sldId xmlns:r="http://schemas.openxmlformats.org/officeDocument/2006/relationships" id="258" r:id="Rc0a1787c839b4863"/>
    <p:sldId xmlns:r="http://schemas.openxmlformats.org/officeDocument/2006/relationships" id="259" r:id="R4fed9d87d621451b"/>
    <p:sldId xmlns:r="http://schemas.openxmlformats.org/officeDocument/2006/relationships" id="260" r:id="R8f6a9df8f6644536"/>
    <p:sldId xmlns:r="http://schemas.openxmlformats.org/officeDocument/2006/relationships" id="261" r:id="Rfc60a14fc530458f"/>
    <p:sldId xmlns:r="http://schemas.openxmlformats.org/officeDocument/2006/relationships" id="262" r:id="R7a79827ee7f84bbd"/>
    <p:sldId xmlns:r="http://schemas.openxmlformats.org/officeDocument/2006/relationships" id="263" r:id="R529d6d605a6743e0"/>
    <p:sldId xmlns:r="http://schemas.openxmlformats.org/officeDocument/2006/relationships" id="264" r:id="R4125c82327d74961"/>
    <p:sldId xmlns:r="http://schemas.openxmlformats.org/officeDocument/2006/relationships" id="265" r:id="R08e59b5f323e4353"/>
    <p:sldId xmlns:r="http://schemas.openxmlformats.org/officeDocument/2006/relationships" id="266" r:id="Rd5dbab2cc4b94c4a"/>
    <p:sldId xmlns:r="http://schemas.openxmlformats.org/officeDocument/2006/relationships" id="267" r:id="Rbf287c93d56b44b7"/>
    <p:sldId xmlns:r="http://schemas.openxmlformats.org/officeDocument/2006/relationships" id="268" r:id="R6363f71b5fab466c"/>
    <p:sldId xmlns:r="http://schemas.openxmlformats.org/officeDocument/2006/relationships" id="269" r:id="R437b13bbf8b5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89022334440f5" /><Relationship Type="http://schemas.openxmlformats.org/officeDocument/2006/relationships/slideMaster" Target="/ppt/slideMasters/slideMaster1.xml" Id="Rc58688bf0ff14570" /><Relationship Type="http://schemas.openxmlformats.org/officeDocument/2006/relationships/notesMaster" Target="/ppt/notesMasters/notesMaster1.xml" Id="R540641c1702b439f" /><Relationship Type="http://schemas.openxmlformats.org/officeDocument/2006/relationships/presProps" Target="/ppt/presProps.xml" Id="R48c19b6fe649401c" /><Relationship Type="http://schemas.openxmlformats.org/officeDocument/2006/relationships/tableStyles" Target="/ppt/tableStyles.xml" Id="Re2738a3fe3fc42a9" /><Relationship Type="http://schemas.openxmlformats.org/officeDocument/2006/relationships/slide" Target="/ppt/slides/slide1.xml" Id="Rdcb76eeb079f493c" /><Relationship Type="http://schemas.openxmlformats.org/officeDocument/2006/relationships/slide" Target="/ppt/slides/slide2.xml" Id="R71fecdb298384944" /><Relationship Type="http://schemas.openxmlformats.org/officeDocument/2006/relationships/slide" Target="/ppt/slides/slide3.xml" Id="Rc0a1787c839b4863" /><Relationship Type="http://schemas.openxmlformats.org/officeDocument/2006/relationships/slide" Target="/ppt/slides/slide4.xml" Id="R4fed9d87d621451b" /><Relationship Type="http://schemas.openxmlformats.org/officeDocument/2006/relationships/slide" Target="/ppt/slides/slide5.xml" Id="R8f6a9df8f6644536" /><Relationship Type="http://schemas.openxmlformats.org/officeDocument/2006/relationships/slide" Target="/ppt/slides/slide6.xml" Id="Rfc60a14fc530458f" /><Relationship Type="http://schemas.openxmlformats.org/officeDocument/2006/relationships/slide" Target="/ppt/slides/slide7.xml" Id="R7a79827ee7f84bbd" /><Relationship Type="http://schemas.openxmlformats.org/officeDocument/2006/relationships/slide" Target="/ppt/slides/slide8.xml" Id="R529d6d605a6743e0" /><Relationship Type="http://schemas.openxmlformats.org/officeDocument/2006/relationships/slide" Target="/ppt/slides/slide9.xml" Id="R4125c82327d74961" /><Relationship Type="http://schemas.openxmlformats.org/officeDocument/2006/relationships/slide" Target="/ppt/slides/slide10.xml" Id="R08e59b5f323e4353" /><Relationship Type="http://schemas.openxmlformats.org/officeDocument/2006/relationships/slide" Target="/ppt/slides/slide11.xml" Id="Rd5dbab2cc4b94c4a" /><Relationship Type="http://schemas.openxmlformats.org/officeDocument/2006/relationships/slide" Target="/ppt/slides/slide12.xml" Id="Rbf287c93d56b44b7" /><Relationship Type="http://schemas.openxmlformats.org/officeDocument/2006/relationships/slide" Target="/ppt/slides/slide13.xml" Id="R6363f71b5fab466c" /><Relationship Type="http://schemas.openxmlformats.org/officeDocument/2006/relationships/slide" Target="/ppt/slides/slide14.xml" Id="R437b13bbf8b5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b46ca4309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63caf03b4a42bc" /><Relationship Type="http://schemas.openxmlformats.org/officeDocument/2006/relationships/notesMaster" Target="/ppt/notesMasters/notesMaster1.xml" Id="R96622be2d86b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247847dcf246d7" /><Relationship Type="http://schemas.openxmlformats.org/officeDocument/2006/relationships/notesMaster" Target="/ppt/notesMasters/notesMaster1.xml" Id="Rded1186ae005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81df3725aa442d" /><Relationship Type="http://schemas.openxmlformats.org/officeDocument/2006/relationships/notesMaster" Target="/ppt/notesMasters/notesMaster1.xml" Id="R9740a471aa30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dfa37d9c04d71" /><Relationship Type="http://schemas.openxmlformats.org/officeDocument/2006/relationships/notesMaster" Target="/ppt/notesMasters/notesMaster1.xml" Id="R5f1543ab71194f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e49331c7de437a" /><Relationship Type="http://schemas.openxmlformats.org/officeDocument/2006/relationships/notesMaster" Target="/ppt/notesMasters/notesMaster1.xml" Id="R3e13c6dd73b3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34e94926b4157" /><Relationship Type="http://schemas.openxmlformats.org/officeDocument/2006/relationships/notesMaster" Target="/ppt/notesMasters/notesMaster1.xml" Id="R99197835b66c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018bef48345e1" /><Relationship Type="http://schemas.openxmlformats.org/officeDocument/2006/relationships/notesMaster" Target="/ppt/notesMasters/notesMaster1.xml" Id="R886f72162a9f48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338b7c8f84d1c" /><Relationship Type="http://schemas.openxmlformats.org/officeDocument/2006/relationships/notesMaster" Target="/ppt/notesMasters/notesMaster1.xml" Id="R3a6fea2dd2f5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1bf4ba08384853" /><Relationship Type="http://schemas.openxmlformats.org/officeDocument/2006/relationships/notesMaster" Target="/ppt/notesMasters/notesMaster1.xml" Id="R7ceaad6a70c3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f23d95c31e4e95" /><Relationship Type="http://schemas.openxmlformats.org/officeDocument/2006/relationships/notesMaster" Target="/ppt/notesMasters/notesMaster1.xml" Id="R6d25ee28c87940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b4a93045c4e82" /><Relationship Type="http://schemas.openxmlformats.org/officeDocument/2006/relationships/notesMaster" Target="/ppt/notesMasters/notesMaster1.xml" Id="R0356008c39d640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52521a8764621" /><Relationship Type="http://schemas.openxmlformats.org/officeDocument/2006/relationships/notesMaster" Target="/ppt/notesMasters/notesMaster1.xml" Id="R2177089bceb641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a0e9f392ff44ee" /><Relationship Type="http://schemas.openxmlformats.org/officeDocument/2006/relationships/notesMaster" Target="/ppt/notesMasters/notesMaster1.xml" Id="R71ac73a624494a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69db55c6c34dda" /><Relationship Type="http://schemas.openxmlformats.org/officeDocument/2006/relationships/notesMaster" Target="/ppt/notesMasters/notesMaster1.xml" Id="Re73ea344e042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https://images.pexels.com/photos/1181396/pexels-photo-1181396.jpeg?auto=compress&amp;cs=tinysrgb&amp;w=1800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https://images.pexels.com/photos/3184418/pexels-photo-3184418.jpeg?auto=compress&amp;cs=tinysrgb&amp;w=1500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6805aacac48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a43b1751c4b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9a9d2545143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a1af4b3a248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5fcddee714f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131742e6a46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2DB33A-0899-4569-9DD9-4EB19EDDE8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8188C1-99BD-4C96-8ECB-7C669F6E99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D0C8B9-9B0F-40F5-85BD-482AEA971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EA195B-39D1-4CC4-A3E8-D606D4F8E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597187-8076-4CAF-BFBB-9EB5FE6592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E20A29-9272-4120-82F0-66F788C4C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E7BC7F-E7F5-4729-9EFB-680D5C0A8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DB13FD-7A62-4173-8E3A-4D3EB290BA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E51B5-885E-4A1E-A308-496A570BE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643FB-4890-4A6A-A188-750C5E55D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0f1c87e4ea4be7" /><Relationship Type="http://schemas.openxmlformats.org/officeDocument/2006/relationships/slideLayout" Target="/ppt/slideLayouts/slideLayout1.xml" Id="R6e560b57a6e14143" /><Relationship Type="http://schemas.openxmlformats.org/officeDocument/2006/relationships/slideLayout" Target="/ppt/slideLayouts/slideLayout2.xml" Id="R3759a870fc214bdf" /><Relationship Type="http://schemas.openxmlformats.org/officeDocument/2006/relationships/slideLayout" Target="/ppt/slideLayouts/slideLayout3.xml" Id="Rafd1f2f744874078" /><Relationship Type="http://schemas.openxmlformats.org/officeDocument/2006/relationships/slideLayout" Target="/ppt/slideLayouts/slideLayout4.xml" Id="Rb675a1f1869f4bd5" /><Relationship Type="http://schemas.openxmlformats.org/officeDocument/2006/relationships/slideLayout" Target="/ppt/slideLayouts/slideLayout5.xml" Id="R5c1fad9679bd466f" /><Relationship Type="http://schemas.openxmlformats.org/officeDocument/2006/relationships/slideLayout" Target="/ppt/slideLayouts/slideLayout6.xml" Id="R0bec8d649c1143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60b57a6e14143"/>
    <p:sldLayoutId xmlns:r="http://schemas.openxmlformats.org/officeDocument/2006/relationships" id="2147483650" r:id="R3759a870fc214bdf"/>
    <p:sldLayoutId xmlns:r="http://schemas.openxmlformats.org/officeDocument/2006/relationships" id="2147483651" r:id="Rafd1f2f744874078"/>
    <p:sldLayoutId xmlns:r="http://schemas.openxmlformats.org/officeDocument/2006/relationships" id="2147483652" r:id="Rb675a1f1869f4bd5"/>
    <p:sldLayoutId xmlns:r="http://schemas.openxmlformats.org/officeDocument/2006/relationships" id="2147483653" r:id="R5c1fad9679bd466f"/>
    <p:sldLayoutId xmlns:r="http://schemas.openxmlformats.org/officeDocument/2006/relationships" id="2147483654" r:id="R0bec8d649c1143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0249ae5414c24" /><Relationship Type="http://schemas.openxmlformats.org/officeDocument/2006/relationships/image" Target="/ppt/media/image.jpeg" Id="R31d1728fb0c24138" /><Relationship Type="http://schemas.openxmlformats.org/officeDocument/2006/relationships/notesSlide" Target="/ppt/notesSlides/notesSlide1.xml" Id="R42e44b078e81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95cf7a2b846b5" /><Relationship Type="http://schemas.openxmlformats.org/officeDocument/2006/relationships/notesSlide" Target="/ppt/notesSlides/notesSlide2.xml" Id="R808700816d49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cfdafa2a74ff9" /><Relationship Type="http://schemas.openxmlformats.org/officeDocument/2006/relationships/notesSlide" Target="/ppt/notesSlides/notesSlide3.xml" Id="R9d095e86e9ea44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0f33082df4467" /><Relationship Type="http://schemas.openxmlformats.org/officeDocument/2006/relationships/notesSlide" Target="/ppt/notesSlides/notesSlide4.xml" Id="Rd9ec40bfb3eb46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a605307ff48e6" /><Relationship Type="http://schemas.openxmlformats.org/officeDocument/2006/relationships/notesSlide" Target="/ppt/notesSlides/notesSlide5.xml" Id="R627fab729ef5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687df91664e5c" /><Relationship Type="http://schemas.openxmlformats.org/officeDocument/2006/relationships/notesSlide" Target="/ppt/notesSlides/notesSlide6.xml" Id="Re0b62ae804a8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f2326f6de484c" /><Relationship Type="http://schemas.openxmlformats.org/officeDocument/2006/relationships/notesSlide" Target="/ppt/notesSlides/notesSlide7.xml" Id="Rde3b15092533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2aae9de6b4085" /><Relationship Type="http://schemas.openxmlformats.org/officeDocument/2006/relationships/notesSlide" Target="/ppt/notesSlides/notesSlide8.xml" Id="Ra2da0d3f83094d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99fdcb9d545ed" /><Relationship Type="http://schemas.openxmlformats.org/officeDocument/2006/relationships/notesSlide" Target="/ppt/notesSlides/notesSlide9.xml" Id="Rd5aa897421c348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282feb9354b05" /><Relationship Type="http://schemas.openxmlformats.org/officeDocument/2006/relationships/notesSlide" Target="/ppt/notesSlides/notesSlide10.xml" Id="R7d9c51079f8d41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cca6c33f54b04" /><Relationship Type="http://schemas.openxmlformats.org/officeDocument/2006/relationships/notesSlide" Target="/ppt/notesSlides/notesSlide11.xml" Id="Rfb594be9e9404c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6ec232311499d" /><Relationship Type="http://schemas.openxmlformats.org/officeDocument/2006/relationships/notesSlide" Target="/ppt/notesSlides/notesSlide12.xml" Id="Rc336938c53f94b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f307bfe364a7e" /><Relationship Type="http://schemas.openxmlformats.org/officeDocument/2006/relationships/notesSlide" Target="/ppt/notesSlides/notesSlide13.xml" Id="R646a66fa45b544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b95e5735b4cf9" /><Relationship Type="http://schemas.openxmlformats.org/officeDocument/2006/relationships/image" Target="/ppt/media/image2.jpeg" Id="R43edb453763d4621" /><Relationship Type="http://schemas.openxmlformats.org/officeDocument/2006/relationships/notesSlide" Target="/ppt/notesSlides/notesSlide14.xml" Id="R7afdd44ffc7841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6D2E8-2A63-46CD-95E3-C71BE850E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1728fb0c24138"/>
          <a:srcRect xmlns:a="http://schemas.openxmlformats.org/drawingml/2006/main" l="19672" t="0" r="196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CDF092F-CE90-4190-83B1-5D52133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4D053B1C-E996-4B70-AF87-43F919F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조사·연구·컨설팅</a:t>
            </a:r>
          </a:p>
          <a:p xmlns:a="http://schemas.openxmlformats.org/drawingml/2006/main">
            <a:pPr algn="l">
              <a:defRPr sz="42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DA0383B-BAB7-45BB-8A97-1440011E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6ACA40D0-F7A0-4F15-A4CA-85D14F8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인사이트 페이퍼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CF9AE0D-EBD7-43C0-9B60-6339555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7165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B9ED18A-D90F-4F86-BCBF-69822BB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5528AA1-C7EA-4606-B147-7A52D0D5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연구 수행의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75AC78-8AD4-41E4-BDF5-2AC2D96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연구 질문과 자료 수집·분석·정책 활용을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EA6BAA7-6A48-41E0-8ED1-554F0F0A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316B6E5-C469-481B-B573-297BE38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936F0FA-543F-450F-9085-B2A1F8A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74BB6F8-CB79-447D-8EF7-E305C54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04AC2E4-1ABF-4EF8-9DED-AEF46071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B66035-C227-4152-901C-51E05CA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문제와 질문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BF1CED-7D75-4B38-9586-437B6A79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216C78A-66BE-4AFD-B131-3436097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6E5907-EE7D-41A5-9DAE-5A205607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38C2BFE-B33E-4B0A-93B7-3D53032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자료와 방법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1816F4-20B2-438F-94D7-F285A810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E6ABF8D-838D-40A9-ABB9-70E5607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7CA105B-CE26-40E8-A248-4E80429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A00AD3-BACC-4868-B7C6-E2C929C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결과와 대안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D460751-0000-4CF7-AE45-6D0B685B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5A3D755-79B7-47ED-A118-4ED5B60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106BA6-B91B-486F-8754-E39F463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33D8204-05EE-4AE3-AA19-7D012EC5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활용과 검증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B7B15DD-E90A-4566-A339-6DC43B4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05637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9ACFCC3-860F-4262-990E-E7E5A7CC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71FFB7A-EF74-4F9A-A35A-EFA3D063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연구 질문과 확인할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BC85758-0230-4CF3-9A3D-0B0B4E86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정책의 효과를 미리 단정하지 않고 확인할 질문을 구체화합니다.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78C2B8B-AA0A-47C5-B3FF-69CCBE7A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D463BF0-8CFD-462D-A61C-F3B38DCF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10E3429-5A91-423E-BCA1-6F0AFEE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24D6FB5-E143-4A78-AD4A-2221F23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C664933-7848-4781-9D4D-2502F57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D152A82-EF4D-4C7A-B3D8-5429888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어떤 지원이 필요한가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61A5D22-550D-43E4-A04E-BD61094D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414C4E2-742C-4ECF-8B98-4D272B08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97275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37F731-948A-4DFC-992C-82CCEF14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9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D09E72-FF1F-4FD7-9262-642618D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9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어디에서 접근이 막히는가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1ED5D8-8874-433C-BB52-0D3AA2C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872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0513972-702D-495A-B81D-5B65BADC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8525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EBE28BC-CC12-4046-86AF-783F1967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09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986A46-4CE3-44D1-B48C-59089AF6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60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어떤 대안이 실행 가능한가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6A11BC7-7A14-42ED-A791-3D2A5E1F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99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321986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BE3B9CD-3397-456A-B5FA-6FC563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2DF5BB4-0931-4953-9E72-F65CBA8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자료 수집과 연구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0D8BB1-F2D1-4361-8445-A2A7F1C9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서로 다른 자료의 역할을 구분해 결과의 해석 범위를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857ADAB-ACDB-4CF0-8D80-2A2EE09C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918CCC1-3A7E-451A-B51B-C663F88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5EA4822-E451-4BC7-9432-E10B68C2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D64B10D-407B-4BFC-92C6-2C350956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0731A2-1EEF-4382-9D52-9E0D32F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1184CA1-45D0-4960-8E1D-D0A2C24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44FF78-3EC1-4B29-8884-E0B4DC25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문헌 검토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ECBF10-B6F2-4E51-B4CF-478B553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DFAC0262-FBDC-49D1-AA46-FCA0512634AC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8513A04-9AD3-47AE-ADEC-00C3C98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44555BF5-6B3B-472B-8C2E-2E0299E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3E2CFE5-8D53-45A6-90D5-24DC0DFB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현황 조사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51D0BA-F64F-46CA-BDA3-D209FFD7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1838B62A-CEF4-4CFB-9510-3906947FE389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39B4E6-E19C-4A0D-91AC-0239439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4BD15E3-7F6A-4DDD-A9E4-AF6D67B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DA80EF5-E43A-4E3B-8422-7AF3120B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심층 인터뷰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0D82FC6-45EA-4E9A-B867-C56BBC1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10B8CD8-5AAD-4A24-9DD4-F4F7E77DA13B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3BE2471-3901-446A-8D9E-2D16BF1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A96633F-3214-49A6-B998-84638A81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F23514-709E-462F-A8DC-2BD1584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종합 분석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63E123E-341B-4FBD-9EBA-0DDE96C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105820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67584A5-CD1B-4048-8493-BB2E99BF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7F13FDF-23D9-42FE-8DA8-C131642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조사 대상과 표본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FFE49E-3697-4F11-A593-760F8F9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대상·규모·추출 방식은 공고와 가용 자료를 확인한 뒤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7300031-8904-4A39-A1D4-D0248FC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216AEC9-4E70-4B9B-8604-8827930F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291BD50-FCC9-4A0D-BDC7-81B5DD4B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C55A3C1-4CEC-4E28-B3B3-9E00DD2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8EAB4-9E65-4DB8-841B-542174128A0B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대상군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방법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이용 기관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미이용 기관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담당자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033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40D9235-FE24-462A-BB8C-C9EBC2B2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CDB3E6-9B8F-4436-AEAA-01F3676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질문지와 인터뷰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55F26C-561A-43BF-9F43-DA59919F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각 문항을 연구 질문과 연결하고 사전 검토로 모호함을 줄입니다.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3C3AAAD-F841-422D-8DA2-B48C5FA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8368D12-F2C1-4D55-9B9B-9A8C055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EA3D3DF-4BEB-45B7-A63C-329928F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4C55D72-0B79-4A03-9778-CBDC066F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09960EA-A87C-4D5A-A2C2-D6C935D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5716954-2A53-4F5C-92D9-D3616B5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2E5F09-8A5D-458C-8306-7322004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C2770DA-A2A4-4612-B423-A73245B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19463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853A31-77BC-492D-AA03-49E6700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1863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008F30A-DFB1-4574-BEC5-EA7F39C9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1863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경험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CD209B-9CB8-4FDB-9201-1C195E0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0913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03A2611-F49E-43D2-A14C-D83728B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52900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F99FB9-219B-4C9E-85D4-694A398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3CC4D7-F534-4C28-AFF7-82DB94E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053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수요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E8F7ED9-A573-4B3C-87AC-E4545DFC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787F8C3-1E25-4D62-9F21-7A513E0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6338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BE4B440-BF9A-4B5A-8C61-952B97F7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8738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280533-FD99-4118-A774-D099E813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38738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809DA08-44F9-41BD-BF93-95CAC7A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57788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76529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FBCDD2F-69E2-4C81-96CD-3C77280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972609B-7D7E-41CB-BF62-7AF242D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수집 자료의 품질 점검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EC006B-8BD6-4F1D-AE00-356E289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자료의 신뢰성과 적용 범위를 함께 기록합니다.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728686B-BBE0-41BC-B941-EF24E99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FE7E0A7-856F-4980-8AC6-840AF8F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600C19C-93CD-4DF5-8192-37FE53D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A4A633B-AF65-4E1B-89CD-2AD6389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2C479-D09B-4832-A1A3-4354DE2EB922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 대상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사항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문헌·통계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응답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인터뷰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228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666AD7F-6FBA-4659-B38F-849D8C3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13CAB51-5148-4C05-A1F9-D7A2947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연구 질문별 분석 계획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E914DF-9CC2-4CA7-918F-DB4FAD30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분석 방법을 자료의 성격과 연구 질문에 맞춰 선택합니다.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9933C63-E8AC-46AB-866C-D2A2718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34F8F4F-F3E8-4ACD-8FF1-8D5F8AE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84EC33E-1441-44B4-8354-2DA485E9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2B5D632-8F07-49E5-A862-35789A7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CB2AC-3683-488D-BD64-CC69B70BD8B7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분석·산출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수요의 차이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장벽의 원인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대안의 실행 조건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230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8FBFB69-F2CB-4CEE-846E-FD1498E2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DA30171-C9F2-4D59-8E27-F8010389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근거에서 정책 제안까지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649ED41-3244-48FC-AC76-48E1262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분석 결과와 해석·제안을 구분해 읽을 수 있도록 작성합니다.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B2EDF1B-5C73-46C3-9A26-8C2A0EA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BDAF417-55C5-485A-A919-EC57DCBD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F9B051F-511E-420C-9BA1-710CF43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98F3666-2CC9-4965-9444-40F71518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4B67DE7-A8DB-4CE4-AE36-D76A9847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9318829-C4D0-49D0-95DE-45ABC195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C1F9E0E-4F06-4743-9A50-79F2829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자료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44D4990-4A35-4A53-A750-81E0221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35F26FD-EA2A-4EDF-A7B2-AF0B5146C03C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9BDF2B6-8DA5-4CD8-B722-8820C67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7C284FA-1C13-4D2D-84C6-5F5B2A5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4F05F37-F668-4F4B-A338-D5135908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1B87FEF-16B2-4216-A2EC-D2F8CFEF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E80BF2F-9852-4202-946B-A737AAE0F4FD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FCD8DBB-A711-4BF0-B1BB-72F3E79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F6ECEF4-C8FB-41C8-B49F-293C145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218C62-1CFD-4C28-8A92-C2146B6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E139FD-92AE-4AFD-A300-5FC925E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8382972F-1400-4EB9-891C-5297B9A11127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97C90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3E2286-7CA2-4F25-BEC7-32B2267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E62E6A3-54E1-4D02-A6BE-9DB424F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9525">
            <a:solidFill>
              <a:srgbClr val="397C90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24E8C7-FB04-4E5A-9DF4-B53290C6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제안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20E290C-C966-42F2-8054-DDD83BCA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72945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C7B6C30-6B03-465F-BF80-7B756FF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DA41C3C-04BC-4E03-BB56-B0B2958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정책 대안의 비교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3EA5AA-9F92-4F7B-8D9F-2D1124A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아래는 설명용 대안이며 효과·채택 여부를 확정한 결과가 아닙니다.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346B4B6-6EDD-4FC6-844B-CEE54562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994892F-5FAE-4AFE-A319-ED7F6FFF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3BD5752-0531-4E53-BED4-74ECE2B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303EB6F-0E96-491F-945B-514A4C4D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F26B-EE2D-4C7E-B9C1-55B0C8E1BA9F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기대하는 변화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조건·검토점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지원 개선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시범 사업 운영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간 연계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455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C3465BF-6B02-45A3-A8FB-14872022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725A233-CE50-4557-804A-C6717F3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실행 로드맵과 검토 시점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111A33-ABF0-4DF1-A3D9-3C7129BC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실행 단계마다 확인할 자료와 다음 단계의 판단 조건을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039F8A3-71E6-42C3-9B05-82A365A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D6A6C11-8964-4FDC-AE53-CA39FCDE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3B055D8-4018-4589-8782-EFD7A3C5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165227E-46EE-4084-B2BE-DCC6A86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8951CD-30A1-4DA4-83E9-FA1C3E7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기반 정리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21ED852-25EB-4B35-BD52-B3EB25D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206FBC6-D16E-44CB-B97A-118006B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D6EEF0F-A772-4B40-BCB3-03FFA451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A82F50-53D1-4E0F-AF8B-FDE7609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시범 적용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929A968-D380-4D3C-89CF-A47426A0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CC3AB9-B1BD-4C03-B266-BE324327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AFA8308-4AC3-4C56-A781-92E1236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1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1B52243-A562-42F5-9360-A006291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보완·확산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416367-CC53-440F-89F4-6FA90640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AB59D9C-1F20-452F-84A0-53C4195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713799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D799136-B380-4EFA-A9B3-0BBAF40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731092C-55D9-4B96-A9AD-968CB6B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연구 역할과 보고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B50439C-9BEC-4C21-808E-0A2F037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각 역할의 산출물을 연구 질문과 품질 점검에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244E848-8F3D-44E4-9EFD-716C540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A42B4DB-A940-4847-951A-18C8A1D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787B523-CAB3-460F-A9D3-7C25FFA9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D84BFB-A23D-4C63-8A68-E2E4380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72A63-8F32-48D8-AD9F-C0192E5C7079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업무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2541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 총괄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조사·분석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A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 검토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541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2ED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4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BA72444-8B70-4D5D-8EFE-40F264A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8C4FB8D-BF14-4373-AEAD-6782F438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보고서와 재현 가능한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D4D1D7-B7A4-4A25-8038-F17DE00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분석에 사용한 자료와 판단 과정을 확인할 수 있도록 전달합니다.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E23AE93-089C-4044-969D-DCD88B6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9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176624D-0807-409B-A0DD-FF5EE7FB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310D54C-55D5-499A-AEBC-5F9CADD8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9437CF9-A242-4CC6-B4E1-2813D236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7DFA61-82D7-4D5F-9EC2-BDB92CAB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출처 목록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7B8918-C12C-4D58-8AF7-FB2E924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6992E1-184B-45F3-A11D-473A9038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분석 기록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9ECED5-3A9C-4190-B4CA-7FA64CC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668FEF7-8515-4C7D-8C16-C04DCF01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활용 자료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0DC06F-5E43-475E-997D-98880824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862907B7-F43E-4D5C-9D82-3557AE1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A706029B-4988-482B-B566-B405CF36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414A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E51B537A-E708-48B0-A705-E688A851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97C90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420680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541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BCF24-965A-4F10-9265-60902DD4D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db453763d4621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8AFF0A6-E0B0-4DF7-8F09-4E59C62E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자료와 해석을 구분하고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가능한 대안으로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385362-E6ED-4A7F-BA5F-3AF985B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66427C8-46E3-4397-AAB5-70D98D77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0263CA0-EAF0-4C8D-BC83-F74F5326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75564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2026-10-14T01:26:38.1370000Z</dcterms:created>
  <dcterms:modified xsi:type="dcterms:W3CDTF">2026-10-14T01:26:38.1370000Z</dcterms:modified>
</coreProperties>
</file>