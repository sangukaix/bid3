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3324cd47d94dc1" /><Relationship Type="http://schemas.openxmlformats.org/officeDocument/2006/relationships/extended-properties" Target="/docProps/app.xml" Id="Rddf355f5ebce4ad0" /><Relationship Type="http://schemas.openxmlformats.org/officeDocument/2006/relationships/officeDocument" Target="/ppt/presentation.xml" Id="R708404851ac743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0b4ace2b104364"/>
  </p:sldMasterIdLst>
  <p:notesMasterIdLst>
    <p:notesMasterId xmlns:r="http://schemas.openxmlformats.org/officeDocument/2006/relationships" r:id="R06719cb6388840bd"/>
  </p:notesMasterIdLst>
  <p:sldIdLst>
    <p:sldId xmlns:r="http://schemas.openxmlformats.org/officeDocument/2006/relationships" id="256" r:id="R9bab011452254046"/>
    <p:sldId xmlns:r="http://schemas.openxmlformats.org/officeDocument/2006/relationships" id="257" r:id="R609825e99b9541cd"/>
    <p:sldId xmlns:r="http://schemas.openxmlformats.org/officeDocument/2006/relationships" id="258" r:id="R2cd1c02da13c4526"/>
    <p:sldId xmlns:r="http://schemas.openxmlformats.org/officeDocument/2006/relationships" id="259" r:id="Re83588fb4696414d"/>
    <p:sldId xmlns:r="http://schemas.openxmlformats.org/officeDocument/2006/relationships" id="260" r:id="R1dc9d15edcc04851"/>
    <p:sldId xmlns:r="http://schemas.openxmlformats.org/officeDocument/2006/relationships" id="261" r:id="R17ad9152b5f74638"/>
    <p:sldId xmlns:r="http://schemas.openxmlformats.org/officeDocument/2006/relationships" id="262" r:id="R1c94c609a9e24edc"/>
    <p:sldId xmlns:r="http://schemas.openxmlformats.org/officeDocument/2006/relationships" id="263" r:id="R23479ae2e9384a41"/>
    <p:sldId xmlns:r="http://schemas.openxmlformats.org/officeDocument/2006/relationships" id="264" r:id="R6551783ebdea4ea8"/>
    <p:sldId xmlns:r="http://schemas.openxmlformats.org/officeDocument/2006/relationships" id="265" r:id="R1363ab42925e4248"/>
    <p:sldId xmlns:r="http://schemas.openxmlformats.org/officeDocument/2006/relationships" id="266" r:id="R6fa86df81ccc401b"/>
    <p:sldId xmlns:r="http://schemas.openxmlformats.org/officeDocument/2006/relationships" id="267" r:id="R4e9d037a238e4103"/>
    <p:sldId xmlns:r="http://schemas.openxmlformats.org/officeDocument/2006/relationships" id="268" r:id="R62ad0d589af2412b"/>
    <p:sldId xmlns:r="http://schemas.openxmlformats.org/officeDocument/2006/relationships" id="269" r:id="R6020b69e6d844d54"/>
    <p:sldId xmlns:r="http://schemas.openxmlformats.org/officeDocument/2006/relationships" id="270" r:id="R29533e1bf85c47fe"/>
    <p:sldId xmlns:r="http://schemas.openxmlformats.org/officeDocument/2006/relationships" id="271" r:id="Ra86afa2b24924fe8"/>
    <p:sldId xmlns:r="http://schemas.openxmlformats.org/officeDocument/2006/relationships" id="272" r:id="R051eff143af14168"/>
    <p:sldId xmlns:r="http://schemas.openxmlformats.org/officeDocument/2006/relationships" id="273" r:id="Rd38ae91c7db64f83"/>
    <p:sldId xmlns:r="http://schemas.openxmlformats.org/officeDocument/2006/relationships" id="274" r:id="R41c5a06de5d94e1d"/>
    <p:sldId xmlns:r="http://schemas.openxmlformats.org/officeDocument/2006/relationships" id="275" r:id="Rc5d4f40e05164d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1ed84c260944c1" /><Relationship Type="http://schemas.openxmlformats.org/officeDocument/2006/relationships/slideMaster" Target="/ppt/slideMasters/slideMaster1.xml" Id="R530b4ace2b104364" /><Relationship Type="http://schemas.openxmlformats.org/officeDocument/2006/relationships/notesMaster" Target="/ppt/notesMasters/notesMaster1.xml" Id="R06719cb6388840bd" /><Relationship Type="http://schemas.openxmlformats.org/officeDocument/2006/relationships/presProps" Target="/ppt/presProps.xml" Id="Rb1ae2010b2b54fc8" /><Relationship Type="http://schemas.openxmlformats.org/officeDocument/2006/relationships/tableStyles" Target="/ppt/tableStyles.xml" Id="R1f2ba3795d2547f2" /><Relationship Type="http://schemas.openxmlformats.org/officeDocument/2006/relationships/slide" Target="/ppt/slides/slide1.xml" Id="R9bab011452254046" /><Relationship Type="http://schemas.openxmlformats.org/officeDocument/2006/relationships/slide" Target="/ppt/slides/slide2.xml" Id="R609825e99b9541cd" /><Relationship Type="http://schemas.openxmlformats.org/officeDocument/2006/relationships/slide" Target="/ppt/slides/slide3.xml" Id="R2cd1c02da13c4526" /><Relationship Type="http://schemas.openxmlformats.org/officeDocument/2006/relationships/slide" Target="/ppt/slides/slide4.xml" Id="Re83588fb4696414d" /><Relationship Type="http://schemas.openxmlformats.org/officeDocument/2006/relationships/slide" Target="/ppt/slides/slide5.xml" Id="R1dc9d15edcc04851" /><Relationship Type="http://schemas.openxmlformats.org/officeDocument/2006/relationships/slide" Target="/ppt/slides/slide6.xml" Id="R17ad9152b5f74638" /><Relationship Type="http://schemas.openxmlformats.org/officeDocument/2006/relationships/slide" Target="/ppt/slides/slide7.xml" Id="R1c94c609a9e24edc" /><Relationship Type="http://schemas.openxmlformats.org/officeDocument/2006/relationships/slide" Target="/ppt/slides/slide8.xml" Id="R23479ae2e9384a41" /><Relationship Type="http://schemas.openxmlformats.org/officeDocument/2006/relationships/slide" Target="/ppt/slides/slide9.xml" Id="R6551783ebdea4ea8" /><Relationship Type="http://schemas.openxmlformats.org/officeDocument/2006/relationships/slide" Target="/ppt/slides/slide10.xml" Id="R1363ab42925e4248" /><Relationship Type="http://schemas.openxmlformats.org/officeDocument/2006/relationships/slide" Target="/ppt/slides/slide11.xml" Id="R6fa86df81ccc401b" /><Relationship Type="http://schemas.openxmlformats.org/officeDocument/2006/relationships/slide" Target="/ppt/slides/slide12.xml" Id="R4e9d037a238e4103" /><Relationship Type="http://schemas.openxmlformats.org/officeDocument/2006/relationships/slide" Target="/ppt/slides/slide13.xml" Id="R62ad0d589af2412b" /><Relationship Type="http://schemas.openxmlformats.org/officeDocument/2006/relationships/slide" Target="/ppt/slides/slide14.xml" Id="R6020b69e6d844d54" /><Relationship Type="http://schemas.openxmlformats.org/officeDocument/2006/relationships/slide" Target="/ppt/slides/slide15.xml" Id="R29533e1bf85c47fe" /><Relationship Type="http://schemas.openxmlformats.org/officeDocument/2006/relationships/slide" Target="/ppt/slides/slide16.xml" Id="Ra86afa2b24924fe8" /><Relationship Type="http://schemas.openxmlformats.org/officeDocument/2006/relationships/slide" Target="/ppt/slides/slide17.xml" Id="R051eff143af14168" /><Relationship Type="http://schemas.openxmlformats.org/officeDocument/2006/relationships/slide" Target="/ppt/slides/slide18.xml" Id="Rd38ae91c7db64f83" /><Relationship Type="http://schemas.openxmlformats.org/officeDocument/2006/relationships/slide" Target="/ppt/slides/slide19.xml" Id="R41c5a06de5d94e1d" /><Relationship Type="http://schemas.openxmlformats.org/officeDocument/2006/relationships/slide" Target="/ppt/slides/slide20.xml" Id="Rc5d4f40e05164d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057481c2274d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7e93a04c814098" /><Relationship Type="http://schemas.openxmlformats.org/officeDocument/2006/relationships/notesMaster" Target="/ppt/notesMasters/notesMaster1.xml" Id="R68aaf37aab8048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a1f716c1584d25" /><Relationship Type="http://schemas.openxmlformats.org/officeDocument/2006/relationships/notesMaster" Target="/ppt/notesMasters/notesMaster1.xml" Id="Raac883562bf945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700a688b584a0e" /><Relationship Type="http://schemas.openxmlformats.org/officeDocument/2006/relationships/notesMaster" Target="/ppt/notesMasters/notesMaster1.xml" Id="R3ffbf29e954243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a0ae039a5e4385" /><Relationship Type="http://schemas.openxmlformats.org/officeDocument/2006/relationships/notesMaster" Target="/ppt/notesMasters/notesMaster1.xml" Id="R37e597d076014e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62a57d1ef343ec" /><Relationship Type="http://schemas.openxmlformats.org/officeDocument/2006/relationships/notesMaster" Target="/ppt/notesMasters/notesMaster1.xml" Id="R3217b197415944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b313e5a89a410f" /><Relationship Type="http://schemas.openxmlformats.org/officeDocument/2006/relationships/notesMaster" Target="/ppt/notesMasters/notesMaster1.xml" Id="Rf7e9718814e14a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48a969b76d4597" /><Relationship Type="http://schemas.openxmlformats.org/officeDocument/2006/relationships/notesMaster" Target="/ppt/notesMasters/notesMaster1.xml" Id="R5616c70f7b8144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65e8cc83c44ed7" /><Relationship Type="http://schemas.openxmlformats.org/officeDocument/2006/relationships/notesMaster" Target="/ppt/notesMasters/notesMaster1.xml" Id="R56b33c90456b4c1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db4a3072f64fb5" /><Relationship Type="http://schemas.openxmlformats.org/officeDocument/2006/relationships/notesMaster" Target="/ppt/notesMasters/notesMaster1.xml" Id="R74a72b25b0524f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da84c5209204b32" /><Relationship Type="http://schemas.openxmlformats.org/officeDocument/2006/relationships/notesMaster" Target="/ppt/notesMasters/notesMaster1.xml" Id="R9ee3ac38481c43e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4ecb480457b4525" /><Relationship Type="http://schemas.openxmlformats.org/officeDocument/2006/relationships/notesMaster" Target="/ppt/notesMasters/notesMaster1.xml" Id="Rb0323f248a5740f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65767819ea44691" /><Relationship Type="http://schemas.openxmlformats.org/officeDocument/2006/relationships/notesMaster" Target="/ppt/notesMasters/notesMaster1.xml" Id="R91f7b424fb5647a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af57957a636443b" /><Relationship Type="http://schemas.openxmlformats.org/officeDocument/2006/relationships/notesMaster" Target="/ppt/notesMasters/notesMaster1.xml" Id="R7e496a889577440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5dde0fdc7e744a1" /><Relationship Type="http://schemas.openxmlformats.org/officeDocument/2006/relationships/notesMaster" Target="/ppt/notesMasters/notesMaster1.xml" Id="R1cc84c71f64c475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de6915cdc4b4fa0" /><Relationship Type="http://schemas.openxmlformats.org/officeDocument/2006/relationships/notesMaster" Target="/ppt/notesMasters/notesMaster1.xml" Id="Rea6b98b999d948b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4c1f1a1dd8c4cac" /><Relationship Type="http://schemas.openxmlformats.org/officeDocument/2006/relationships/notesMaster" Target="/ppt/notesMasters/notesMaster1.xml" Id="R93f4d5163a904dd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d96d23a0f8445c4" /><Relationship Type="http://schemas.openxmlformats.org/officeDocument/2006/relationships/notesMaster" Target="/ppt/notesMasters/notesMaster1.xml" Id="R1ee6b44c64a5434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b60a07c4e0a4cdd" /><Relationship Type="http://schemas.openxmlformats.org/officeDocument/2006/relationships/notesMaster" Target="/ppt/notesMasters/notesMaster1.xml" Id="Rd1cecc9c50d9490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115268bc2914933" /><Relationship Type="http://schemas.openxmlformats.org/officeDocument/2006/relationships/notesMaster" Target="/ppt/notesMasters/notesMaster1.xml" Id="Ra72fbbeb31ca4c3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22eee5c39164d39" /><Relationship Type="http://schemas.openxmlformats.org/officeDocument/2006/relationships/notesMaster" Target="/ppt/notesMasters/notesMaster1.xml" Id="Rebec49fa862444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어반 콘크리트. Role: cover.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어반 콘크리트. Role: contents.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어반 콘크리트. Role: summary.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어반 콘크리트. Role: problem.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어반 콘크리트. Role: objective.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어반 콘크리트. Role: compliance.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어반 콘크리트. Role: evaluation.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어반 콘크리트. Role: strategy.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어반 콘크리트. Role: process.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어반 콘크리트. Role: domain.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어반 콘크리트. Role: timeline.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어반 콘크리트. Role: organization.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어반 콘크리트. Role: governance.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어반 콘크리트. Role: quality.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어반 콘크리트. Role: risk.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어반 콘크리트. Role: security.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어반 콘크리트. Role: metrics.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어반 콘크리트. Role: evidence.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어반 콘크리트. Role: outcomes.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어반 콘크리트. Role: closing.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1339cefaa049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7b855a0496446c" /><Relationship Type="http://schemas.openxmlformats.org/officeDocument/2006/relationships/slideLayout" Target="/ppt/slideLayouts/slideLayout1.xml" Id="Rb96717ff7f8944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6717ff7f8944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c1130a3674bb6" /><Relationship Type="http://schemas.openxmlformats.org/officeDocument/2006/relationships/notesSlide" Target="/ppt/notesSlides/notesSlide1.xml" Id="Refbb9012ed834c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a2a0f87de6481e" /><Relationship Type="http://schemas.openxmlformats.org/officeDocument/2006/relationships/notesSlide" Target="/ppt/notesSlides/notesSlide2.xml" Id="R5623b1404d0f4a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32fe39d298479c" /><Relationship Type="http://schemas.openxmlformats.org/officeDocument/2006/relationships/notesSlide" Target="/ppt/notesSlides/notesSlide3.xml" Id="Raaf190a091dc48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dede56ec8f49a7" /><Relationship Type="http://schemas.openxmlformats.org/officeDocument/2006/relationships/notesSlide" Target="/ppt/notesSlides/notesSlide4.xml" Id="R8745e5d477284f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3f3938c93466d" /><Relationship Type="http://schemas.openxmlformats.org/officeDocument/2006/relationships/notesSlide" Target="/ppt/notesSlides/notesSlide5.xml" Id="R672f6e20670f44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b36b478ee40c9" /><Relationship Type="http://schemas.openxmlformats.org/officeDocument/2006/relationships/notesSlide" Target="/ppt/notesSlides/notesSlide6.xml" Id="R6595f2e8901643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51154d31d44ee" /><Relationship Type="http://schemas.openxmlformats.org/officeDocument/2006/relationships/notesSlide" Target="/ppt/notesSlides/notesSlide7.xml" Id="R12fbcc67a20643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2d18d039ab48be" /><Relationship Type="http://schemas.openxmlformats.org/officeDocument/2006/relationships/notesSlide" Target="/ppt/notesSlides/notesSlide8.xml" Id="R9a3dc2ec0df242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48e6eb55c4948" /><Relationship Type="http://schemas.openxmlformats.org/officeDocument/2006/relationships/notesSlide" Target="/ppt/notesSlides/notesSlide9.xml" Id="R0272a2fc81244c2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bbecfee8b455f" /><Relationship Type="http://schemas.openxmlformats.org/officeDocument/2006/relationships/notesSlide" Target="/ppt/notesSlides/notesSlide10.xml" Id="R8ca15ade2e594d2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71c3dbd1349b1" /><Relationship Type="http://schemas.openxmlformats.org/officeDocument/2006/relationships/notesSlide" Target="/ppt/notesSlides/notesSlide11.xml" Id="R03bd10146dfa403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aee78648f41b6" /><Relationship Type="http://schemas.openxmlformats.org/officeDocument/2006/relationships/notesSlide" Target="/ppt/notesSlides/notesSlide12.xml" Id="R29555b5274cf436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a0a2be37044be" /><Relationship Type="http://schemas.openxmlformats.org/officeDocument/2006/relationships/notesSlide" Target="/ppt/notesSlides/notesSlide13.xml" Id="Rd5fb009684b5473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ea35fb9b644329" /><Relationship Type="http://schemas.openxmlformats.org/officeDocument/2006/relationships/notesSlide" Target="/ppt/notesSlides/notesSlide14.xml" Id="R1c1b4a41c53c4d0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2be76380645b9" /><Relationship Type="http://schemas.openxmlformats.org/officeDocument/2006/relationships/notesSlide" Target="/ppt/notesSlides/notesSlide15.xml" Id="Rcc513dc746da4b7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5c886f4e204a33" /><Relationship Type="http://schemas.openxmlformats.org/officeDocument/2006/relationships/notesSlide" Target="/ppt/notesSlides/notesSlide16.xml" Id="R3ea03b170805418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04dbf71324c77" /><Relationship Type="http://schemas.openxmlformats.org/officeDocument/2006/relationships/notesSlide" Target="/ppt/notesSlides/notesSlide17.xml" Id="R9938b2b0e5a74cb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72b7ffc44a40d0" /><Relationship Type="http://schemas.openxmlformats.org/officeDocument/2006/relationships/notesSlide" Target="/ppt/notesSlides/notesSlide18.xml" Id="Ra412398fc2fe460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54f89b200429d" /><Relationship Type="http://schemas.openxmlformats.org/officeDocument/2006/relationships/notesSlide" Target="/ppt/notesSlides/notesSlide19.xml" Id="Rf52ca77c0de943c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7dd25497f34c2a" /><Relationship Type="http://schemas.openxmlformats.org/officeDocument/2006/relationships/notesSlide" Target="/ppt/notesSlides/notesSlide20.xml" Id="R6189407922444f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2593F77-ADBD-44B6-906B-66D407CF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사업 제안서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EA621659-12E5-416B-A041-17390561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19325"/>
            <a:ext cx="6572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5100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사업명 확인 필요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B4E1A00C-D6A0-41AB-9FF6-69DE32C9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200650"/>
            <a:ext cx="666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제안사 확인 필요 · 제출일 확인 필요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EB92CFB0-31D4-4D04-A5A9-F00A41E8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발주기관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8159737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id3-title">
            <a:extLst xmlns:a="http://schemas.openxmlformats.org/drawingml/2006/main">
              <a:ext uri="{FF2B5EF4-FFF2-40B4-BE49-F238E27FC236}">
                <a16:creationId xmlns:a16="http://schemas.microsoft.com/office/drawing/2014/main" id="{06461D7B-2A4E-463F-82E4-303D0251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제안의 구성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0E99B4DA-BFE8-4C6C-859A-138A678A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921EC508-1B7F-46CF-B3E9-A781A748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05ED2315-A436-4580-9727-E136D2ED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2DEA7FCB-4925-4F23-A26C-228B3B2B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431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사업 이해와 제안 방향</a:t>
            </a:r>
          </a:p>
        </p:txBody>
      </p:sp>
      <p:sp>
        <p:nvSpPr>
          <p:cNvPr id="6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E450A327-7BFC-4352-8695-6ADF8806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B5144019-A553-47F2-A3CB-7C86D132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956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수행 방법과 운영 체계</a:t>
            </a:r>
          </a:p>
        </p:txBody>
      </p:sp>
      <p:sp>
        <p:nvSpPr>
          <p:cNvPr id="8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0213243C-1CDB-4E3A-8946-C46EF397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520F2FFC-536D-41FD-B864-B27C9D01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481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품질·위험·보안 관리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EAAD4945-12F5-49AF-82E5-2D071D75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2B7C2838-4C9F-4223-98FD-47D68DAF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006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검증 근거와 성과 관리</a:t>
            </a:r>
          </a:p>
        </p:txBody>
      </p:sp>
    </p:spTree>
    <p:extLst>
      <p:ext uri="{BB962C8B-B14F-4D97-AF65-F5344CB8AC3E}">
        <p14:creationId xmlns:p14="http://schemas.microsoft.com/office/powerpoint/2010/main" val="8450568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id3-title">
            <a:extLst xmlns:a="http://schemas.openxmlformats.org/drawingml/2006/main">
              <a:ext uri="{FF2B5EF4-FFF2-40B4-BE49-F238E27FC236}">
                <a16:creationId xmlns:a16="http://schemas.microsoft.com/office/drawing/2014/main" id="{3A8D92B1-7DFF-492C-B5ED-904BFC78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제안 요약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317D78AE-C22C-44D0-97FF-BDC1D2FE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E92B236C-3775-4EDB-8EB1-5C75AE7C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79A801EA-A7AA-4659-944B-A348C619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핵심 제안 내용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7BFE8D16-2C5D-4204-9C73-5F7CDBAC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345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사업의 목적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8EA61460-65A6-40FD-97B4-FAEA7068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3454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32AD1F4A-CE9F-46F9-98ED-71315A14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3381375"/>
            <a:ext cx="345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주요 수행 내용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D66477D5-FD70-4193-BF45-70107E98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4267200"/>
            <a:ext cx="3454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9833B10A-0AA0-4354-9753-D4595138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3381375"/>
            <a:ext cx="345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완료 기준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3D87DEE7-3C50-4863-8246-25A1D0F8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4267200"/>
            <a:ext cx="3454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819314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42437622-B196-4C76-A0EA-7FCF1CD0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사업 이해와 핵심 과제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74B02C4-5E39-4026-933F-36254C51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AC19460-5071-4810-84AD-60AD411D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C1C62D90-CFA1-4AF0-BF34-C718690E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발주처의 현황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53FA610-4EFE-4D94-8DCD-4F3D08F4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1943100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275F9EF-1A88-4EFB-9B56-50E20CD3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해결해야 할 과제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DC06E0A4-C23F-4235-9061-26A6B6B2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3876675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20733904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D7B231F2-AE63-4072-84D9-8FB2D041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사업 목표와 적용 범위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E51B9249-C485-41BE-AE3E-7801CDE8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DD7D128E-3A2C-43A1-8C22-BF048878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8702010E-DC4B-41A9-875B-69C60A73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대상과 범위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0055012D-971C-4BC4-AA1C-87AB9079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DAD62868-CECE-4F28-A2DB-C47BFB3A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정량 목표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834F753C-D215-403F-93CD-014A7B7C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4327F4CA-D60C-4599-B24D-BB211045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적용 조건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345C493B-7E07-4B9D-B8A7-46D911E7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1921821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959EC520-5BD4-4DF2-A1C6-0231336A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요구사항 대응 계획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742F7E22-7878-4E13-9895-3BEE6058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019E9652-499D-4E8A-946F-FE146809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</a:t>
                      </a:r>
                    </a:p>
                  </a:txBody>
                  <a:tcPr marL="171450" marR="171450" marT="152400" marB="114300" anchor="ctr">
                    <a:solidFill>
                      <a:srgbClr val="7B62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수행 방안</a:t>
                      </a:r>
                    </a:p>
                  </a:txBody>
                  <a:tcPr marL="171450" marR="171450" marT="152400" marB="114300" anchor="ctr">
                    <a:solidFill>
                      <a:srgbClr val="7B62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근거</a:t>
                      </a:r>
                    </a:p>
                  </a:txBody>
                  <a:tcPr marL="171450" marR="171450" marT="152400" marB="114300" anchor="ctr">
                    <a:solidFill>
                      <a:srgbClr val="7B625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EE8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8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8E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EE8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8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8E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42839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7D05EC2C-2689-4D8B-A0DE-1D9D3638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평가항목별 제안 근거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2827197-1C73-4D44-B357-EA083975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0E20BBE6-5CDC-4DDB-AAB9-4CAEDA3F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평가항목</a:t>
                      </a:r>
                    </a:p>
                  </a:txBody>
                  <a:tcPr marL="171450" marR="171450" marT="152400" marB="114300" anchor="ctr">
                    <a:solidFill>
                      <a:srgbClr val="7B62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제안 내용</a:t>
                      </a:r>
                    </a:p>
                  </a:txBody>
                  <a:tcPr marL="171450" marR="171450" marT="152400" marB="114300" anchor="ctr">
                    <a:solidFill>
                      <a:srgbClr val="7B62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증빙·관련 페이지</a:t>
                      </a:r>
                    </a:p>
                  </a:txBody>
                  <a:tcPr marL="171450" marR="171450" marT="152400" marB="114300" anchor="ctr">
                    <a:solidFill>
                      <a:srgbClr val="7B625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EE8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8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8E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EE8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8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8E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71358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DA70C9E8-1105-42DD-AA62-1CBFDDF8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핵심 수행 전략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A42DECF0-B3DB-4CB9-830A-AB524CB6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C76781A1-68DB-4AE2-B67B-33A44F21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AC5C7D10-D13F-4C82-A289-A2B3E51C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접근 방법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CA68165B-DD26-4934-80C3-907DC8CF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F3FA8B9D-0097-4341-8A98-A635F3E7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수행의 차별점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96CF63C7-DDBA-4AC5-8E78-51AE271E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F222B734-7A66-4E6B-9FA1-B2B6F2BE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실행 조건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A2D88E14-95DA-4C46-91D5-D3DF8293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0113169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title">
            <a:extLst xmlns:a="http://schemas.openxmlformats.org/drawingml/2006/main">
              <a:ext uri="{FF2B5EF4-FFF2-40B4-BE49-F238E27FC236}">
                <a16:creationId xmlns:a16="http://schemas.microsoft.com/office/drawing/2014/main" id="{F09BD24D-270F-49D6-A9CB-0044ECBC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단계별 수행 절차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FD3DA560-1608-4527-8B84-F553855B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B3C57F9C-753C-43B6-887A-927B2563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FFA8ED54-10BF-4490-B7EF-08BF02A5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89AC8F14-92AF-4A0B-BD64-B89729B5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착수·요건 확인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4CCE86F4-7073-44E7-A7A5-18098082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C817E36C-7495-4D86-929C-A1F13B6F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6EA05D46-3EED-4FE5-B98C-60FBCDA1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설계·준비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08F5C796-4C9D-4F01-8B7D-EAFB177F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2C1C12D8-236E-4282-914A-173F3EDD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EAC73709-91C2-49AC-B444-CA69AEF6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실행·점검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3B834BCB-3FDA-4DCC-B664-F4379959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3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3F01DF0A-B3D7-473B-A740-34405E10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6F34A459-BEDE-449B-AEEC-FCDC682F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검증·인계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6291B82F-AE98-4107-BA00-4748A570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</p:spTree>
    <p:extLst>
      <p:ext uri="{BB962C8B-B14F-4D97-AF65-F5344CB8AC3E}">
        <p14:creationId xmlns:p14="http://schemas.microsoft.com/office/powerpoint/2010/main" val="15676409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5DBFF87C-E002-484D-AF33-E0AF275B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세부 과업 수행 방안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A85F7AD6-DFD4-414C-8C99-DF274347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42FD928F-609A-4B22-B593-A2F8D941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FCE4052C-8D3A-4847-9388-AAEFE167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주요 과업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D942C485-C0F8-47AA-8697-A942AF41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1943100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DC7F6ACE-BC1B-41E3-BDFF-7B965872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수행 방법과 산출물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B6346769-3F34-4CC5-BEC1-E6F21401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3876675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21200840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C72B2F15-A1CB-49C9-8D6B-40E9263D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추진 일정과 마일스톤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91AF9AF-0BA5-4EBF-9532-7A7E3323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27E5AFFD-8C9D-4A84-88C7-10BCF256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171450" marR="171450" marT="152400" marB="114300" anchor="ctr">
                    <a:solidFill>
                      <a:srgbClr val="7B62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</a:t>
                      </a:r>
                    </a:p>
                  </a:txBody>
                  <a:tcPr marL="171450" marR="171450" marT="152400" marB="114300" anchor="ctr">
                    <a:solidFill>
                      <a:srgbClr val="7B62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활동</a:t>
                      </a:r>
                    </a:p>
                  </a:txBody>
                  <a:tcPr marL="171450" marR="171450" marT="152400" marB="114300" anchor="ctr">
                    <a:solidFill>
                      <a:srgbClr val="7B62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7B625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EE8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8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8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8E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EE8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8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8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8E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76710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820C2B9F-D5A5-425C-B6F2-96E0B796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수행 조직과 역할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E8C7FAE2-C418-422E-99FE-62A22030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53958CCC-424B-4E8A-861F-F57D4A9F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171450" marR="171450" marT="152400" marB="114300" anchor="ctr">
                    <a:solidFill>
                      <a:srgbClr val="7B62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담당·투입 조건</a:t>
                      </a:r>
                    </a:p>
                  </a:txBody>
                  <a:tcPr marL="171450" marR="171450" marT="152400" marB="114300" anchor="ctr">
                    <a:solidFill>
                      <a:srgbClr val="7B62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책임과 수행 내용</a:t>
                      </a:r>
                    </a:p>
                  </a:txBody>
                  <a:tcPr marL="171450" marR="171450" marT="152400" marB="114300" anchor="ctr">
                    <a:solidFill>
                      <a:srgbClr val="7B625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EE8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8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8E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EE8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8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8E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362619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title">
            <a:extLst xmlns:a="http://schemas.openxmlformats.org/drawingml/2006/main">
              <a:ext uri="{FF2B5EF4-FFF2-40B4-BE49-F238E27FC236}">
                <a16:creationId xmlns:a16="http://schemas.microsoft.com/office/drawing/2014/main" id="{335AF4BD-4B73-41E6-8297-BA4D53FE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보고와 의사결정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E2A1E018-3B47-4AA1-A35B-52A089F6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85B767A-9A63-4B1B-AF2E-207F74A7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CF555733-94A8-4AE7-8EE7-606CD95A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2FE17301-AF0F-42F8-9AFA-850B01AD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진행 현황 보고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C48B1F5A-F1FC-44D2-9E48-45993D15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3E94028A-A90A-4CF5-B6C3-8F16F28C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3F8D7E4E-FB62-40C5-BBC6-C115C3D2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쟁점 검토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4AD1CAB0-3345-4EDF-9929-3F0F78D1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5C25EF52-82BA-4B66-9CCA-F71548F3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8B628410-802F-4EBB-AA8E-0A519821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발주처 협의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B6988780-EB19-428A-9191-D96DD47F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3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7A88B5B9-9AC2-43DC-B348-64A03E0C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B6AE6766-BACA-443A-8CE0-BB0762CF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변경사항 반영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CD74B05D-7234-49AC-AE27-CA61E230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</p:spTree>
    <p:extLst>
      <p:ext uri="{BB962C8B-B14F-4D97-AF65-F5344CB8AC3E}">
        <p14:creationId xmlns:p14="http://schemas.microsoft.com/office/powerpoint/2010/main" val="8664690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03376BD4-80EE-40F0-9A02-9034D5B9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품질관리와 검수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36234BE0-B4C0-4B87-AE8F-0D5ED6E8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28F54C88-515A-4FBA-8EA6-76EAEBF2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41C76327-5FA5-458B-874A-446543CD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품질 기준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36F6C53D-0339-4BDD-8A11-86B88612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289B5502-5CEC-454F-B0F2-890D8B9E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검증 방법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79D05DF6-1337-407E-B54B-51C5A849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264E38CE-0018-42AE-A113-62353426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보완과 재검수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13C8E5B6-4928-4792-B17A-576B70F2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06537868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F7D5D28E-9E87-4DE5-B9D6-9350F947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위험과 대응 계획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7EEF503E-2E37-4131-AA0B-786BEB49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9F06A7C0-2179-4545-9DB8-8020AA83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 요인</a:t>
                      </a:r>
                    </a:p>
                  </a:txBody>
                  <a:tcPr marL="171450" marR="171450" marT="152400" marB="114300" anchor="ctr">
                    <a:solidFill>
                      <a:srgbClr val="7B62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예방·대응 방안</a:t>
                      </a:r>
                    </a:p>
                  </a:txBody>
                  <a:tcPr marL="171450" marR="171450" marT="152400" marB="114300" anchor="ctr">
                    <a:solidFill>
                      <a:srgbClr val="7B62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담당·점검 기준</a:t>
                      </a:r>
                    </a:p>
                  </a:txBody>
                  <a:tcPr marL="171450" marR="171450" marT="152400" marB="114300" anchor="ctr">
                    <a:solidFill>
                      <a:srgbClr val="7B625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EE8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8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8E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EE8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8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8E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60136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872C45F8-2CB2-4026-8FB7-49F2BF23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정보보호와 준수사항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972E0DA-4269-49A3-92B5-D2F60753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13749342-FD62-42C9-9299-2B2F6233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B0EB2651-2E11-4DF0-9D22-57B5B9AF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보호 대상과 준수 기준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E00D0A54-AF79-4F7E-9AA6-9A46BBF5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1943100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D7DACF0B-5E37-46B8-9FC4-FDF33E78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통제 방법과 점검 기록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7FE43EE2-D364-4EEC-AFA0-2E703CC4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3876675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83424813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2AF8AC21-909F-4717-AE82-8FE3D49C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성과지표와 측정 방법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401BFAC-95DF-4EA6-BDA6-E4345520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5236A6A-D096-4C10-B568-FC494E03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성과지표</a:t>
                      </a:r>
                    </a:p>
                  </a:txBody>
                  <a:tcPr marL="171450" marR="171450" marT="152400" marB="114300" anchor="ctr">
                    <a:solidFill>
                      <a:srgbClr val="7B62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목표·근거</a:t>
                      </a:r>
                    </a:p>
                  </a:txBody>
                  <a:tcPr marL="171450" marR="171450" marT="152400" marB="114300" anchor="ctr">
                    <a:solidFill>
                      <a:srgbClr val="7B62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방법·주기</a:t>
                      </a:r>
                    </a:p>
                  </a:txBody>
                  <a:tcPr marL="171450" marR="171450" marT="152400" marB="114300" anchor="ctr">
                    <a:solidFill>
                      <a:srgbClr val="7B625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EE8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8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8E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EE8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8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8E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1394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E809D857-6D8B-4756-A28D-B19148BC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수행 역량과 검증 자료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1B828C19-CF2D-4589-B1A0-67117586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43C49A9D-5C39-493C-80F3-A3FCA95B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B57112BD-2D7C-4FA1-B74F-B7758561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관련 역량과 수행 경험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885F329-6455-4849-BDFA-92F5ACDA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1943100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82D583E-5812-46EF-AF2E-5443BE02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확인 가능한 증빙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F641CDB3-30FB-4126-9B3F-2DF9CFE4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3876675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5401562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CB5EDA25-1DE6-4AA5-8DC5-01E8826B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산출물과 완료 기준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C37445E9-DE31-4022-854C-FA9353D9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19E4F930-4FDF-4C11-AA1F-3338DC64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산출물</a:t>
                      </a:r>
                    </a:p>
                  </a:txBody>
                  <a:tcPr marL="171450" marR="171450" marT="152400" marB="114300" anchor="ctr">
                    <a:solidFill>
                      <a:srgbClr val="7B62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제출·인계 방법</a:t>
                      </a:r>
                    </a:p>
                  </a:txBody>
                  <a:tcPr marL="171450" marR="171450" marT="152400" marB="114300" anchor="ctr">
                    <a:solidFill>
                      <a:srgbClr val="7B62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7B625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EE8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8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8E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EE8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8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8E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53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9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874065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F43A6C7C-9354-4CEA-9269-A6ABE006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핵심 제안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90848D33-CEE7-4C5C-8AA9-3C3F9DCF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19325"/>
            <a:ext cx="6572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defRPr>
            </a:pPr>
            <a:r>
              <a:rPr sz="5100" b="1">
                <a:solidFill>
                  <a:srgbClr val="353738"/>
                </a:solidFill>
                <a:latin typeface="Malgun Gothic"/>
                <a:ea typeface="Malgun Gothic"/>
                <a:cs typeface="Malgun Gothic"/>
              </a:rPr>
              <a:t>수행 범위 확인 필요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1E6BE5B5-0B8E-4DE3-A7AA-242ACFCB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200650"/>
            <a:ext cx="666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협의 사항 확인 필요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CC07570C-956A-49A0-BF16-905DFCF1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7B6252"/>
                </a:solidFill>
                <a:latin typeface="Malgun Gothic"/>
                <a:ea typeface="Malgun Gothic"/>
                <a:cs typeface="Malgun Gothic"/>
              </a:rPr>
              <a:t>협의 사항 확인 필요</a:t>
            </a:r>
          </a:p>
        </p:txBody>
      </p:sp>
    </p:spTree>
    <p:extLst>
      <p:ext uri="{BB962C8B-B14F-4D97-AF65-F5344CB8AC3E}">
        <p14:creationId xmlns:p14="http://schemas.microsoft.com/office/powerpoint/2010/main" val="5089981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2026-09-25T07:46:34.7560000Z</dcterms:created>
  <dcterms:modified xsi:type="dcterms:W3CDTF">2026-09-25T07:46:34.7560000Z</dcterms:modified>
</coreProperties>
</file>