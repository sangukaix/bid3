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7302f3d6c4cf1" /><Relationship Type="http://schemas.openxmlformats.org/officeDocument/2006/relationships/extended-properties" Target="/docProps/app.xml" Id="R52382b40a4614f01" /><Relationship Type="http://schemas.openxmlformats.org/officeDocument/2006/relationships/officeDocument" Target="/ppt/presentation.xml" Id="R7221559048a0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7b86b1626d46de"/>
  </p:sldMasterIdLst>
  <p:notesMasterIdLst>
    <p:notesMasterId xmlns:r="http://schemas.openxmlformats.org/officeDocument/2006/relationships" r:id="R6f7b500c5bec4e5a"/>
  </p:notesMasterIdLst>
  <p:sldIdLst>
    <p:sldId xmlns:r="http://schemas.openxmlformats.org/officeDocument/2006/relationships" id="256" r:id="R15f46cab0bb74038"/>
    <p:sldId xmlns:r="http://schemas.openxmlformats.org/officeDocument/2006/relationships" id="257" r:id="R54c0c2184eef418a"/>
    <p:sldId xmlns:r="http://schemas.openxmlformats.org/officeDocument/2006/relationships" id="258" r:id="Rc92bfe537b45411c"/>
    <p:sldId xmlns:r="http://schemas.openxmlformats.org/officeDocument/2006/relationships" id="259" r:id="R7c8a2fe12e164c2e"/>
    <p:sldId xmlns:r="http://schemas.openxmlformats.org/officeDocument/2006/relationships" id="260" r:id="Rba98021d83874296"/>
    <p:sldId xmlns:r="http://schemas.openxmlformats.org/officeDocument/2006/relationships" id="261" r:id="R5b8590389a264237"/>
    <p:sldId xmlns:r="http://schemas.openxmlformats.org/officeDocument/2006/relationships" id="262" r:id="Rfbcc09fe140d4992"/>
    <p:sldId xmlns:r="http://schemas.openxmlformats.org/officeDocument/2006/relationships" id="263" r:id="Rc4174f021ea6457b"/>
    <p:sldId xmlns:r="http://schemas.openxmlformats.org/officeDocument/2006/relationships" id="264" r:id="R31efed1dd9dc47aa"/>
    <p:sldId xmlns:r="http://schemas.openxmlformats.org/officeDocument/2006/relationships" id="265" r:id="Rf82c94d742db4488"/>
    <p:sldId xmlns:r="http://schemas.openxmlformats.org/officeDocument/2006/relationships" id="266" r:id="Rb1080ad5b3524b32"/>
    <p:sldId xmlns:r="http://schemas.openxmlformats.org/officeDocument/2006/relationships" id="267" r:id="R032583cdbaad43a7"/>
    <p:sldId xmlns:r="http://schemas.openxmlformats.org/officeDocument/2006/relationships" id="268" r:id="R32cb5f464367417b"/>
    <p:sldId xmlns:r="http://schemas.openxmlformats.org/officeDocument/2006/relationships" id="269" r:id="R89f21e6d629d41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b48af416df4ed9" /><Relationship Type="http://schemas.openxmlformats.org/officeDocument/2006/relationships/slideMaster" Target="/ppt/slideMasters/slideMaster1.xml" Id="Rf07b86b1626d46de" /><Relationship Type="http://schemas.openxmlformats.org/officeDocument/2006/relationships/notesMaster" Target="/ppt/notesMasters/notesMaster1.xml" Id="R6f7b500c5bec4e5a" /><Relationship Type="http://schemas.openxmlformats.org/officeDocument/2006/relationships/presProps" Target="/ppt/presProps.xml" Id="Rcb6739b45fb44103" /><Relationship Type="http://schemas.openxmlformats.org/officeDocument/2006/relationships/tableStyles" Target="/ppt/tableStyles.xml" Id="R8d17c02206094bc2" /><Relationship Type="http://schemas.openxmlformats.org/officeDocument/2006/relationships/slide" Target="/ppt/slides/slide1.xml" Id="R15f46cab0bb74038" /><Relationship Type="http://schemas.openxmlformats.org/officeDocument/2006/relationships/slide" Target="/ppt/slides/slide2.xml" Id="R54c0c2184eef418a" /><Relationship Type="http://schemas.openxmlformats.org/officeDocument/2006/relationships/slide" Target="/ppt/slides/slide3.xml" Id="Rc92bfe537b45411c" /><Relationship Type="http://schemas.openxmlformats.org/officeDocument/2006/relationships/slide" Target="/ppt/slides/slide4.xml" Id="R7c8a2fe12e164c2e" /><Relationship Type="http://schemas.openxmlformats.org/officeDocument/2006/relationships/slide" Target="/ppt/slides/slide5.xml" Id="Rba98021d83874296" /><Relationship Type="http://schemas.openxmlformats.org/officeDocument/2006/relationships/slide" Target="/ppt/slides/slide6.xml" Id="R5b8590389a264237" /><Relationship Type="http://schemas.openxmlformats.org/officeDocument/2006/relationships/slide" Target="/ppt/slides/slide7.xml" Id="Rfbcc09fe140d4992" /><Relationship Type="http://schemas.openxmlformats.org/officeDocument/2006/relationships/slide" Target="/ppt/slides/slide8.xml" Id="Rc4174f021ea6457b" /><Relationship Type="http://schemas.openxmlformats.org/officeDocument/2006/relationships/slide" Target="/ppt/slides/slide9.xml" Id="R31efed1dd9dc47aa" /><Relationship Type="http://schemas.openxmlformats.org/officeDocument/2006/relationships/slide" Target="/ppt/slides/slide10.xml" Id="Rf82c94d742db4488" /><Relationship Type="http://schemas.openxmlformats.org/officeDocument/2006/relationships/slide" Target="/ppt/slides/slide11.xml" Id="Rb1080ad5b3524b32" /><Relationship Type="http://schemas.openxmlformats.org/officeDocument/2006/relationships/slide" Target="/ppt/slides/slide12.xml" Id="R032583cdbaad43a7" /><Relationship Type="http://schemas.openxmlformats.org/officeDocument/2006/relationships/slide" Target="/ppt/slides/slide13.xml" Id="R32cb5f464367417b" /><Relationship Type="http://schemas.openxmlformats.org/officeDocument/2006/relationships/slide" Target="/ppt/slides/slide14.xml" Id="R89f21e6d629d41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e41f046388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339a3cd874bff" /><Relationship Type="http://schemas.openxmlformats.org/officeDocument/2006/relationships/notesMaster" Target="/ppt/notesMasters/notesMaster1.xml" Id="Rb9acb890bdea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c2841a3a441b0" /><Relationship Type="http://schemas.openxmlformats.org/officeDocument/2006/relationships/notesMaster" Target="/ppt/notesMasters/notesMaster1.xml" Id="R4c849ef98c57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6dcbc72174faa" /><Relationship Type="http://schemas.openxmlformats.org/officeDocument/2006/relationships/notesMaster" Target="/ppt/notesMasters/notesMaster1.xml" Id="Re103265a3ab0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29a8a318443f3" /><Relationship Type="http://schemas.openxmlformats.org/officeDocument/2006/relationships/notesMaster" Target="/ppt/notesMasters/notesMaster1.xml" Id="Reb05df7bd416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915fa6805422f" /><Relationship Type="http://schemas.openxmlformats.org/officeDocument/2006/relationships/notesMaster" Target="/ppt/notesMasters/notesMaster1.xml" Id="Rd5af53d2e39e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c63499d7c43c2" /><Relationship Type="http://schemas.openxmlformats.org/officeDocument/2006/relationships/notesMaster" Target="/ppt/notesMasters/notesMaster1.xml" Id="R20dd82e6c60e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cdaf2f5e74cec" /><Relationship Type="http://schemas.openxmlformats.org/officeDocument/2006/relationships/notesMaster" Target="/ppt/notesMasters/notesMaster1.xml" Id="R4bdf9a20dddf44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f852b23ff0438a" /><Relationship Type="http://schemas.openxmlformats.org/officeDocument/2006/relationships/notesMaster" Target="/ppt/notesMasters/notesMaster1.xml" Id="Rb323fd1a297b4e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72e2c8f89f4a89" /><Relationship Type="http://schemas.openxmlformats.org/officeDocument/2006/relationships/notesMaster" Target="/ppt/notesMasters/notesMaster1.xml" Id="R17e21c24aab242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d6315b50c14877" /><Relationship Type="http://schemas.openxmlformats.org/officeDocument/2006/relationships/notesMaster" Target="/ppt/notesMasters/notesMaster1.xml" Id="R76d7b5ef0ab44f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2b18e1b4e54035" /><Relationship Type="http://schemas.openxmlformats.org/officeDocument/2006/relationships/notesMaster" Target="/ppt/notesMasters/notesMaster1.xml" Id="R1d85cebe9b3f4d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5608e4814c4fad" /><Relationship Type="http://schemas.openxmlformats.org/officeDocument/2006/relationships/notesMaster" Target="/ppt/notesMasters/notesMaster1.xml" Id="Rb62da3db84a643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b6c81bb97b4096" /><Relationship Type="http://schemas.openxmlformats.org/officeDocument/2006/relationships/notesMaster" Target="/ppt/notesMasters/notesMaster1.xml" Id="R7b0795fd75644b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7bcfe5179343ac" /><Relationship Type="http://schemas.openxmlformats.org/officeDocument/2006/relationships/notesMaster" Target="/ppt/notesMasters/notesMaster1.xml" Id="Rd012149c01bf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https://images.pexels.com/photos/4481259/pexels-photo-4481259.jpeg?auto=compress&amp;cs=tinysrgb&amp;w=1800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https://images.pexels.com/photos/4481532/pexels-photo-4481532.jpeg?auto=compress&amp;cs=tinysrgb&amp;w=1500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f4305999b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3cd0007654d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3124df64f45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ead14ce1846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64c9f478e4f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78bc580d64b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520DEC-B2D5-4FB0-BF9A-7CD4AC8EE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D01E46-587D-4C24-8CE2-87033B542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00679D-7971-4B95-A41F-03363200A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442FE-3536-40D9-ACB4-57D9B2CD5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F14360-081C-40B6-BA5A-A705FECB3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5BCB90-A549-44FD-9D7E-138AED666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619AD5-65F6-404A-B245-3C785937C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E16B5C-912F-4398-91E5-CACBE98F6E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928109-9AA4-42D8-A08D-2587423A3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3037A1-9973-4190-86FC-5BD19965BC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84998b8024878" /><Relationship Type="http://schemas.openxmlformats.org/officeDocument/2006/relationships/slideLayout" Target="/ppt/slideLayouts/slideLayout1.xml" Id="R518be94ed8e0495e" /><Relationship Type="http://schemas.openxmlformats.org/officeDocument/2006/relationships/slideLayout" Target="/ppt/slideLayouts/slideLayout2.xml" Id="Rc4dfcfe8eafa46ed" /><Relationship Type="http://schemas.openxmlformats.org/officeDocument/2006/relationships/slideLayout" Target="/ppt/slideLayouts/slideLayout3.xml" Id="R852330f846874fab" /><Relationship Type="http://schemas.openxmlformats.org/officeDocument/2006/relationships/slideLayout" Target="/ppt/slideLayouts/slideLayout4.xml" Id="R75f5fd6bdd50480a" /><Relationship Type="http://schemas.openxmlformats.org/officeDocument/2006/relationships/slideLayout" Target="/ppt/slideLayouts/slideLayout5.xml" Id="R74f0da3a314d428b" /><Relationship Type="http://schemas.openxmlformats.org/officeDocument/2006/relationships/slideLayout" Target="/ppt/slideLayouts/slideLayout6.xml" Id="Rb895e4db55e9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be94ed8e0495e"/>
    <p:sldLayoutId xmlns:r="http://schemas.openxmlformats.org/officeDocument/2006/relationships" id="2147483650" r:id="Rc4dfcfe8eafa46ed"/>
    <p:sldLayoutId xmlns:r="http://schemas.openxmlformats.org/officeDocument/2006/relationships" id="2147483651" r:id="R852330f846874fab"/>
    <p:sldLayoutId xmlns:r="http://schemas.openxmlformats.org/officeDocument/2006/relationships" id="2147483652" r:id="R75f5fd6bdd50480a"/>
    <p:sldLayoutId xmlns:r="http://schemas.openxmlformats.org/officeDocument/2006/relationships" id="2147483653" r:id="R74f0da3a314d428b"/>
    <p:sldLayoutId xmlns:r="http://schemas.openxmlformats.org/officeDocument/2006/relationships" id="2147483654" r:id="Rb895e4db55e9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5ef698a594097" /><Relationship Type="http://schemas.openxmlformats.org/officeDocument/2006/relationships/image" Target="/ppt/media/image.jpeg" Id="R601874aaf3a04ba0" /><Relationship Type="http://schemas.openxmlformats.org/officeDocument/2006/relationships/notesSlide" Target="/ppt/notesSlides/notesSlide1.xml" Id="R4cf8dbbec1dd4f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4e2489b324d9f" /><Relationship Type="http://schemas.openxmlformats.org/officeDocument/2006/relationships/notesSlide" Target="/ppt/notesSlides/notesSlide2.xml" Id="Rcbdb9638724b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5a8eaf5314813" /><Relationship Type="http://schemas.openxmlformats.org/officeDocument/2006/relationships/notesSlide" Target="/ppt/notesSlides/notesSlide3.xml" Id="R97ebabf30aed44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eb6c5b2ad4ad7" /><Relationship Type="http://schemas.openxmlformats.org/officeDocument/2006/relationships/notesSlide" Target="/ppt/notesSlides/notesSlide4.xml" Id="R5bacdc83f09443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f8b92908649ec" /><Relationship Type="http://schemas.openxmlformats.org/officeDocument/2006/relationships/notesSlide" Target="/ppt/notesSlides/notesSlide5.xml" Id="R0ef6575c473345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7caf4634a43eb" /><Relationship Type="http://schemas.openxmlformats.org/officeDocument/2006/relationships/notesSlide" Target="/ppt/notesSlides/notesSlide6.xml" Id="Ra7ee8139cbb9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d80e529a459f" /><Relationship Type="http://schemas.openxmlformats.org/officeDocument/2006/relationships/notesSlide" Target="/ppt/notesSlides/notesSlide7.xml" Id="Rcea9189a77a9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91f28cdf3477b" /><Relationship Type="http://schemas.openxmlformats.org/officeDocument/2006/relationships/notesSlide" Target="/ppt/notesSlides/notesSlide8.xml" Id="Red53ac0170094a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6cbc966ab4ebe" /><Relationship Type="http://schemas.openxmlformats.org/officeDocument/2006/relationships/notesSlide" Target="/ppt/notesSlides/notesSlide9.xml" Id="Re3658cb6eff24d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267a9094a41b0" /><Relationship Type="http://schemas.openxmlformats.org/officeDocument/2006/relationships/notesSlide" Target="/ppt/notesSlides/notesSlide10.xml" Id="R31d075e6469749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06caa9f784a69" /><Relationship Type="http://schemas.openxmlformats.org/officeDocument/2006/relationships/notesSlide" Target="/ppt/notesSlides/notesSlide11.xml" Id="R69c991c25959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5368391ba44e8" /><Relationship Type="http://schemas.openxmlformats.org/officeDocument/2006/relationships/notesSlide" Target="/ppt/notesSlides/notesSlide12.xml" Id="R238868685b2c4e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cd3dda23b471f" /><Relationship Type="http://schemas.openxmlformats.org/officeDocument/2006/relationships/notesSlide" Target="/ppt/notesSlides/notesSlide13.xml" Id="Rfa1ecce70fd24e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b9589b71247eb" /><Relationship Type="http://schemas.openxmlformats.org/officeDocument/2006/relationships/image" Target="/ppt/media/image2.jpeg" Id="Rdb006c342e654c8b" /><Relationship Type="http://schemas.openxmlformats.org/officeDocument/2006/relationships/notesSlide" Target="/ppt/notesSlides/notesSlide14.xml" Id="Raf0d31adcbdd45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B8AE2-0ED1-44D9-9956-422F1A34B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874aaf3a04ba0"/>
          <a:srcRect xmlns:a="http://schemas.openxmlformats.org/drawingml/2006/main" l="19722" t="0" r="1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3B80C6D-52D5-4CE7-986A-713D0B06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9606D6CF-3323-4723-8ED1-F0F382E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물품·설비 납품</a:t>
            </a:r>
          </a:p>
          <a:p xmlns:a="http://schemas.openxmlformats.org/drawingml/2006/main">
            <a:pPr algn="l">
              <a:defRPr sz="42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17D9B97-D033-4BAA-B483-372FAE9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A54D2CDE-B53D-4BA3-932C-24FB6CD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인스톨 플랜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34183E7-85F8-4387-AAAC-78E6337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4018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C36A581-B8F8-413F-B173-879AD386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D68E34F-9E68-4BF5-8C10-BAE321E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공급·설치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47B0E11-0BED-4E20-9ED5-3ADBF95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요청 규격과 실제 반입·설치·검수 자료를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7610205-BF4C-4BE7-B93D-C04FF6D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417429E-F3E2-45B5-B15C-0CCDD1C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980D16D-F8D4-4C9E-95A3-86319B4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9A73C5F-D045-4CE9-AA01-6C02DCB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252076B-2FA1-41BC-8025-511EF6E4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EEF821-E017-4D0B-81BC-9B6CCD8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규격과 구성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95F3C05-BFB2-4784-84A9-C06167E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53B361E-E86E-43FC-B696-F0524A8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3C56473-C926-4F67-ABA2-DBBFC1E8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C3D6F6-4163-4899-94D3-B152BDDC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공급과 설치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4923A2-EE3C-4179-B718-D9F10068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8423F71-4566-41E1-8932-1058655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E68C055-D0CE-4E03-9A5F-C8A55A90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FA00D5E-D191-4A80-865B-70399F27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검수와 교육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4D7BD0-5919-464F-B6E0-10EFEFB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54D26CA-2A4F-4911-8040-C9BF987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5B35D6-1EA0-46CE-96BE-84FACF2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AFDB05-C33A-4819-89C4-9AB1FCF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보증과 지원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D5B7FA-F53A-4C35-B373-FEC5196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308832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FBE8199-AEDB-4944-AAB3-6FB1C643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A0E9CAE-F672-4572-813E-03B719DA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납품 구성과 품목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C933AAC-CB2B-4137-A190-B7BABA4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아래는 품목 구성의 개념이며 실제 모델과 수량은 원문과 제조사 자료로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510D1EF-BBA6-4482-A09F-27801F3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5B1CB4E-F94D-41C3-BDC0-F688847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6C59A4E-69B2-4731-BEA0-D4679A8F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0D4369E-B1DC-42D7-B29D-25C2BEAE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0FEE984-15BB-45F0-9FDA-998EDDF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629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74D7969-3D78-42F4-81C5-875C021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업무용 장비 구성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834ACD-1D1A-4E35-A095-090F81FE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385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규격·설치 조건·검수 기록 연결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D3BA251-2562-4719-B1F9-A043B523DE69}"/>
              </a:ext>
            </a:extLst>
          </p:cNvPr>
          <p:cNvCxnSpPr/>
          <p:nvPr/>
        </p:nvCxnSpPr>
        <p:spPr>
          <a:xfrm xmlns:a="http://schemas.openxmlformats.org/drawingml/2006/main">
            <a:off x="6096000" y="3876675"/>
            <a:ext cx="0" cy="4000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486F3F3-86A0-436A-80D9-33F59C810B70}"/>
              </a:ext>
            </a:extLst>
          </p:cNvPr>
          <p:cNvCxnSpPr/>
          <p:nvPr/>
        </p:nvCxnSpPr>
        <p:spPr>
          <a:xfrm xmlns:a="http://schemas.openxmlformats.org/drawingml/2006/main">
            <a:off x="2238375" y="4276725"/>
            <a:ext cx="77152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cxnSp>
        <p:nvCxnSpPr>
          <p:cNvPr id="13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87A96DF-1EB7-401B-80AE-0ACE7465B10E}"/>
              </a:ext>
            </a:extLst>
          </p:cNvPr>
          <p:cNvCxnSpPr/>
          <p:nvPr/>
        </p:nvCxnSpPr>
        <p:spPr>
          <a:xfrm xmlns:a="http://schemas.openxmlformats.org/drawingml/2006/main">
            <a:off x="22288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6A68FA6-6435-4FB5-B668-4C3A400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36EE35-5766-4158-A795-995C04C5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주 장비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F8E2D39-AC5F-4A05-874D-2FF1192F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요청 기능·성능 · 제조사·모델·수량 대조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DB69DF7-2D27-4DD7-89BE-393F92CBB95B}"/>
              </a:ext>
            </a:extLst>
          </p:cNvPr>
          <p:cNvCxnSpPr/>
          <p:nvPr/>
        </p:nvCxnSpPr>
        <p:spPr>
          <a:xfrm xmlns:a="http://schemas.openxmlformats.org/drawingml/2006/main">
            <a:off x="609600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44A19EDF-585A-4FD3-9965-5A69DEEA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58A3E12-2138-4FD5-8408-3BC71FD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연결·부속품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411B8BB-2615-48E0-8C96-21EF4E9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연결 규격·케이블 · 설치에 필요한 부속품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DFE71C1-C048-45B1-9503-25A79C854D03}"/>
              </a:ext>
            </a:extLst>
          </p:cNvPr>
          <p:cNvCxnSpPr/>
          <p:nvPr/>
        </p:nvCxnSpPr>
        <p:spPr>
          <a:xfrm xmlns:a="http://schemas.openxmlformats.org/drawingml/2006/main">
            <a:off x="99631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22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5C2EEB5-C61A-4A55-BB44-8D5BE1F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DBAC8C-A32E-4643-B4CC-F8652EE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운영 자료</a:t>
            </a:r>
          </a:p>
        </p:txBody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2CF223F-CFF5-4AE5-A3CE-3E063586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매뉴얼·라이선스 · 보증·검사·공급 자료</a:t>
            </a:r>
          </a:p>
        </p:txBody>
      </p:sp>
    </p:spTree>
    <p:extLst>
      <p:ext uri="{BB962C8B-B14F-4D97-AF65-F5344CB8AC3E}">
        <p14:creationId xmlns:p14="http://schemas.microsoft.com/office/powerpoint/2010/main" val="191521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BD9AE0D-D8EC-4924-AF9F-D5C16378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DE3A68-1BC8-4795-9A46-702509A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요청 규격과 제안 사양 비교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6C00708-3CC2-40A8-BA0F-0F3C7D43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실제 성능·규격 충족 여부는 제조사 원문과 시험 자료로 확인합니다.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8E7A899-A64E-4CB5-9074-05CD45A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677ABA6-36D8-4572-8608-9D01358F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9D4A4F1-063F-4F2D-A399-8AFBF65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5E0C2BB-B391-4493-BC25-C8D29C00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FFFE4-A4C8-4E14-ADD4-0CDC2C116B37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항목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기준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자료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근거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성능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구성품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48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64A9255-6F21-4072-B993-F3DAB18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7049C9-C600-4EE2-8502-3C0B85B7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설치 환경과 호환 조건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9EF7E2-2E96-465D-94E2-FC441C03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물품 사양뿐 아니라 현장에서 사용할 수 있는 조건을 확인합니다.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D632E5D-8839-47B2-8BC8-7FBA1396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B0C8A9-6745-4C1C-8009-2923DF1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85D9636-78F3-43AF-A9C1-59126DDB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433449-EA04-48F7-A47B-9064DBF9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9FE03C-165D-4829-8466-698FF7C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725B96E-8241-415D-BDDC-E49E7865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A91953-41BD-48A9-BE00-22E2310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공간·반입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A942236-911C-4DD4-A087-26936EA7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0E5FCC-6C37-41F3-B2F4-32A46E1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B81D7DC-7452-4828-97AD-2426C4B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529007E-E490-4140-8665-DD59D02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전원·연결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1569FA-F9F9-463E-9676-005EECA1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5E9E78-6785-4A91-BB8D-1C1510D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C245603-7305-4BB5-B065-0A60EAF7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9E3EAA-041D-4396-9716-B3C88A7B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운영 환경</a:t>
            </a:r>
          </a:p>
        </p:txBody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01B0A2-E8B8-46F9-9CB5-2455B00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39223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C1A1EF7-6A3A-49EE-8DDA-AF8A5CB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CE425C8-21B3-47B8-841E-78CE4D12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제조사와 공급 이력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FC79C7E-7E62-4585-9BF5-A3CBA31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발주·입고·설치·검수까지 제품의 이력을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9E94B49-45E1-4DC9-AE22-652E591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7B4AAF4-A6AA-4C05-923F-C9B409B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179535D-55ED-4B4D-9BBE-7A3AC678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4F2261-1A16-49F6-8314-11929CB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1BCED-82F4-4538-9B1E-E59E9241CC33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자료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대조할 내용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기록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공급 자료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정보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보증·검사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32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6DF8F35-AAF8-4597-8EB2-8B9E2576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BDD57F4-28DC-41B9-92E2-254714F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납품과 반입 절차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37AD609-9AF7-436F-8306-0E29395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현장 여건과 승인된 납품 계획에 맞춰 반입·상태 확인을 진행합니다.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8B4FCE6-9FB1-425F-9F42-0473ECE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F14536-6348-415C-85CF-FE7C92BC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D80E3E4-463F-4AFB-A3AB-93C7DB3B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384F4F-2697-43CC-82F9-703F828D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5C374D-C6A4-4B58-ABEA-493E643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D956EC6-E885-443D-95DE-6CA83A0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9E39A5-7762-4EF5-9316-1439F3BA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출고 확인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A6ACB22-DE8B-4F22-AA86-974A15E0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BE63444-41F6-4695-A541-C03FB4FA57F6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0DBE69-547D-415A-A7FC-3C62FA5A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EB37CDB-C29F-49CA-B9AB-61F62E42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D0ADFE-51C1-4098-850A-94313AB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운송·반입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6F0C965-99AF-43C9-A2BB-9B9CDBA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42E8C33-197F-4B4E-96E8-A25EAEB3162B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CFD2555-3D90-46CB-9AAD-90FD0A1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A5E9BB6-A247-4D19-966F-C30E9719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5B11BF-2031-4C38-BD08-EB3F0571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현장 입고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E73E7F-6BC7-4A49-847B-151695FD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B624BB45-B167-4A04-861D-DC26F4DC91DA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0EAE6F-0F6F-4079-814B-F1C097A3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CAFF0FE-12DC-466C-BF46-96ECDEA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F0599A-B147-49B6-B1B3-4D10F43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설치 인계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7CDD1DC-BB09-4C1E-A63F-2586BD15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22637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6570B4-B87A-43AA-B137-93D9338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5266BC1-E030-4708-B23F-541C264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설치와 시운전 순서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AD02C09-3F38-4180-BD73-38383F87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설치 결과와 기능 시험 기록을 검수에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592C75A-27B7-4667-B10A-FACEC50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A0683AB-2CEA-4D71-875B-C1FE81A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C700386-D212-4912-9386-A071FC6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77100D3-FB87-4188-959F-18E9FD2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79DB8B8-85EC-4D20-8582-6B67597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설치 준비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9397D39-5F60-4012-B778-21AECDF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C151BED-FDC0-4B1F-8B39-36C4383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0FA2078-C5F2-410F-B581-D336CCCA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04AABAE-3B09-4E4B-9E6D-E9008EE0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설치·구성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26E695-49D6-4EF1-BED0-E2F9D087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05F1B3-4CF9-4FE8-8948-DF57126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F8BD567-85D2-454F-BB48-6746F50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EDBA4DD-330D-4205-B84D-BF198275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시운전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BB46BB-4B05-487D-88C1-E382680A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DA25234-A357-4299-873C-A92309C0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63566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2C066F4-A77C-4C9D-B757-DB1DB71A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5FA73FC-D748-442B-901F-493B909A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검수 기준과 확인 기록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53D624-BF1B-4211-836C-5E369C15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판정 기준은 공고·계약·승인 자료를 대조해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9E61F54-B9A5-4135-B86A-99F9D2BC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3BEA7C8-64E1-4394-9BF7-8AE641B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0A7C20F-9E20-4009-A2DB-2E6E8D07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DB4DBE4-A2A6-44D5-8A3E-4C9AB50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BEB72-891E-464A-8F19-C712D5202BB2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항목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기록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규격·수량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기능·연계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문서·인계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385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464F525-E36E-4419-8B6F-FDBA60E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1BE2EB-3F2C-4EBC-BF46-D3F2FD5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관리자 교육과 운영 인계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8900DB6-D149-45A4-A1B8-3562046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장비를 사용할 수 있는 설명과 자료를 함께 전달합니다.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E0A1866-A580-42F8-BB68-46B7B51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4EFA7DA-115C-4983-AB8C-9312061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2ED886F-EBD5-48FD-B4AB-FD5CD8A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99D093D-6075-487F-ABCA-51E8D95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6B44365-5EDA-4266-B81E-27D28FB5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F8A38CE-3D39-4652-AABB-D9EABBCB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9C9FA2-EDC4-4457-BE65-59A01B9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기본 사용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3BDEAD3-0049-4BA2-944C-8852BF7C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18AC226C-DD1B-4927-9286-9ED077B39FC3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99F322-6FCB-482E-880A-EA177527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6ECF563-9AA2-470A-BADF-15E500F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8B2C2BA-E4BB-44D0-A7F2-76CBE76A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일상 점검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7FD3199-ED1B-4BE4-9712-2049F61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844D8BC-A408-4FAC-A489-43299DBE6742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58880AF-66E6-4CC4-B144-6A3B1A01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FC06BA2-8737-4845-810E-0432E35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1812BD0-A9FC-4F9F-A482-38FE60BD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오류 대응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3EEE342-F7D9-44D8-B643-E6DE6F5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48EC844D-CC44-4F8A-8DB3-7F3D5567559A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A7136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829B148-EA84-45A7-82C7-1C7BB40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168C510-B36D-4338-B5B0-3878F61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9525">
            <a:solidFill>
              <a:srgbClr val="8A7136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5E7902C-725B-43BB-9656-2711EE4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자료 인계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6179A88-E2BF-493A-9791-17613270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334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1A43E30-72D3-422E-8471-FCB0A83E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668F3C-6B43-4A5F-BEAF-A54E551C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보증과 사후지원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B594854-9D3E-4C8D-B4C0-34BB2E6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보증 기간과 처리 조건은 원문·계약·제조사 자료를 확인해 반영합니다.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1645F8F-A673-44D1-BCE3-55360C7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79ECA46-BB46-4EBE-BC67-6E37A91F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51ABCB9-334D-4DD6-9B15-563272D5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03E0FD6-EF33-44E0-A526-2144DAB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A25E1FC-6A0F-43D3-AB93-C17C7E0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접수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CBAB48-93B6-493F-81F3-B6E509B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58CADF6-7064-4B35-BE72-0CA72057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6984A4A-8C8E-47AD-B2B6-02773172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84EE900-5142-46FC-9211-91726DF0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진단·조치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3AEE8A-A06C-4B4E-A4EC-82ECB3BD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81FB99-159C-4BB2-953D-FB286E6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0E16C5C-D4A4-4603-8D95-CA5969C5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9939E52-7BF4-4547-A6B1-C434534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DFFA922-7573-4B35-85B4-9368C4EF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CB65C11-AE0C-4DF4-B4D5-B51BACF7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092537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CAEAAE4-9FD4-4EF6-9189-BF162FF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0F73A52-3388-4ED7-B748-FE67B09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예비품과 소모품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BCD4554-DD41-4BA6-8301-5571E16A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필요 품목·공급 조건·교체 주기는 실제 제품 기준으로 검토합니다.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582CA0F-4B7D-4832-AA00-69DB7D3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080B202-D582-4C29-BC42-EB7F17F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96B778A-DB73-44A6-A757-88F059D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B0EA20-D4D7-44C7-B69E-D1C7FD4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29666-F80A-4479-A390-C1E208158F32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품목 구분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조건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기록</a:t>
                      </a:r>
                    </a:p>
                  </a:txBody>
                  <a:tcPr marL="142875" marR="142875" marT="114300" marB="95250" anchor="ctr">
                    <a:solidFill>
                      <a:srgbClr val="3F3D3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 부품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소모품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단종·대체품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F3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EE9D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81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0C0FB80-4F76-4A9A-BF24-ED2F6A5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21D7EF-8C4D-4A41-94D4-1F33E46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납품 대장과 인계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F817897-7EC4-4955-906E-43EBF35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제품 정보와 설치·검사·지원 자료를 한 묶음으로 인계합니다.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545BF74-9F59-4740-8F3B-43666185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136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252C97C-BF0C-4A94-BF8C-ED91829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B73883C-AF97-4028-B099-DA9A9127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B77AB0E-F15B-4CC3-A075-5FF2FAD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7A10DD-3074-4565-9BA2-9B6D2939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품목·제조번호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ACA9B06-C389-44F5-B9D4-8973890E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A4E7D7-9054-45F4-A677-6BDB0E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설치·검수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5004042-0E31-404F-98EE-1F13A67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80CB57D-3238-4EF0-ABFE-E758A7D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운영·보증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FD1854E-6372-40A8-A806-836A670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2B930C1A-9037-452E-8352-C5FFA26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74C7E978-484C-46E8-AD82-73C6A18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F3D32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2FBFE42D-DEDC-4309-8B18-CF70E70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8A7136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723252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F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F6BB6-44B1-400B-8665-905B2C5A6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06c342e654c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2CF0358-5279-4718-BCA7-C4AE173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규격의 충족에서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가능한 인계까지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A9C8904-AF9E-4024-8F34-B15CB07A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73FF93-7E29-46EF-9334-D3073CBB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BCEDA32-A5E6-419F-8BC6-503BBFD4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6891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2026-10-14T01:26:58.7430000Z</dcterms:created>
  <dcterms:modified xsi:type="dcterms:W3CDTF">2026-10-14T01:26:58.7430000Z</dcterms:modified>
</coreProperties>
</file>