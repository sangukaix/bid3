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3b8f041e14936" /><Relationship Type="http://schemas.openxmlformats.org/officeDocument/2006/relationships/extended-properties" Target="/docProps/app.xml" Id="Ra178210489144072" /><Relationship Type="http://schemas.openxmlformats.org/officeDocument/2006/relationships/officeDocument" Target="/ppt/presentation.xml" Id="R03cfbc4810b2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8a95c90094fa9"/>
  </p:sldMasterIdLst>
  <p:notesMasterIdLst>
    <p:notesMasterId xmlns:r="http://schemas.openxmlformats.org/officeDocument/2006/relationships" r:id="R353aeed5b1a0474c"/>
  </p:notesMasterIdLst>
  <p:sldIdLst>
    <p:sldId xmlns:r="http://schemas.openxmlformats.org/officeDocument/2006/relationships" id="256" r:id="R3fb93e43866e4875"/>
    <p:sldId xmlns:r="http://schemas.openxmlformats.org/officeDocument/2006/relationships" id="257" r:id="R0d4aa78bdfcf4fd0"/>
    <p:sldId xmlns:r="http://schemas.openxmlformats.org/officeDocument/2006/relationships" id="258" r:id="R73f48ac41ea942a4"/>
    <p:sldId xmlns:r="http://schemas.openxmlformats.org/officeDocument/2006/relationships" id="259" r:id="R7734522ce5d94cd0"/>
    <p:sldId xmlns:r="http://schemas.openxmlformats.org/officeDocument/2006/relationships" id="260" r:id="R7ffd3d2a390d4ff9"/>
    <p:sldId xmlns:r="http://schemas.openxmlformats.org/officeDocument/2006/relationships" id="261" r:id="R68568eae0ce34038"/>
    <p:sldId xmlns:r="http://schemas.openxmlformats.org/officeDocument/2006/relationships" id="262" r:id="Rd68600e5b3c1490c"/>
    <p:sldId xmlns:r="http://schemas.openxmlformats.org/officeDocument/2006/relationships" id="263" r:id="R8091edfca07b48ba"/>
    <p:sldId xmlns:r="http://schemas.openxmlformats.org/officeDocument/2006/relationships" id="264" r:id="Rc516fef55df944a6"/>
    <p:sldId xmlns:r="http://schemas.openxmlformats.org/officeDocument/2006/relationships" id="265" r:id="R7c72132c52244f55"/>
    <p:sldId xmlns:r="http://schemas.openxmlformats.org/officeDocument/2006/relationships" id="266" r:id="R415652b886724e0a"/>
    <p:sldId xmlns:r="http://schemas.openxmlformats.org/officeDocument/2006/relationships" id="267" r:id="R23080377f27647cc"/>
    <p:sldId xmlns:r="http://schemas.openxmlformats.org/officeDocument/2006/relationships" id="268" r:id="R2f61e38ccb2148e1"/>
    <p:sldId xmlns:r="http://schemas.openxmlformats.org/officeDocument/2006/relationships" id="269" r:id="R1cf215e3445f4555"/>
    <p:sldId xmlns:r="http://schemas.openxmlformats.org/officeDocument/2006/relationships" id="270" r:id="R2c1b7f289eb2401f"/>
    <p:sldId xmlns:r="http://schemas.openxmlformats.org/officeDocument/2006/relationships" id="271" r:id="R07f354bfcc9b4b44"/>
    <p:sldId xmlns:r="http://schemas.openxmlformats.org/officeDocument/2006/relationships" id="272" r:id="Rdee9a1619f0f48a7"/>
    <p:sldId xmlns:r="http://schemas.openxmlformats.org/officeDocument/2006/relationships" id="273" r:id="R3b9757eafa4a4005"/>
    <p:sldId xmlns:r="http://schemas.openxmlformats.org/officeDocument/2006/relationships" id="274" r:id="R58fb380e509a49d4"/>
    <p:sldId xmlns:r="http://schemas.openxmlformats.org/officeDocument/2006/relationships" id="275" r:id="R2b397e54628d4f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f15d14ab7414c" /><Relationship Type="http://schemas.openxmlformats.org/officeDocument/2006/relationships/slideMaster" Target="/ppt/slideMasters/slideMaster1.xml" Id="Rcde8a95c90094fa9" /><Relationship Type="http://schemas.openxmlformats.org/officeDocument/2006/relationships/notesMaster" Target="/ppt/notesMasters/notesMaster1.xml" Id="R353aeed5b1a0474c" /><Relationship Type="http://schemas.openxmlformats.org/officeDocument/2006/relationships/presProps" Target="/ppt/presProps.xml" Id="Ra2d763b0f1a24b10" /><Relationship Type="http://schemas.openxmlformats.org/officeDocument/2006/relationships/tableStyles" Target="/ppt/tableStyles.xml" Id="Rd6ae04b51b614c54" /><Relationship Type="http://schemas.openxmlformats.org/officeDocument/2006/relationships/slide" Target="/ppt/slides/slide1.xml" Id="R3fb93e43866e4875" /><Relationship Type="http://schemas.openxmlformats.org/officeDocument/2006/relationships/slide" Target="/ppt/slides/slide2.xml" Id="R0d4aa78bdfcf4fd0" /><Relationship Type="http://schemas.openxmlformats.org/officeDocument/2006/relationships/slide" Target="/ppt/slides/slide3.xml" Id="R73f48ac41ea942a4" /><Relationship Type="http://schemas.openxmlformats.org/officeDocument/2006/relationships/slide" Target="/ppt/slides/slide4.xml" Id="R7734522ce5d94cd0" /><Relationship Type="http://schemas.openxmlformats.org/officeDocument/2006/relationships/slide" Target="/ppt/slides/slide5.xml" Id="R7ffd3d2a390d4ff9" /><Relationship Type="http://schemas.openxmlformats.org/officeDocument/2006/relationships/slide" Target="/ppt/slides/slide6.xml" Id="R68568eae0ce34038" /><Relationship Type="http://schemas.openxmlformats.org/officeDocument/2006/relationships/slide" Target="/ppt/slides/slide7.xml" Id="Rd68600e5b3c1490c" /><Relationship Type="http://schemas.openxmlformats.org/officeDocument/2006/relationships/slide" Target="/ppt/slides/slide8.xml" Id="R8091edfca07b48ba" /><Relationship Type="http://schemas.openxmlformats.org/officeDocument/2006/relationships/slide" Target="/ppt/slides/slide9.xml" Id="Rc516fef55df944a6" /><Relationship Type="http://schemas.openxmlformats.org/officeDocument/2006/relationships/slide" Target="/ppt/slides/slide10.xml" Id="R7c72132c52244f55" /><Relationship Type="http://schemas.openxmlformats.org/officeDocument/2006/relationships/slide" Target="/ppt/slides/slide11.xml" Id="R415652b886724e0a" /><Relationship Type="http://schemas.openxmlformats.org/officeDocument/2006/relationships/slide" Target="/ppt/slides/slide12.xml" Id="R23080377f27647cc" /><Relationship Type="http://schemas.openxmlformats.org/officeDocument/2006/relationships/slide" Target="/ppt/slides/slide13.xml" Id="R2f61e38ccb2148e1" /><Relationship Type="http://schemas.openxmlformats.org/officeDocument/2006/relationships/slide" Target="/ppt/slides/slide14.xml" Id="R1cf215e3445f4555" /><Relationship Type="http://schemas.openxmlformats.org/officeDocument/2006/relationships/slide" Target="/ppt/slides/slide15.xml" Id="R2c1b7f289eb2401f" /><Relationship Type="http://schemas.openxmlformats.org/officeDocument/2006/relationships/slide" Target="/ppt/slides/slide16.xml" Id="R07f354bfcc9b4b44" /><Relationship Type="http://schemas.openxmlformats.org/officeDocument/2006/relationships/slide" Target="/ppt/slides/slide17.xml" Id="Rdee9a1619f0f48a7" /><Relationship Type="http://schemas.openxmlformats.org/officeDocument/2006/relationships/slide" Target="/ppt/slides/slide18.xml" Id="R3b9757eafa4a4005" /><Relationship Type="http://schemas.openxmlformats.org/officeDocument/2006/relationships/slide" Target="/ppt/slides/slide19.xml" Id="R58fb380e509a49d4" /><Relationship Type="http://schemas.openxmlformats.org/officeDocument/2006/relationships/slide" Target="/ppt/slides/slide20.xml" Id="R2b397e54628d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d5a42b05a743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48e6214ac4548" /><Relationship Type="http://schemas.openxmlformats.org/officeDocument/2006/relationships/notesMaster" Target="/ppt/notesMasters/notesMaster1.xml" Id="Rdf96b61928bd42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00af372194e28" /><Relationship Type="http://schemas.openxmlformats.org/officeDocument/2006/relationships/notesMaster" Target="/ppt/notesMasters/notesMaster1.xml" Id="R74fe2ec519a7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d4c9ae0bc24fb9" /><Relationship Type="http://schemas.openxmlformats.org/officeDocument/2006/relationships/notesMaster" Target="/ppt/notesMasters/notesMaster1.xml" Id="R8739b316501642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4eab75a6dc4bb5" /><Relationship Type="http://schemas.openxmlformats.org/officeDocument/2006/relationships/notesMaster" Target="/ppt/notesMasters/notesMaster1.xml" Id="R7d001a928b784a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5f0edd8d174e67" /><Relationship Type="http://schemas.openxmlformats.org/officeDocument/2006/relationships/notesMaster" Target="/ppt/notesMasters/notesMaster1.xml" Id="Rb9eee22e11e54d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650395909c4dea" /><Relationship Type="http://schemas.openxmlformats.org/officeDocument/2006/relationships/notesMaster" Target="/ppt/notesMasters/notesMaster1.xml" Id="Rb24061e1e6fe45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256035cbac4d6c" /><Relationship Type="http://schemas.openxmlformats.org/officeDocument/2006/relationships/notesMaster" Target="/ppt/notesMasters/notesMaster1.xml" Id="Rd39615b6a339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7f2e5e08f1428e" /><Relationship Type="http://schemas.openxmlformats.org/officeDocument/2006/relationships/notesMaster" Target="/ppt/notesMasters/notesMaster1.xml" Id="R76ffca4b956244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99bb527b164260" /><Relationship Type="http://schemas.openxmlformats.org/officeDocument/2006/relationships/notesMaster" Target="/ppt/notesMasters/notesMaster1.xml" Id="Re8b794f13b7d4e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37c04f234b47da" /><Relationship Type="http://schemas.openxmlformats.org/officeDocument/2006/relationships/notesMaster" Target="/ppt/notesMasters/notesMaster1.xml" Id="R84a00b81315e47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a59b409a484eb6" /><Relationship Type="http://schemas.openxmlformats.org/officeDocument/2006/relationships/notesMaster" Target="/ppt/notesMasters/notesMaster1.xml" Id="R96a98657b3ee4f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09b442d50d4a95" /><Relationship Type="http://schemas.openxmlformats.org/officeDocument/2006/relationships/notesMaster" Target="/ppt/notesMasters/notesMaster1.xml" Id="Rdbe6d7f0b52244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1879b3914c425e" /><Relationship Type="http://schemas.openxmlformats.org/officeDocument/2006/relationships/notesMaster" Target="/ppt/notesMasters/notesMaster1.xml" Id="R47cb33e8e20642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6b1eb9c6714e16" /><Relationship Type="http://schemas.openxmlformats.org/officeDocument/2006/relationships/notesMaster" Target="/ppt/notesMasters/notesMaster1.xml" Id="R01ef45ad55c141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1d8eff85cb4d82" /><Relationship Type="http://schemas.openxmlformats.org/officeDocument/2006/relationships/notesMaster" Target="/ppt/notesMasters/notesMaster1.xml" Id="Red9a481af7a142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50579d62594edb" /><Relationship Type="http://schemas.openxmlformats.org/officeDocument/2006/relationships/notesMaster" Target="/ppt/notesMasters/notesMaster1.xml" Id="Rd7f7e0d6ec2947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21e69a88124a2f" /><Relationship Type="http://schemas.openxmlformats.org/officeDocument/2006/relationships/notesMaster" Target="/ppt/notesMasters/notesMaster1.xml" Id="R6f24b5dbb48949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6862423bc14574" /><Relationship Type="http://schemas.openxmlformats.org/officeDocument/2006/relationships/notesMaster" Target="/ppt/notesMasters/notesMaster1.xml" Id="R266875e4ee8742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7b426dd1cb4641" /><Relationship Type="http://schemas.openxmlformats.org/officeDocument/2006/relationships/notesMaster" Target="/ppt/notesMasters/notesMaster1.xml" Id="Rd868421950df4f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402ca6cb6c4a01" /><Relationship Type="http://schemas.openxmlformats.org/officeDocument/2006/relationships/notesMaster" Target="/ppt/notesMasters/notesMaster1.xml" Id="R1aed0336a9164b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데이터 시안.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a4097d52f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1e93429a734b42" /><Relationship Type="http://schemas.openxmlformats.org/officeDocument/2006/relationships/slideLayout" Target="/ppt/slideLayouts/slideLayout1.xml" Id="R6a0f08d6375941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0f08d6375941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4dd9de53947f7" /><Relationship Type="http://schemas.openxmlformats.org/officeDocument/2006/relationships/notesSlide" Target="/ppt/notesSlides/notesSlide1.xml" Id="R282c5b88b84d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03e13a3cd414f" /><Relationship Type="http://schemas.openxmlformats.org/officeDocument/2006/relationships/notesSlide" Target="/ppt/notesSlides/notesSlide2.xml" Id="R4d1fea6443dc49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f55543f8c4cef" /><Relationship Type="http://schemas.openxmlformats.org/officeDocument/2006/relationships/notesSlide" Target="/ppt/notesSlides/notesSlide3.xml" Id="R0b7de1d42a6448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bc9970bcf45b6" /><Relationship Type="http://schemas.openxmlformats.org/officeDocument/2006/relationships/notesSlide" Target="/ppt/notesSlides/notesSlide4.xml" Id="R76944c6b87b949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7815d5d154cff" /><Relationship Type="http://schemas.openxmlformats.org/officeDocument/2006/relationships/notesSlide" Target="/ppt/notesSlides/notesSlide5.xml" Id="R21728583cb8e40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12549547c4a18" /><Relationship Type="http://schemas.openxmlformats.org/officeDocument/2006/relationships/notesSlide" Target="/ppt/notesSlides/notesSlide6.xml" Id="R8526322436354d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82d99f0434632" /><Relationship Type="http://schemas.openxmlformats.org/officeDocument/2006/relationships/notesSlide" Target="/ppt/notesSlides/notesSlide7.xml" Id="R5104cf725456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acfd05e884fc5" /><Relationship Type="http://schemas.openxmlformats.org/officeDocument/2006/relationships/notesSlide" Target="/ppt/notesSlides/notesSlide8.xml" Id="Ree57b1b25eca41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dfe8c5a164d84" /><Relationship Type="http://schemas.openxmlformats.org/officeDocument/2006/relationships/notesSlide" Target="/ppt/notesSlides/notesSlide9.xml" Id="R9f50c395653f49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9aeec74924cda" /><Relationship Type="http://schemas.openxmlformats.org/officeDocument/2006/relationships/notesSlide" Target="/ppt/notesSlides/notesSlide10.xml" Id="R0777db0c2caa4d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6f21a77545ec" /><Relationship Type="http://schemas.openxmlformats.org/officeDocument/2006/relationships/notesSlide" Target="/ppt/notesSlides/notesSlide11.xml" Id="R298f8bd1f7024d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8cc430e44368" /><Relationship Type="http://schemas.openxmlformats.org/officeDocument/2006/relationships/notesSlide" Target="/ppt/notesSlides/notesSlide12.xml" Id="R3558060fadf34d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f5fe582ba4fde" /><Relationship Type="http://schemas.openxmlformats.org/officeDocument/2006/relationships/notesSlide" Target="/ppt/notesSlides/notesSlide13.xml" Id="R85f7713b517e4d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247f74fe64d1a" /><Relationship Type="http://schemas.openxmlformats.org/officeDocument/2006/relationships/notesSlide" Target="/ppt/notesSlides/notesSlide14.xml" Id="Re874d0a26db546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423c3f6af4dcd" /><Relationship Type="http://schemas.openxmlformats.org/officeDocument/2006/relationships/notesSlide" Target="/ppt/notesSlides/notesSlide15.xml" Id="R11a97213fc3f4e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cd2b91cde4b1f" /><Relationship Type="http://schemas.openxmlformats.org/officeDocument/2006/relationships/notesSlide" Target="/ppt/notesSlides/notesSlide16.xml" Id="R367df09627f947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2a650b40e4c9d" /><Relationship Type="http://schemas.openxmlformats.org/officeDocument/2006/relationships/notesSlide" Target="/ppt/notesSlides/notesSlide17.xml" Id="R7f2600c4a34643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3fe5377864ee6" /><Relationship Type="http://schemas.openxmlformats.org/officeDocument/2006/relationships/notesSlide" Target="/ppt/notesSlides/notesSlide18.xml" Id="R6048a7a0ec0a46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bf3f4cb9e44aa" /><Relationship Type="http://schemas.openxmlformats.org/officeDocument/2006/relationships/notesSlide" Target="/ppt/notesSlides/notesSlide19.xml" Id="R5213ed73f60c49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21bf4f6c544ea" /><Relationship Type="http://schemas.openxmlformats.org/officeDocument/2006/relationships/notesSlide" Target="/ppt/notesSlides/notesSlide20.xml" Id="R75ef23f95b5046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DCB52A4-B935-4744-AE16-96E1679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9C9F80F-20F5-4A46-81BE-A002667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62FC6E6-1C40-4584-A687-FF11C482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767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B52F55D-41C6-4B8E-AF0E-4D5808D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43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07662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EC9B896-582C-4B70-AE00-8CE9B203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7E99A9F-69FC-42F0-A25C-FC6BC29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EE902CC-181D-4253-B869-34D4D7E3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4487033-F880-4671-AF45-BBE5FEE8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C3C9C99-1DA4-4AA4-8531-FE5F56A5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8146C6A-B553-4D65-96A4-218A2F9D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06CF245-8EDE-4691-9297-D366DA2C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703FBFF-3A43-40A5-9AF4-D88EE1FE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9A79CFB-5E8F-4EFC-8D65-F735E118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3F968C3-E1AA-4E30-94E7-F5D4102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1A6475E-8897-4CB3-890D-7A69205A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35193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40BDB108-A899-498B-8722-76423B94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1E00B77-556C-4F04-AD13-6124846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D6AC9BF-BBB5-4900-9C41-BFB3FFE3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CD197CC-B900-4D74-90E5-3DAB864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AB42E3A-C556-49EF-8701-B773D4E2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CB5E932-93D2-4E84-94BB-4AC67E33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BCEE126-A167-4029-B2CD-9693E3E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A4DDFC0-135F-4A03-A032-F1EC529A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5A8F02F-7CB8-4D98-950C-BBA8513D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71666C1-8C19-4574-8F34-89718143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16647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22F0F627-89C8-4D4E-A766-79BFF738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5569DD1-97CD-4D27-AC79-E402F3DA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59135BC-A959-4C11-8A74-6AD4CB8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E30C8DF-CE06-4708-8019-D8661C65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D0C7732-793E-457E-B1FD-DE9EEC47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AA15C5A-A271-43CC-A905-C717020C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3CC2ACE-563C-45A6-836C-4B515097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19732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AB85DB5B-1119-4F96-ADD2-AB0AA2B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0E74D22-D753-4BB8-8DCB-800ACEB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6DB5C56-2E32-46C6-9D42-615CE6B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F76BA34-6E1F-4FF1-AB67-095A8C11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04E60BB-5011-4A42-A8D3-4E591C25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6DFE7B8-3210-4E87-9E7A-AA9A7AE4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3086245-6D16-465E-B6D5-3C251EC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554447F-5A41-48E0-9D6B-8842B91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D95D0E0-76D3-405B-BBCB-7BC14B41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77990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E6F6808-CB7E-4525-A19B-170B2305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0B567CF-3954-4B52-A66A-92F51E0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2DFC515-13E6-461A-9358-FA4A3235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274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7B3C631-D167-4350-B8CA-F471B8E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197CCBC-70AD-4448-94A2-CFDF4831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8572FE-C6DB-437F-94F5-1BC1E6B9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001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FD6057FC-2E95-44F0-B5F7-61369C75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C62B05C-0A08-4EEF-849B-09BFC40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6FC30CE-1676-4A52-8751-00DCE99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17763B3-6E7A-46A0-BB69-BF9B2683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5FE5876-8926-4D40-BB7B-FDA7DF1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E44C572-1319-41A5-948B-234D800D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0B251F9-12F1-4093-B2D5-08AD07FD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2B4499F-4235-4D84-9542-7DEE15B0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5058B0E-322E-4B49-B3F1-ECE6C68E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2788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0FFBCD10-E6D8-46D8-9B60-865289E8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E615122-CAB1-4092-BF3A-A5AB30A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7233547-BDCE-4364-A486-4DE7E76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CD00E8D-0DC3-4838-B84A-EA97624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1284DBB-34B9-4737-8742-CC5BB048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4916F28-5466-40C2-A9DE-3B316EA3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465E2CF-32D5-4CCD-9D32-B272F01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D5D4A02-C2BB-426D-A321-294B7EA2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87E3E06-A354-4695-B615-35572E1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D2ACE4C-2729-4511-9714-FCDAA124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A9CD13A4-5846-4BE2-8D98-6FBFFF4E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A522F01-4F47-433C-8CBE-0D4374B9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77DC078-52C1-4AAA-A707-2095ED2A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B770CC81-7F27-4F20-9557-14CB7F13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02BC6619-D32F-4A67-A13E-2501F72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77062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F41ED8A4-C1FF-4914-B6C2-EBC4795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D981BBB-23BF-41AF-9794-107BEA83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4DC206D-6D62-43F6-8862-BED5D97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FA73597-ADB6-4A43-AB1F-920BD48B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51B781-A7CB-4E16-80F2-CB4074C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176EDBF-8181-4BDB-A48C-8C985D26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0EFEC88-3AB5-474E-AFE8-8C81472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33194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551569D-755C-43B4-9756-FBC89C8A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50CF28A-3730-4B33-8A75-93AFB44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B0CA6B6-D77A-44FE-BF7C-0291B76C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6076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93C36EB-F1BA-4F25-AFB6-B6608D80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B09221-B97E-4BA0-A280-D2A66CFC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B6C67E9-CDA1-4A41-AF2A-897D96A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216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684FF71C-2F14-4D83-A85C-6B47E43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CB67FE3-0A33-4395-B5FC-DAD59258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66485A1-3D90-46DF-B1A6-F4F9B2D3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8DFE512-63BD-4E1D-BA30-ADB1A0F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7655F3D-CF21-42BE-B7B1-524BBCC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0631B17-DE61-4919-B8D5-521C175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1330145-3354-4593-BEB9-FD047ECE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29EF39A-A46E-4409-B94D-A538EA84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5C3178B6-3A0C-423C-B016-F65E2609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21F87B0-B209-4CF8-880B-AC5481B8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BF1E33D-608D-406D-8A68-5DE47C09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FB5B520D-A869-4083-8B16-B6BC974F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18422A5-49B4-4FCF-A5B2-507F67EE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4F6D7479-A6C6-41AC-AF53-338C7030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891944DC-3C44-42B7-B2E1-609C2602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7814873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44677243-8573-46A8-915B-AE48503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E075ABB-2EEB-4CE8-B1A8-63B995D3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A07E15-8F2E-4104-ACC7-4954F11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22A1E94-5AE1-4D8A-B387-707CAFD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409442B-F36F-4806-9249-E459952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B27B8F4-C29E-4C09-B5AF-27366F58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1EAC04-7062-4615-9A87-CC644B3F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64B4E2F-F2DC-4448-ADFD-693D4044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08A2980-6C0F-42B1-9FC9-B7A9308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36658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7FCF6DD-1E08-4768-B678-F7DA284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747E22A-0E92-41FD-A64B-EC23A1D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D90FFCE-CCB8-40F9-BBED-91AC985E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3552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63717F4-30DB-4E65-901E-FEC12F21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1A90C24-9AA0-4945-AC42-46ABBD6B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FCC77E9-7369-40D2-9588-C9D0E89B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EC6EBEC-304D-4D81-A498-4EE236B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774981-0EDA-4353-AE62-AE961FE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5C5955B-8B57-425F-961E-59CECCEC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63F27DD-483A-4F98-BDFF-17AC28E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36347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9FC13C0-AAE5-44CB-9204-3922193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84F68D7-3F19-4549-919B-22811A12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275CCBC-F699-4357-AB9D-68E9EEFA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853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FAD8264-3A0B-4970-8468-15DEDBC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8824292-3256-4DA2-81AB-9E1B1592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64D687E-10E6-4F64-9702-FF1385F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A5998A0-AC20-4725-AED6-EB08000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90BDA6-2753-466E-9DC2-7F44085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1562C8-73F4-43F2-A516-8F1E145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FF2A32F-BA0C-4B7E-9ACA-441D404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986673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314CC3B-B0A8-4B0E-84BD-B31473B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6402C22-F364-4D08-8663-5B66E163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8448577-40E0-4899-BC2F-181FFF1B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08788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F3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84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5837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571F3F3-F0D6-48FA-AC6A-7504ED6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36C6F4C-ECB7-471E-88F8-241892E6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173840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41B1CAD-A081-4169-9A0E-AD4445E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767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280B074-AF83-4589-A713-5978049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43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8788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29673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2026-09-25T07:45:50.5510000Z</dcterms:created>
  <dcterms:modified xsi:type="dcterms:W3CDTF">2026-09-25T07:45:50.5510000Z</dcterms:modified>
</coreProperties>
</file>