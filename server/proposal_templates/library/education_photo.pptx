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c6d27fe8b3445e" /><Relationship Type="http://schemas.openxmlformats.org/officeDocument/2006/relationships/extended-properties" Target="/docProps/app.xml" Id="Re3fde298b55143b3" /><Relationship Type="http://schemas.openxmlformats.org/officeDocument/2006/relationships/officeDocument" Target="/ppt/presentation.xml" Id="Rd21d87d9f26243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c4d7f0d1554142"/>
  </p:sldMasterIdLst>
  <p:notesMasterIdLst>
    <p:notesMasterId xmlns:r="http://schemas.openxmlformats.org/officeDocument/2006/relationships" r:id="Re11456433d324520"/>
  </p:notesMasterIdLst>
  <p:sldIdLst>
    <p:sldId xmlns:r="http://schemas.openxmlformats.org/officeDocument/2006/relationships" id="256" r:id="R2a722a1f0e1b448d"/>
    <p:sldId xmlns:r="http://schemas.openxmlformats.org/officeDocument/2006/relationships" id="257" r:id="R2d66a038fcaf4ac7"/>
    <p:sldId xmlns:r="http://schemas.openxmlformats.org/officeDocument/2006/relationships" id="258" r:id="Rac9b9a1742064f87"/>
    <p:sldId xmlns:r="http://schemas.openxmlformats.org/officeDocument/2006/relationships" id="259" r:id="R11e252703e2f4ab5"/>
    <p:sldId xmlns:r="http://schemas.openxmlformats.org/officeDocument/2006/relationships" id="260" r:id="R761945e7661f4e17"/>
    <p:sldId xmlns:r="http://schemas.openxmlformats.org/officeDocument/2006/relationships" id="261" r:id="Rc0c0c26a2e7c4a95"/>
    <p:sldId xmlns:r="http://schemas.openxmlformats.org/officeDocument/2006/relationships" id="262" r:id="Rd1981767ae4f4d2e"/>
    <p:sldId xmlns:r="http://schemas.openxmlformats.org/officeDocument/2006/relationships" id="263" r:id="R91800a35b8124188"/>
    <p:sldId xmlns:r="http://schemas.openxmlformats.org/officeDocument/2006/relationships" id="264" r:id="R466118b00da448f4"/>
    <p:sldId xmlns:r="http://schemas.openxmlformats.org/officeDocument/2006/relationships" id="265" r:id="Reaa85079ed6241e2"/>
    <p:sldId xmlns:r="http://schemas.openxmlformats.org/officeDocument/2006/relationships" id="266" r:id="Rbdb9495b52e14723"/>
    <p:sldId xmlns:r="http://schemas.openxmlformats.org/officeDocument/2006/relationships" id="267" r:id="R75e52b764b304109"/>
    <p:sldId xmlns:r="http://schemas.openxmlformats.org/officeDocument/2006/relationships" id="268" r:id="Rc0e248298e8a4f07"/>
    <p:sldId xmlns:r="http://schemas.openxmlformats.org/officeDocument/2006/relationships" id="269" r:id="R96b44d92f72e4d14"/>
    <p:sldId xmlns:r="http://schemas.openxmlformats.org/officeDocument/2006/relationships" id="270" r:id="Rb50bde7d255e41b6"/>
    <p:sldId xmlns:r="http://schemas.openxmlformats.org/officeDocument/2006/relationships" id="271" r:id="R4d7a298004494700"/>
    <p:sldId xmlns:r="http://schemas.openxmlformats.org/officeDocument/2006/relationships" id="272" r:id="R88b908b67f1740ba"/>
    <p:sldId xmlns:r="http://schemas.openxmlformats.org/officeDocument/2006/relationships" id="273" r:id="Rc512cf16ff9f4ec0"/>
    <p:sldId xmlns:r="http://schemas.openxmlformats.org/officeDocument/2006/relationships" id="274" r:id="Rf09200dbf4134bb9"/>
    <p:sldId xmlns:r="http://schemas.openxmlformats.org/officeDocument/2006/relationships" id="275" r:id="Re94d2cd7289d40b0"/>
    <p:sldId xmlns:r="http://schemas.openxmlformats.org/officeDocument/2006/relationships" id="276" r:id="R3f148ea227b046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2348d6e6af4de8" /><Relationship Type="http://schemas.openxmlformats.org/officeDocument/2006/relationships/slideMaster" Target="/ppt/slideMasters/slideMaster1.xml" Id="R55c4d7f0d1554142" /><Relationship Type="http://schemas.openxmlformats.org/officeDocument/2006/relationships/notesMaster" Target="/ppt/notesMasters/notesMaster1.xml" Id="Re11456433d324520" /><Relationship Type="http://schemas.openxmlformats.org/officeDocument/2006/relationships/presProps" Target="/ppt/presProps.xml" Id="Rd1bd346618cb4709" /><Relationship Type="http://schemas.openxmlformats.org/officeDocument/2006/relationships/tableStyles" Target="/ppt/tableStyles.xml" Id="R1fe0fdad111b4a0b" /><Relationship Type="http://schemas.openxmlformats.org/officeDocument/2006/relationships/slide" Target="/ppt/slides/slide1.xml" Id="R2a722a1f0e1b448d" /><Relationship Type="http://schemas.openxmlformats.org/officeDocument/2006/relationships/slide" Target="/ppt/slides/slide2.xml" Id="R2d66a038fcaf4ac7" /><Relationship Type="http://schemas.openxmlformats.org/officeDocument/2006/relationships/slide" Target="/ppt/slides/slide3.xml" Id="Rac9b9a1742064f87" /><Relationship Type="http://schemas.openxmlformats.org/officeDocument/2006/relationships/slide" Target="/ppt/slides/slide4.xml" Id="R11e252703e2f4ab5" /><Relationship Type="http://schemas.openxmlformats.org/officeDocument/2006/relationships/slide" Target="/ppt/slides/slide5.xml" Id="R761945e7661f4e17" /><Relationship Type="http://schemas.openxmlformats.org/officeDocument/2006/relationships/slide" Target="/ppt/slides/slide6.xml" Id="Rc0c0c26a2e7c4a95" /><Relationship Type="http://schemas.openxmlformats.org/officeDocument/2006/relationships/slide" Target="/ppt/slides/slide7.xml" Id="Rd1981767ae4f4d2e" /><Relationship Type="http://schemas.openxmlformats.org/officeDocument/2006/relationships/slide" Target="/ppt/slides/slide8.xml" Id="R91800a35b8124188" /><Relationship Type="http://schemas.openxmlformats.org/officeDocument/2006/relationships/slide" Target="/ppt/slides/slide9.xml" Id="R466118b00da448f4" /><Relationship Type="http://schemas.openxmlformats.org/officeDocument/2006/relationships/slide" Target="/ppt/slides/slide10.xml" Id="Reaa85079ed6241e2" /><Relationship Type="http://schemas.openxmlformats.org/officeDocument/2006/relationships/slide" Target="/ppt/slides/slide11.xml" Id="Rbdb9495b52e14723" /><Relationship Type="http://schemas.openxmlformats.org/officeDocument/2006/relationships/slide" Target="/ppt/slides/slide12.xml" Id="R75e52b764b304109" /><Relationship Type="http://schemas.openxmlformats.org/officeDocument/2006/relationships/slide" Target="/ppt/slides/slide13.xml" Id="Rc0e248298e8a4f07" /><Relationship Type="http://schemas.openxmlformats.org/officeDocument/2006/relationships/slide" Target="/ppt/slides/slide14.xml" Id="R96b44d92f72e4d14" /><Relationship Type="http://schemas.openxmlformats.org/officeDocument/2006/relationships/slide" Target="/ppt/slides/slide15.xml" Id="Rb50bde7d255e41b6" /><Relationship Type="http://schemas.openxmlformats.org/officeDocument/2006/relationships/slide" Target="/ppt/slides/slide16.xml" Id="R4d7a298004494700" /><Relationship Type="http://schemas.openxmlformats.org/officeDocument/2006/relationships/slide" Target="/ppt/slides/slide17.xml" Id="R88b908b67f1740ba" /><Relationship Type="http://schemas.openxmlformats.org/officeDocument/2006/relationships/slide" Target="/ppt/slides/slide18.xml" Id="Rc512cf16ff9f4ec0" /><Relationship Type="http://schemas.openxmlformats.org/officeDocument/2006/relationships/slide" Target="/ppt/slides/slide19.xml" Id="Rf09200dbf4134bb9" /><Relationship Type="http://schemas.openxmlformats.org/officeDocument/2006/relationships/slide" Target="/ppt/slides/slide20.xml" Id="Re94d2cd7289d40b0" /><Relationship Type="http://schemas.openxmlformats.org/officeDocument/2006/relationships/slide" Target="/ppt/slides/slide21.xml" Id="R3f148ea227b046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741e3248da46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4d4cdeec0a4298" /><Relationship Type="http://schemas.openxmlformats.org/officeDocument/2006/relationships/notesMaster" Target="/ppt/notesMasters/notesMaster1.xml" Id="R94353a9b7f794d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3ce4bbe0e8413f" /><Relationship Type="http://schemas.openxmlformats.org/officeDocument/2006/relationships/notesMaster" Target="/ppt/notesMasters/notesMaster1.xml" Id="R0824d06fa87544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517a945c2d47d2" /><Relationship Type="http://schemas.openxmlformats.org/officeDocument/2006/relationships/notesMaster" Target="/ppt/notesMasters/notesMaster1.xml" Id="Rb4df2c2ad2394a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4e86647cb44daa" /><Relationship Type="http://schemas.openxmlformats.org/officeDocument/2006/relationships/notesMaster" Target="/ppt/notesMasters/notesMaster1.xml" Id="R3601a1b2ba7a41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cee1ca845b4c06" /><Relationship Type="http://schemas.openxmlformats.org/officeDocument/2006/relationships/notesMaster" Target="/ppt/notesMasters/notesMaster1.xml" Id="R6f32a865a61046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b8cfe491024b1f" /><Relationship Type="http://schemas.openxmlformats.org/officeDocument/2006/relationships/notesMaster" Target="/ppt/notesMasters/notesMaster1.xml" Id="R76c56063195a4b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cef79e9e884b8d" /><Relationship Type="http://schemas.openxmlformats.org/officeDocument/2006/relationships/notesMaster" Target="/ppt/notesMasters/notesMaster1.xml" Id="R8d82bea2fed648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e528909a8d4779" /><Relationship Type="http://schemas.openxmlformats.org/officeDocument/2006/relationships/notesMaster" Target="/ppt/notesMasters/notesMaster1.xml" Id="Rfcc65a7dfae14e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24fb4b59e44bb3" /><Relationship Type="http://schemas.openxmlformats.org/officeDocument/2006/relationships/notesMaster" Target="/ppt/notesMasters/notesMaster1.xml" Id="R00a1a6972c6d4e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44e87f528c4019" /><Relationship Type="http://schemas.openxmlformats.org/officeDocument/2006/relationships/notesMaster" Target="/ppt/notesMasters/notesMaster1.xml" Id="R5ceb3ba028e24f5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f12885e87140cd" /><Relationship Type="http://schemas.openxmlformats.org/officeDocument/2006/relationships/notesMaster" Target="/ppt/notesMasters/notesMaster1.xml" Id="R1fe21025f5b14d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9b54a91bd74960" /><Relationship Type="http://schemas.openxmlformats.org/officeDocument/2006/relationships/notesMaster" Target="/ppt/notesMasters/notesMaster1.xml" Id="R122ed9c4816d4fb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62a54bf4994698" /><Relationship Type="http://schemas.openxmlformats.org/officeDocument/2006/relationships/notesMaster" Target="/ppt/notesMasters/notesMaster1.xml" Id="R8976587346f3473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c0dd96ac623462c" /><Relationship Type="http://schemas.openxmlformats.org/officeDocument/2006/relationships/notesMaster" Target="/ppt/notesMasters/notesMaster1.xml" Id="R5a4ec327b879402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0a4054cf63f44e9" /><Relationship Type="http://schemas.openxmlformats.org/officeDocument/2006/relationships/notesMaster" Target="/ppt/notesMasters/notesMaster1.xml" Id="Rbc63f5c9bf1c40c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ab1a2e65d994425" /><Relationship Type="http://schemas.openxmlformats.org/officeDocument/2006/relationships/notesMaster" Target="/ppt/notesMasters/notesMaster1.xml" Id="R73be185077d1451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31bea676ca940aa" /><Relationship Type="http://schemas.openxmlformats.org/officeDocument/2006/relationships/notesMaster" Target="/ppt/notesMasters/notesMaster1.xml" Id="R564fe3e83cec482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9d7d30e897144c1" /><Relationship Type="http://schemas.openxmlformats.org/officeDocument/2006/relationships/notesMaster" Target="/ppt/notesMasters/notesMaster1.xml" Id="Rf5e34297f1e34d5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b5b22ebb93f43c4" /><Relationship Type="http://schemas.openxmlformats.org/officeDocument/2006/relationships/notesMaster" Target="/ppt/notesMasters/notesMaster1.xml" Id="Re4e61b9a31c545b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7ce4bf8c0994635" /><Relationship Type="http://schemas.openxmlformats.org/officeDocument/2006/relationships/notesMaster" Target="/ppt/notesMasters/notesMaster1.xml" Id="Rfc0c46d4f14d462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d8ba87cdf8d49e4" /><Relationship Type="http://schemas.openxmlformats.org/officeDocument/2006/relationships/notesMaster" Target="/ppt/notesMasters/notesMaster1.xml" Id="Ree680c069f2f45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사진형 교육 양식. 기존 승인 디자인의 배치·서체·사진 구성을 재사용. 회사 업로드 이미지·화면·본문·수치·검수 기록은 포함하지 않음. 생성 사진은 가상의 설명용 장면이며 실제 수행 증빙이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사진형 교육 양식. 기존 승인 디자인의 배치·서체·사진 구성을 재사용. 회사 업로드 이미지·화면·본문·수치·검수 기록은 포함하지 않음. 생성 사진은 가상의 설명용 장면이며 실제 수행 증빙이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사진형 교육 양식. 기존 승인 디자인의 배치·서체·사진 구성을 재사용. 회사 업로드 이미지·화면·본문·수치·검수 기록은 포함하지 않음. 생성 사진은 가상의 설명용 장면이며 실제 수행 증빙이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사진형 교육 양식. 기존 승인 디자인의 배치·서체·사진 구성을 재사용. 회사 업로드 이미지·화면·본문·수치·검수 기록은 포함하지 않음. 생성 사진은 가상의 설명용 장면이며 실제 수행 증빙이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사진형 교육 양식. 기존 승인 디자인의 배치·서체·사진 구성을 재사용. 회사 업로드 이미지·화면·본문·수치·검수 기록은 포함하지 않음. 생성 사진은 가상의 설명용 장면이며 실제 수행 증빙이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사진형 교육 양식. 기존 승인 디자인의 배치·서체·사진 구성을 재사용. 회사 업로드 이미지·화면·본문·수치·검수 기록은 포함하지 않음. 생성 사진은 가상의 설명용 장면이며 실제 수행 증빙이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사진형 교육 양식. 기존 승인 디자인의 배치·서체·사진 구성을 재사용. 회사 업로드 이미지·화면·본문·수치·검수 기록은 포함하지 않음. 생성 사진은 가상의 설명용 장면이며 실제 수행 증빙이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사진형 교육 양식. 기존 승인 디자인의 배치·서체·사진 구성을 재사용. 회사 업로드 이미지·화면·본문·수치·검수 기록은 포함하지 않음. 생성 사진은 가상의 설명용 장면이며 실제 수행 증빙이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사진형 교육 양식. 기존 승인 디자인의 배치·서체·사진 구성을 재사용. 회사 업로드 이미지·화면·본문·수치·검수 기록은 포함하지 않음. 생성 사진은 가상의 설명용 장면이며 실제 수행 증빙이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사진형 교육 양식. 기존 승인 디자인의 배치·서체·사진 구성을 재사용. 회사 업로드 이미지·화면·본문·수치·검수 기록은 포함하지 않음. 생성 사진은 가상의 설명용 장면이며 실제 수행 증빙이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사진형 교육 양식. 기존 승인 디자인의 배치·서체·사진 구성을 재사용. 회사 업로드 이미지·화면·본문·수치·검수 기록은 포함하지 않음. 생성 사진은 가상의 설명용 장면이며 실제 수행 증빙이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사진형 교육 양식. 기존 승인 디자인의 배치·서체·사진 구성을 재사용. 회사 업로드 이미지·화면·본문·수치·검수 기록은 포함하지 않음. 생성 사진은 가상의 설명용 장면이며 실제 수행 증빙이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사진형 교육 양식. 기존 승인 디자인의 배치·서체·사진 구성을 재사용. 회사 업로드 이미지·화면·본문·수치·검수 기록은 포함하지 않음. 생성 사진은 가상의 설명용 장면이며 실제 수행 증빙이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사진형 교육 양식. 기존 승인 디자인의 배치·서체·사진 구성을 재사용. 회사 업로드 이미지·화면·본문·수치·검수 기록은 포함하지 않음. 생성 사진은 가상의 설명용 장면이며 실제 수행 증빙이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사진형 교육 양식. 기존 승인 디자인의 배치·서체·사진 구성을 재사용. 회사 업로드 이미지·화면·본문·수치·검수 기록은 포함하지 않음. 생성 사진은 가상의 설명용 장면이며 실제 수행 증빙이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사진형 교육 양식. 기존 승인 디자인의 배치·서체·사진 구성을 재사용. 회사 업로드 이미지·화면·본문·수치·검수 기록은 포함하지 않음. 생성 사진은 가상의 설명용 장면이며 실제 수행 증빙이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사진형 교육 양식. 기존 승인 디자인의 배치·서체·사진 구성을 재사용. 회사 업로드 이미지·화면·본문·수치·검수 기록은 포함하지 않음. 생성 사진은 가상의 설명용 장면이며 실제 수행 증빙이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사진형 교육 양식. 기존 승인 디자인의 배치·서체·사진 구성을 재사용. 회사 업로드 이미지·화면·본문·수치·검수 기록은 포함하지 않음. 생성 사진은 가상의 설명용 장면이며 실제 수행 증빙이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사진형 교육 양식. 기존 승인 디자인의 배치·서체·사진 구성을 재사용. 회사 업로드 이미지·화면·본문·수치·검수 기록은 포함하지 않음. 생성 사진은 가상의 설명용 장면이며 실제 수행 증빙이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사진형 교육 양식. 기존 승인 디자인의 배치·서체·사진 구성을 재사용. 회사 업로드 이미지·화면·본문·수치·검수 기록은 포함하지 않음. 생성 사진은 가상의 설명용 장면이며 실제 수행 증빙이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사진형 교육 양식. 기존 승인 디자인의 배치·서체·사진 구성을 재사용. 회사 업로드 이미지·화면·본문·수치·검수 기록은 포함하지 않음. 생성 사진은 가상의 설명용 장면이며 실제 수행 증빙이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c9a25ba0284f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bcf41d16a842d1" /><Relationship Type="http://schemas.openxmlformats.org/officeDocument/2006/relationships/slideLayout" Target="/ppt/slideLayouts/slideLayout1.xml" Id="R99cf53ae387042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cf53ae387042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3518b097546ec" /><Relationship Type="http://schemas.openxmlformats.org/officeDocument/2006/relationships/image" Target="/ppt/media/image.png" Id="R71cd061422414d43" /><Relationship Type="http://schemas.openxmlformats.org/officeDocument/2006/relationships/notesSlide" Target="/ppt/notesSlides/notesSlide1.xml" Id="R33d5fefb931e43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ffc82cbb8447d" /><Relationship Type="http://schemas.openxmlformats.org/officeDocument/2006/relationships/image" Target="/ppt/media/image.jpeg" Id="Rb1d8ef2ca3b44ce7" /><Relationship Type="http://schemas.openxmlformats.org/officeDocument/2006/relationships/notesSlide" Target="/ppt/notesSlides/notesSlide2.xml" Id="R781d612bdbeb4c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e5386ccc646bd" /><Relationship Type="http://schemas.openxmlformats.org/officeDocument/2006/relationships/image" Target="/ppt/media/image2.png" Id="Raa9f454b591e48d2" /><Relationship Type="http://schemas.openxmlformats.org/officeDocument/2006/relationships/notesSlide" Target="/ppt/notesSlides/notesSlide3.xml" Id="R0f99b8b40be34b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78e3e07cf43d0" /><Relationship Type="http://schemas.openxmlformats.org/officeDocument/2006/relationships/notesSlide" Target="/ppt/notesSlides/notesSlide4.xml" Id="Rd2b4d3a1b7214e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f4268ce164336" /><Relationship Type="http://schemas.openxmlformats.org/officeDocument/2006/relationships/notesSlide" Target="/ppt/notesSlides/notesSlide5.xml" Id="Rf3a8c54369a44d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b0f12f26549c4" /><Relationship Type="http://schemas.openxmlformats.org/officeDocument/2006/relationships/notesSlide" Target="/ppt/notesSlides/notesSlide6.xml" Id="R480a842cd2af4c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de580621946f5" /><Relationship Type="http://schemas.openxmlformats.org/officeDocument/2006/relationships/image" Target="/ppt/media/image3.png" Id="R13ca90822bfe46ee" /><Relationship Type="http://schemas.openxmlformats.org/officeDocument/2006/relationships/notesSlide" Target="/ppt/notesSlides/notesSlide7.xml" Id="R0d136190a9194d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a876ece674f2c" /><Relationship Type="http://schemas.openxmlformats.org/officeDocument/2006/relationships/notesSlide" Target="/ppt/notesSlides/notesSlide8.xml" Id="Rae14f1d2388c4e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6245880d04d97" /><Relationship Type="http://schemas.openxmlformats.org/officeDocument/2006/relationships/image" Target="/ppt/media/image4.png" Id="Rca7ebb50bbaf44b8" /><Relationship Type="http://schemas.openxmlformats.org/officeDocument/2006/relationships/notesSlide" Target="/ppt/notesSlides/notesSlide9.xml" Id="R1482f15c12ad4e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6734e3d94e4bd5" /><Relationship Type="http://schemas.openxmlformats.org/officeDocument/2006/relationships/notesSlide" Target="/ppt/notesSlides/notesSlide10.xml" Id="Ra9015625c2754fc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5ff3b86a445a4" /><Relationship Type="http://schemas.openxmlformats.org/officeDocument/2006/relationships/image" Target="/ppt/media/image5.png" Id="R2d4b57f3f4f64b1f" /><Relationship Type="http://schemas.openxmlformats.org/officeDocument/2006/relationships/notesSlide" Target="/ppt/notesSlides/notesSlide11.xml" Id="Rb97e796022f04ee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dfee946b94d46" /><Relationship Type="http://schemas.openxmlformats.org/officeDocument/2006/relationships/notesSlide" Target="/ppt/notesSlides/notesSlide12.xml" Id="R470983f3e2f147d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e1f8ad9c342c3" /><Relationship Type="http://schemas.openxmlformats.org/officeDocument/2006/relationships/notesSlide" Target="/ppt/notesSlides/notesSlide13.xml" Id="R9ed23b066f8c4a1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6ef7a102f464b" /><Relationship Type="http://schemas.openxmlformats.org/officeDocument/2006/relationships/image" Target="/ppt/media/image6.png" Id="Rd3069152e90640b8" /><Relationship Type="http://schemas.openxmlformats.org/officeDocument/2006/relationships/notesSlide" Target="/ppt/notesSlides/notesSlide14.xml" Id="Rfc7b0660da2e43b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72bc7bc184713" /><Relationship Type="http://schemas.openxmlformats.org/officeDocument/2006/relationships/notesSlide" Target="/ppt/notesSlides/notesSlide15.xml" Id="Rfc7c3ecc5b54444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48f72305f424f" /><Relationship Type="http://schemas.openxmlformats.org/officeDocument/2006/relationships/notesSlide" Target="/ppt/notesSlides/notesSlide16.xml" Id="Rde8350bff9724ce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7b9fead964bb2" /><Relationship Type="http://schemas.openxmlformats.org/officeDocument/2006/relationships/image" Target="/ppt/media/image7.png" Id="R79e9e65dcc2a4d3c" /><Relationship Type="http://schemas.openxmlformats.org/officeDocument/2006/relationships/notesSlide" Target="/ppt/notesSlides/notesSlide17.xml" Id="Rae2a7cb86c4044b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80fc2b3dc4c49" /><Relationship Type="http://schemas.openxmlformats.org/officeDocument/2006/relationships/notesSlide" Target="/ppt/notesSlides/notesSlide18.xml" Id="R575069abe7054fa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c4a4475c949f6" /><Relationship Type="http://schemas.openxmlformats.org/officeDocument/2006/relationships/notesSlide" Target="/ppt/notesSlides/notesSlide19.xml" Id="Rd53530f714aa42b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5430694774b94" /><Relationship Type="http://schemas.openxmlformats.org/officeDocument/2006/relationships/notesSlide" Target="/ppt/notesSlides/notesSlide20.xml" Id="R3de8652d198a432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fe0b1367c49e0" /><Relationship Type="http://schemas.openxmlformats.org/officeDocument/2006/relationships/image" Target="/ppt/media/image8.png" Id="R64864ce1fcce4bdb" /><Relationship Type="http://schemas.openxmlformats.org/officeDocument/2006/relationships/notesSlide" Target="/ppt/notesSlides/notesSlide21.xml" Id="Re9fa94bc045d4d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745BE-2C09-4042-AA39-D7D12419B4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cd061422414d4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B8DBF166-C03A-4328-888A-C0FB05CD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7524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발주기관</a:t>
            </a:r>
          </a:p>
          <a:p xmlns:a="http://schemas.openxmlformats.org/drawingml/2006/main">
            <a:pPr algn="l">
              <a:buNone/>
              <a:defRPr sz="5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전화외국어 교육</a:t>
            </a:r>
          </a:p>
        </p:txBody>
      </p:sp>
      <p:sp>
        <p:nvSpPr>
          <p:cNvPr id="7" name="visual-body">
            <a:extLst xmlns:a="http://schemas.openxmlformats.org/drawingml/2006/main">
              <a:ext uri="{FF2B5EF4-FFF2-40B4-BE49-F238E27FC236}">
                <a16:creationId xmlns:a16="http://schemas.microsoft.com/office/drawing/2014/main" id="{67BEFFE8-83FE-4134-9205-CB98A6F2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[공고명]</a:t>
            </a:r>
          </a:p>
        </p:txBody>
      </p:sp>
      <p:sp>
        <p:nvSpPr>
          <p:cNvPr id="8" name="visual-body">
            <a:extLst xmlns:a="http://schemas.openxmlformats.org/drawingml/2006/main">
              <a:ext uri="{FF2B5EF4-FFF2-40B4-BE49-F238E27FC236}">
                <a16:creationId xmlns:a16="http://schemas.microsoft.com/office/drawing/2014/main" id="{F596E395-9C98-4B08-8E86-BDCA9C2D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7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7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7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7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7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7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7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7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7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업무 속 대화가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꾸준한 학습이 되도록</a:t>
            </a:r>
          </a:p>
        </p:txBody>
      </p:sp>
      <p:sp>
        <p:nvSpPr>
          <p:cNvPr id="9" name="visual-body">
            <a:extLst xmlns:a="http://schemas.openxmlformats.org/drawingml/2006/main">
              <a:ext uri="{FF2B5EF4-FFF2-40B4-BE49-F238E27FC236}">
                <a16:creationId xmlns:a16="http://schemas.microsoft.com/office/drawing/2014/main" id="{A023E7F2-E20A-4B80-B9A1-35ADDB4E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제안사명·현행 증빙 확인 전 검토용 초안</a:t>
            </a:r>
          </a:p>
        </p:txBody>
      </p:sp>
    </p:spTree>
    <p:extLst>
      <p:ext uri="{BB962C8B-B14F-4D97-AF65-F5344CB8AC3E}">
        <p14:creationId xmlns:p14="http://schemas.microsoft.com/office/powerpoint/2010/main" val="19383187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id3-title">
            <a:extLst xmlns:a="http://schemas.openxmlformats.org/drawingml/2006/main">
              <a:ext uri="{FF2B5EF4-FFF2-40B4-BE49-F238E27FC236}">
                <a16:creationId xmlns:a16="http://schemas.microsoft.com/office/drawing/2014/main" id="{3142F4FB-3DAC-4BDF-9D53-1A325DF0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제안의 구성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6B50D90-25E9-49DB-A5E6-199F4943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운영 제안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6AE7170-9F4A-4AA1-B2BC-34E11689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86761-E335-41E8-80D3-D7BD52D709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8ef2ca3b44ce7"/>
          <a:srcRect xmlns:a="http://schemas.openxmlformats.org/drawingml/2006/main" l="15993" t="0" r="159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1781175"/>
            <a:ext cx="4857750" cy="4019550"/>
          </a:xfrm>
          <a:prstGeom xmlns:a="http://schemas.openxmlformats.org/drawingml/2006/main" prst="rect">
            <a:avLst/>
          </a:prstGeom>
        </p:spPr>
      </p:pic>
      <p:sp>
        <p:nvSpPr>
          <p:cNvPr id="14" name="visual-body">
            <a:extLst xmlns:a="http://schemas.openxmlformats.org/drawingml/2006/main">
              <a:ext uri="{FF2B5EF4-FFF2-40B4-BE49-F238E27FC236}">
                <a16:creationId xmlns:a16="http://schemas.microsoft.com/office/drawing/2014/main" id="{5050B394-7CE9-4271-BA3C-2FFA3F17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5" name="visual-body">
            <a:extLst xmlns:a="http://schemas.openxmlformats.org/drawingml/2006/main">
              <a:ext uri="{FF2B5EF4-FFF2-40B4-BE49-F238E27FC236}">
                <a16:creationId xmlns:a16="http://schemas.microsoft.com/office/drawing/2014/main" id="{2B2BBBBC-6638-45F3-B4F4-094181B6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8288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발주기관를 위한 교육</a:t>
            </a:r>
          </a:p>
        </p:txBody>
      </p:sp>
      <p:sp>
        <p:nvSpPr>
          <p:cNvPr id="16" name="visual-body">
            <a:extLst xmlns:a="http://schemas.openxmlformats.org/drawingml/2006/main">
              <a:ext uri="{FF2B5EF4-FFF2-40B4-BE49-F238E27FC236}">
                <a16:creationId xmlns:a16="http://schemas.microsoft.com/office/drawing/2014/main" id="{4CF4E492-749F-4EA4-93E2-1EFC8128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2669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사업 이해와 교육 범위</a:t>
            </a:r>
          </a:p>
        </p:txBody>
      </p:sp>
      <p:sp>
        <p:nvSpPr>
          <p:cNvPr id="17" name="visual-body">
            <a:extLst xmlns:a="http://schemas.openxmlformats.org/drawingml/2006/main">
              <a:ext uri="{FF2B5EF4-FFF2-40B4-BE49-F238E27FC236}">
                <a16:creationId xmlns:a16="http://schemas.microsoft.com/office/drawing/2014/main" id="{DCC73A26-0A09-455E-A212-1F81B541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8" name="visual-body">
            <a:extLst xmlns:a="http://schemas.openxmlformats.org/drawingml/2006/main">
              <a:ext uri="{FF2B5EF4-FFF2-40B4-BE49-F238E27FC236}">
                <a16:creationId xmlns:a16="http://schemas.microsoft.com/office/drawing/2014/main" id="{0082A0F5-62AD-43A2-ACF0-423C0840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8289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학습이 이어지는 경험</a:t>
            </a:r>
          </a:p>
        </p:txBody>
      </p:sp>
      <p:sp>
        <p:nvSpPr>
          <p:cNvPr id="19" name="visual-body">
            <a:extLst xmlns:a="http://schemas.openxmlformats.org/drawingml/2006/main">
              <a:ext uri="{FF2B5EF4-FFF2-40B4-BE49-F238E27FC236}">
                <a16:creationId xmlns:a16="http://schemas.microsoft.com/office/drawing/2014/main" id="{2F7FF58F-F9D0-4130-9B20-EF803234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2670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수업·복습·상시 학습</a:t>
            </a:r>
          </a:p>
        </p:txBody>
      </p:sp>
      <p:sp>
        <p:nvSpPr>
          <p:cNvPr id="20" name="visual-body">
            <a:extLst xmlns:a="http://schemas.openxmlformats.org/drawingml/2006/main">
              <a:ext uri="{FF2B5EF4-FFF2-40B4-BE49-F238E27FC236}">
                <a16:creationId xmlns:a16="http://schemas.microsoft.com/office/drawing/2014/main" id="{E62ECF3E-0EEB-4CBE-AC08-D083A084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1" name="visual-body">
            <a:extLst xmlns:a="http://schemas.openxmlformats.org/drawingml/2006/main">
              <a:ext uri="{FF2B5EF4-FFF2-40B4-BE49-F238E27FC236}">
                <a16:creationId xmlns:a16="http://schemas.microsoft.com/office/drawing/2014/main" id="{8AC5909B-A3AA-4E9B-814F-3D11AFFB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8290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관리되는 교육 품질</a:t>
            </a:r>
          </a:p>
        </p:txBody>
      </p:sp>
      <p:sp>
        <p:nvSpPr>
          <p:cNvPr id="22" name="visual-body">
            <a:extLst xmlns:a="http://schemas.openxmlformats.org/drawingml/2006/main">
              <a:ext uri="{FF2B5EF4-FFF2-40B4-BE49-F238E27FC236}">
                <a16:creationId xmlns:a16="http://schemas.microsoft.com/office/drawing/2014/main" id="{BD5952A1-9049-4776-A891-3D3E7464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267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강사·출석·평가·보고</a:t>
            </a:r>
          </a:p>
        </p:txBody>
      </p:sp>
      <p:sp>
        <p:nvSpPr>
          <p:cNvPr id="23" name="visual-body">
            <a:extLst xmlns:a="http://schemas.openxmlformats.org/drawingml/2006/main">
              <a:ext uri="{FF2B5EF4-FFF2-40B4-BE49-F238E27FC236}">
                <a16:creationId xmlns:a16="http://schemas.microsoft.com/office/drawing/2014/main" id="{F300F64F-DBE1-4560-B778-EEC3E841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4" name="visual-body">
            <a:extLst xmlns:a="http://schemas.openxmlformats.org/drawingml/2006/main">
              <a:ext uri="{FF2B5EF4-FFF2-40B4-BE49-F238E27FC236}">
                <a16:creationId xmlns:a16="http://schemas.microsoft.com/office/drawing/2014/main" id="{B8C369D6-724B-4626-BDFF-8496C9DA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8291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실행 가능한 운영</a:t>
            </a:r>
          </a:p>
        </p:txBody>
      </p:sp>
      <p:sp>
        <p:nvSpPr>
          <p:cNvPr id="25" name="visual-body">
            <a:extLst xmlns:a="http://schemas.openxmlformats.org/drawingml/2006/main">
              <a:ext uri="{FF2B5EF4-FFF2-40B4-BE49-F238E27FC236}">
                <a16:creationId xmlns:a16="http://schemas.microsoft.com/office/drawing/2014/main" id="{55B09A5C-4F9D-48BF-BE65-1D6A86EA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26732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일정·조직·정산·증빙</a:t>
            </a:r>
          </a:p>
        </p:txBody>
      </p:sp>
    </p:spTree>
    <p:extLst>
      <p:ext uri="{BB962C8B-B14F-4D97-AF65-F5344CB8AC3E}">
        <p14:creationId xmlns:p14="http://schemas.microsoft.com/office/powerpoint/2010/main" val="10089698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title">
            <a:extLst xmlns:a="http://schemas.openxmlformats.org/drawingml/2006/main">
              <a:ext uri="{FF2B5EF4-FFF2-40B4-BE49-F238E27FC236}">
                <a16:creationId xmlns:a16="http://schemas.microsoft.com/office/drawing/2014/main" id="{F7E5DB81-8B0E-4197-B0DF-B6AC2BE0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교육 운영의 핵심 제안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83DEAB1-C057-4509-A424-3ED56F4E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운영 제안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19A60B1-16BD-4624-8459-5D8BC2BB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8AA35-52F8-46C1-8689-317C79F937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9f454b591e48d2"/>
          <a:srcRect xmlns:a="http://schemas.openxmlformats.org/drawingml/2006/main" l="5761" t="0" r="57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53050" y="1809750"/>
            <a:ext cx="6229350" cy="3962400"/>
          </a:xfrm>
          <a:prstGeom xmlns:a="http://schemas.openxmlformats.org/drawingml/2006/main" prst="rect">
            <a:avLst/>
          </a:prstGeom>
        </p:spPr>
      </p:pic>
      <p:sp>
        <p:nvSpPr>
          <p:cNvPr id="13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3AAE4DE2-D59B-4738-8A0B-51222F0C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업무 속 대화를 꾸준한 학습으로</a:t>
            </a:r>
          </a:p>
        </p:txBody>
      </p:sp>
      <p:sp>
        <p:nvSpPr>
          <p:cNvPr id="14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8A93F720-C0A2-4C91-B81B-B9984CE7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36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1:1</a:t>
            </a:r>
          </a:p>
        </p:txBody>
      </p:sp>
      <p:sp>
        <p:nvSpPr>
          <p:cNvPr id="15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92268325-F820-48B4-979E-97299A67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0037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원어민 전화·화상 수업</a:t>
            </a:r>
          </a:p>
        </p:txBody>
      </p:sp>
      <p:sp>
        <p:nvSpPr>
          <p:cNvPr id="16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9F0919BA-99C1-4435-88BB-8B61C925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[주당수업시간]</a:t>
            </a:r>
          </a:p>
        </p:txBody>
      </p:sp>
      <p:sp>
        <p:nvSpPr>
          <p:cNvPr id="17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FF86ED8E-E825-4F5E-BDBA-B3CF6BFE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6717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주 단위 수업 유형</a:t>
            </a:r>
          </a:p>
        </p:txBody>
      </p:sp>
      <p:sp>
        <p:nvSpPr>
          <p:cNvPr id="18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4BA3782F-BFF9-4338-AEE5-AA28F6A5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[사업기간]</a:t>
            </a:r>
          </a:p>
        </p:txBody>
      </p:sp>
      <p:sp>
        <p:nvSpPr>
          <p:cNvPr id="19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C36F5929-D6D2-4D0D-8C26-C417DB15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3397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[사업기간] 연차별 운영</a:t>
            </a:r>
          </a:p>
        </p:txBody>
      </p:sp>
      <p:sp>
        <p:nvSpPr>
          <p:cNvPr id="20" name="bid3-fixed-visual-caption">
            <a:extLst xmlns:a="http://schemas.openxmlformats.org/drawingml/2006/main">
              <a:ext uri="{FF2B5EF4-FFF2-40B4-BE49-F238E27FC236}">
                <a16:creationId xmlns:a16="http://schemas.microsoft.com/office/drawing/2014/main" id="{84046605-CB4D-4F74-B5F2-E3F6AA7F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설명용 생성 이미지·구성 예시 · 실제 회사 수행 증빙 아님</a:t>
            </a:r>
          </a:p>
        </p:txBody>
      </p:sp>
    </p:spTree>
    <p:extLst>
      <p:ext uri="{BB962C8B-B14F-4D97-AF65-F5344CB8AC3E}">
        <p14:creationId xmlns:p14="http://schemas.microsoft.com/office/powerpoint/2010/main" val="12107975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04EDC7ED-C470-4848-9200-B6B020E1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업무와 함께 이어지는 외국어 학습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F3B23F8-8375-4BB3-8A8F-44CFDE08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운영 제안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35E135C-A112-437C-81FD-8DD37581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0" name="visual-body">
            <a:extLst xmlns:a="http://schemas.openxmlformats.org/drawingml/2006/main">
              <a:ext uri="{FF2B5EF4-FFF2-40B4-BE49-F238E27FC236}">
                <a16:creationId xmlns:a16="http://schemas.microsoft.com/office/drawing/2014/main" id="{979D0B49-DB84-4E85-AA2C-8B684369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009775"/>
            <a:ext cx="43719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개인별 학습 경로</a:t>
            </a:r>
          </a:p>
        </p:txBody>
      </p:sp>
      <p:sp>
        <p:nvSpPr>
          <p:cNvPr id="11" name="visual-body">
            <a:extLst xmlns:a="http://schemas.openxmlformats.org/drawingml/2006/main">
              <a:ext uri="{FF2B5EF4-FFF2-40B4-BE49-F238E27FC236}">
                <a16:creationId xmlns:a16="http://schemas.microsoft.com/office/drawing/2014/main" id="{8B069574-27E0-485B-880D-CF8D2D4E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705100"/>
            <a:ext cx="43719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언어·수준·수업 시간을 확인하고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학습 목적에 맞는 과정을 제안합니다.</a:t>
            </a:r>
          </a:p>
        </p:txBody>
      </p:sp>
      <p:sp>
        <p:nvSpPr>
          <p:cNvPr id="12" name="visual-body">
            <a:extLst xmlns:a="http://schemas.openxmlformats.org/drawingml/2006/main">
              <a:ext uri="{FF2B5EF4-FFF2-40B4-BE49-F238E27FC236}">
                <a16:creationId xmlns:a16="http://schemas.microsoft.com/office/drawing/2014/main" id="{AC510EB9-15D3-4212-979C-4C1C6B06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105275"/>
            <a:ext cx="43719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수업 밖의 학습 지원</a:t>
            </a:r>
          </a:p>
        </p:txBody>
      </p:sp>
      <p:sp>
        <p:nvSpPr>
          <p:cNvPr id="13" name="visual-body">
            <a:extLst xmlns:a="http://schemas.openxmlformats.org/drawingml/2006/main">
              <a:ext uri="{FF2B5EF4-FFF2-40B4-BE49-F238E27FC236}">
                <a16:creationId xmlns:a16="http://schemas.microsoft.com/office/drawing/2014/main" id="{5E410AD2-1A9A-4BC8-9EBC-EC139D83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800600"/>
            <a:ext cx="43719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AI 튜터·영상·일일 과제로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수업 사이의 학습을 이어갑니다.</a:t>
            </a:r>
          </a:p>
        </p:txBody>
      </p:sp>
      <p:sp>
        <p:nvSpPr>
          <p:cNvPr id="14" name="bid3-fixed-visual-caption">
            <a:extLst xmlns:a="http://schemas.openxmlformats.org/drawingml/2006/main">
              <a:ext uri="{FF2B5EF4-FFF2-40B4-BE49-F238E27FC236}">
                <a16:creationId xmlns:a16="http://schemas.microsoft.com/office/drawing/2014/main" id="{8ACBD8B1-864A-458C-90ED-5B554B25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회사 원문 시각 자료를 배치하는 영역</a:t>
            </a:r>
          </a:p>
        </p:txBody>
      </p:sp>
      <p:sp>
        <p:nvSpPr>
          <p:cNvPr id="15" name="bid3-material-placeholder-image">
            <a:extLst xmlns:a="http://schemas.openxmlformats.org/drawingml/2006/main">
              <a:ext uri="{FF2B5EF4-FFF2-40B4-BE49-F238E27FC236}">
                <a16:creationId xmlns:a16="http://schemas.microsoft.com/office/drawing/2014/main" id="{3B84FF1B-70D3-48C2-8C01-83BB55C7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5920"/>
            <a:ext cx="6096000" cy="418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976164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E48B8F94-2404-4034-A866-C7C9AA2E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언어와 목적에 맞춘 교육 구성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58EAEC0-F70E-4D5E-9DAC-3AB51DDF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운영 제안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35CEFC8-FDA2-4561-968B-631FC0AE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11" name="visual-body">
            <a:extLst xmlns:a="http://schemas.openxmlformats.org/drawingml/2006/main">
              <a:ext uri="{FF2B5EF4-FFF2-40B4-BE49-F238E27FC236}">
                <a16:creationId xmlns:a16="http://schemas.microsoft.com/office/drawing/2014/main" id="{E156822F-2372-4110-B992-AAE1EE1C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영어와 제2외국어를 전화·화상 1:1 과정으로 연결합니다.</a:t>
            </a:r>
          </a:p>
        </p:txBody>
      </p:sp>
      <p:sp>
        <p:nvSpPr>
          <p:cNvPr id="12" name="editable-process-node">
            <a:extLst xmlns:a="http://schemas.openxmlformats.org/drawingml/2006/main">
              <a:ext uri="{FF2B5EF4-FFF2-40B4-BE49-F238E27FC236}">
                <a16:creationId xmlns:a16="http://schemas.microsoft.com/office/drawing/2014/main" id="{CB7DFF73-0E8C-4456-8AD3-EC122CF3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667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73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tIns="114300" rIns="171450" bIns="114300" anchor="ctr"/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영어</a:t>
            </a:r>
          </a:p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북미 · 필리핀</a:t>
            </a:r>
          </a:p>
        </p:txBody>
      </p:sp>
      <p:sp>
        <p:nvSpPr>
          <p:cNvPr id="13" name="editable-process-node">
            <a:extLst xmlns:a="http://schemas.openxmlformats.org/drawingml/2006/main">
              <a:ext uri="{FF2B5EF4-FFF2-40B4-BE49-F238E27FC236}">
                <a16:creationId xmlns:a16="http://schemas.microsoft.com/office/drawing/2014/main" id="{28FE24A3-C97B-413F-B6BE-FAB8F83F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86050"/>
            <a:ext cx="2667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tIns="114300" rIns="171450" bIns="114300" anchor="ctr"/>
          <a:lstStyle xmlns:a="http://schemas.openxmlformats.org/drawingml/2006/main">
            <a:defPPr algn="ctr">
              <a:def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학습자별</a:t>
            </a:r>
          </a:p>
          <a:p xmlns:a="http://schemas.openxmlformats.org/drawingml/2006/main">
            <a:pPr algn="ctr">
              <a:buNone/>
              <a:def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과정 선택</a:t>
            </a:r>
          </a:p>
        </p:txBody>
      </p:sp>
      <p:sp>
        <p:nvSpPr>
          <p:cNvPr id="14" name="editable-process-node">
            <a:extLst xmlns:a="http://schemas.openxmlformats.org/drawingml/2006/main">
              <a:ext uri="{FF2B5EF4-FFF2-40B4-BE49-F238E27FC236}">
                <a16:creationId xmlns:a16="http://schemas.microsoft.com/office/drawing/2014/main" id="{5BCBC3EA-5E7B-4CC5-A1B9-6D8067B5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8194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73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tIns="114300" rIns="171450" bIns="114300" anchor="ctr"/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제2외국어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공고 언어별 구성</a:t>
            </a:r>
          </a:p>
        </p:txBody>
      </p:sp>
      <p:sp>
        <p:nvSpPr>
          <p:cNvPr id="15" name="language-choice-direction">
            <a:extLst xmlns:a="http://schemas.openxmlformats.org/drawingml/2006/main">
              <a:ext uri="{FF2B5EF4-FFF2-40B4-BE49-F238E27FC236}">
                <a16:creationId xmlns:a16="http://schemas.microsoft.com/office/drawing/2014/main" id="{5E35DEE5-2039-4A52-8972-D0DC9447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429000"/>
            <a:ext cx="628650" cy="1524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427354"/>
          </a:solidFill>
          <a:ln xmlns:a="http://schemas.openxmlformats.org/drawingml/2006/main" w="0">
            <a:noFill/>
          </a:ln>
        </p:spPr>
      </p:sp>
      <p:sp>
        <p:nvSpPr>
          <p:cNvPr id="16" name="process-direction">
            <a:extLst xmlns:a="http://schemas.openxmlformats.org/drawingml/2006/main">
              <a:ext uri="{FF2B5EF4-FFF2-40B4-BE49-F238E27FC236}">
                <a16:creationId xmlns:a16="http://schemas.microsoft.com/office/drawing/2014/main" id="{A3752028-A7F1-4B26-93C0-AC741286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429000"/>
            <a:ext cx="6286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27354"/>
          </a:solidFill>
          <a:ln xmlns:a="http://schemas.openxmlformats.org/drawingml/2006/main" w="0">
            <a:noFill/>
          </a:ln>
        </p:spPr>
      </p:sp>
      <p:sp>
        <p:nvSpPr>
          <p:cNvPr id="17" name="language-list">
            <a:extLst xmlns:a="http://schemas.openxmlformats.org/drawingml/2006/main">
              <a:ext uri="{FF2B5EF4-FFF2-40B4-BE49-F238E27FC236}">
                <a16:creationId xmlns:a16="http://schemas.microsoft.com/office/drawing/2014/main" id="{DCED40FB-D6D8-47F2-B286-26B34344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0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0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0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0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0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0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0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0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0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일본어 · 중국어 · 프랑스어 · 독일어 · 러시아어 · 스페인어</a:t>
            </a:r>
          </a:p>
        </p:txBody>
      </p:sp>
      <p:sp>
        <p:nvSpPr>
          <p:cNvPr id="18" name="language-list">
            <a:extLst xmlns:a="http://schemas.openxmlformats.org/drawingml/2006/main">
              <a:ext uri="{FF2B5EF4-FFF2-40B4-BE49-F238E27FC236}">
                <a16:creationId xmlns:a16="http://schemas.microsoft.com/office/drawing/2014/main" id="{77096587-0560-4504-98E8-4238767F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베트남어 · 태국어 · 인도네시아어 · 아랍어 · 포르투갈어 · 이탈리아어 등</a:t>
            </a:r>
          </a:p>
        </p:txBody>
      </p:sp>
    </p:spTree>
    <p:extLst>
      <p:ext uri="{BB962C8B-B14F-4D97-AF65-F5344CB8AC3E}">
        <p14:creationId xmlns:p14="http://schemas.microsoft.com/office/powerpoint/2010/main" val="16360163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8B8EA334-B807-4B46-833A-90333D9B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한 번의 수업이 학습으로 남는 과정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451BB46-09DB-4A7A-AAF7-BFB3B5CB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운영 제안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D52586B-D149-4601-A2DE-3CEF35BC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6" name="visual-body">
            <a:extLst xmlns:a="http://schemas.openxmlformats.org/drawingml/2006/main">
              <a:ext uri="{FF2B5EF4-FFF2-40B4-BE49-F238E27FC236}">
                <a16:creationId xmlns:a16="http://schemas.microsoft.com/office/drawing/2014/main" id="{C2DCB02E-2949-4B2B-8930-4341977D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예습부터 수업 후 피드백까지 하나의 흐름으로 설계합니다.</a:t>
            </a:r>
          </a:p>
        </p:txBody>
      </p:sp>
      <p:sp>
        <p:nvSpPr>
          <p:cNvPr id="8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351727C8-3807-419D-A9F3-7508B36E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01  예습</a:t>
            </a:r>
          </a:p>
        </p:txBody>
      </p:sp>
      <p:sp>
        <p:nvSpPr>
          <p:cNvPr id="9" name="journey-description">
            <a:extLst xmlns:a="http://schemas.openxmlformats.org/drawingml/2006/main">
              <a:ext uri="{FF2B5EF4-FFF2-40B4-BE49-F238E27FC236}">
                <a16:creationId xmlns:a16="http://schemas.microsoft.com/office/drawing/2014/main" id="{8147A5E4-14DB-44CA-8D56-9B213E3F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어휘·문장 준비</a:t>
            </a:r>
          </a:p>
        </p:txBody>
      </p:sp>
      <p:sp>
        <p:nvSpPr>
          <p:cNvPr id="10" name="process-direction">
            <a:extLst xmlns:a="http://schemas.openxmlformats.org/drawingml/2006/main">
              <a:ext uri="{FF2B5EF4-FFF2-40B4-BE49-F238E27FC236}">
                <a16:creationId xmlns:a16="http://schemas.microsoft.com/office/drawing/2014/main" id="{782D1BC9-A25E-4189-83DF-F3CD09C7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2900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27354"/>
          </a:solidFill>
          <a:ln xmlns:a="http://schemas.openxmlformats.org/drawingml/2006/main" w="0">
            <a:noFill/>
          </a:ln>
        </p:spPr>
      </p:sp>
      <p:sp>
        <p:nvSpPr>
          <p:cNvPr id="1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3034F90B-5718-4F7C-957D-CD71EE2D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9911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02  실시간 수업</a:t>
            </a:r>
          </a:p>
        </p:txBody>
      </p:sp>
      <p:sp>
        <p:nvSpPr>
          <p:cNvPr id="13" name="journey-description">
            <a:extLst xmlns:a="http://schemas.openxmlformats.org/drawingml/2006/main">
              <a:ext uri="{FF2B5EF4-FFF2-40B4-BE49-F238E27FC236}">
                <a16:creationId xmlns:a16="http://schemas.microsoft.com/office/drawing/2014/main" id="{4857B263-9ECB-44A3-8A5D-38009CAC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44830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원어민과 1:1 회화</a:t>
            </a:r>
          </a:p>
        </p:txBody>
      </p:sp>
      <p:sp>
        <p:nvSpPr>
          <p:cNvPr id="14" name="process-direction">
            <a:extLst xmlns:a="http://schemas.openxmlformats.org/drawingml/2006/main">
              <a:ext uri="{FF2B5EF4-FFF2-40B4-BE49-F238E27FC236}">
                <a16:creationId xmlns:a16="http://schemas.microsoft.com/office/drawing/2014/main" id="{C2905859-25F4-4D21-9EF8-82FABC37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2900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27354"/>
          </a:solidFill>
          <a:ln xmlns:a="http://schemas.openxmlformats.org/drawingml/2006/main" w="0">
            <a:noFill/>
          </a:ln>
        </p:spPr>
      </p:sp>
      <p:sp>
        <p:nvSpPr>
          <p:cNvPr id="16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2FB1D551-AEA6-4724-B639-BE41C9B7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911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03  복습</a:t>
            </a:r>
          </a:p>
        </p:txBody>
      </p:sp>
      <p:sp>
        <p:nvSpPr>
          <p:cNvPr id="17" name="journey-description">
            <a:extLst xmlns:a="http://schemas.openxmlformats.org/drawingml/2006/main">
              <a:ext uri="{FF2B5EF4-FFF2-40B4-BE49-F238E27FC236}">
                <a16:creationId xmlns:a16="http://schemas.microsoft.com/office/drawing/2014/main" id="{A2CAAAD3-C20D-4568-8BD0-7EE651FA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44830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수업 피드백 확인</a:t>
            </a:r>
          </a:p>
        </p:txBody>
      </p:sp>
      <p:sp>
        <p:nvSpPr>
          <p:cNvPr id="18" name="process-direction">
            <a:extLst xmlns:a="http://schemas.openxmlformats.org/drawingml/2006/main">
              <a:ext uri="{FF2B5EF4-FFF2-40B4-BE49-F238E27FC236}">
                <a16:creationId xmlns:a16="http://schemas.microsoft.com/office/drawing/2014/main" id="{BBA12EE8-33D6-4C80-850B-A33A086B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27354"/>
          </a:solidFill>
          <a:ln xmlns:a="http://schemas.openxmlformats.org/drawingml/2006/main" w="0">
            <a:noFill/>
          </a:ln>
        </p:spPr>
      </p:sp>
      <p:sp>
        <p:nvSpPr>
          <p:cNvPr id="20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459865B7-1F98-4D1F-A323-DCAD3E08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911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04  점검</a:t>
            </a:r>
          </a:p>
        </p:txBody>
      </p:sp>
      <p:sp>
        <p:nvSpPr>
          <p:cNvPr id="21" name="journey-description">
            <a:extLst xmlns:a="http://schemas.openxmlformats.org/drawingml/2006/main">
              <a:ext uri="{FF2B5EF4-FFF2-40B4-BE49-F238E27FC236}">
                <a16:creationId xmlns:a16="http://schemas.microsoft.com/office/drawing/2014/main" id="{3E672B9D-D88D-4403-B7D9-EB58A3D6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44830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학습 반응·만족도 확인</a:t>
            </a:r>
          </a:p>
        </p:txBody>
      </p:sp>
      <p:sp>
        <p:nvSpPr>
          <p:cNvPr id="22" name="bid3-fixed-visual-caption">
            <a:extLst xmlns:a="http://schemas.openxmlformats.org/drawingml/2006/main">
              <a:ext uri="{FF2B5EF4-FFF2-40B4-BE49-F238E27FC236}">
                <a16:creationId xmlns:a16="http://schemas.microsoft.com/office/drawing/2014/main" id="{E85EF7D3-DECD-4F1C-BBB0-1C5FE9D7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회사 원문 시각 자료를 배치하는 영역</a:t>
            </a:r>
          </a:p>
        </p:txBody>
      </p:sp>
      <p:sp>
        <p:nvSpPr>
          <p:cNvPr id="23" name="bid3-material-placeholder-image">
            <a:extLst xmlns:a="http://schemas.openxmlformats.org/drawingml/2006/main">
              <a:ext uri="{FF2B5EF4-FFF2-40B4-BE49-F238E27FC236}">
                <a16:creationId xmlns:a16="http://schemas.microsoft.com/office/drawing/2014/main" id="{CF9057CF-34C2-462E-A38C-92D4F848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4560"/>
            <a:ext cx="10972800" cy="2606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247263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6000803B-F5BF-45AE-B5DB-74C56838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일상에서 실무까지 이어지는 교육과정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6EF0A83-7AEF-40D7-8CBA-E19E6598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운영 제안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708E47F-0016-4B4D-905E-76D025AB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6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5BD38D41-B226-4464-A9FA-00EDC696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학습 목적과 수준에 맞춰 과정과 교재를 선택합니다.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2D6E9B-83CB-4A90-99A3-399065F95A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a90822bfe46ee"/>
          <a:srcRect xmlns:a="http://schemas.openxmlformats.org/drawingml/2006/main" l="0" t="1157" r="0" b="11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62575" y="2333625"/>
            <a:ext cx="6219825" cy="3419475"/>
          </a:xfrm>
          <a:prstGeom xmlns:a="http://schemas.openxmlformats.org/drawingml/2006/main" prst="rect">
            <a:avLst/>
          </a:prstGeom>
        </p:spPr>
      </p:pic>
      <p:sp>
        <p:nvSpPr>
          <p:cNvPr id="8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08AB9443-2EBD-4335-AB6F-661B9266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7B6A1E09-17CE-4ABB-B1DD-0242C1BB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36099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일상 회화</a:t>
            </a:r>
          </a:p>
        </p:txBody>
      </p:sp>
      <p:sp>
        <p:nvSpPr>
          <p:cNvPr id="10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4991D557-CCBB-4F1E-BF10-1B06ADDE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67025"/>
            <a:ext cx="36099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생활 표현과 자연스러운 대화</a:t>
            </a:r>
          </a:p>
        </p:txBody>
      </p:sp>
      <p:sp>
        <p:nvSpPr>
          <p:cNvPr id="11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3955FDC0-1D20-4BCC-A18A-159CD894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31CBFABD-44E3-4B1B-9268-539FB596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14725"/>
            <a:ext cx="36099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비즈니스·뉴스</a:t>
            </a:r>
          </a:p>
        </p:txBody>
      </p:sp>
      <p:sp>
        <p:nvSpPr>
          <p:cNvPr id="13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F0224D3A-62FE-4A7E-95B2-EB32F7CD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81450"/>
            <a:ext cx="36099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업무 회화와 시사 토픽 토론</a:t>
            </a:r>
          </a:p>
        </p:txBody>
      </p:sp>
      <p:sp>
        <p:nvSpPr>
          <p:cNvPr id="14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D8EDE5BF-BF01-4CB8-A894-D3AC59A1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5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11A04ED4-28B4-40B9-A8A7-5E166C3B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36099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자격시험 대비</a:t>
            </a:r>
          </a:p>
        </p:txBody>
      </p:sp>
      <p:sp>
        <p:nvSpPr>
          <p:cNvPr id="16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F29C6538-E7CD-4AD3-852D-AC3D9691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36099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목표 시험과 수준별 학습 구성</a:t>
            </a:r>
          </a:p>
        </p:txBody>
      </p:sp>
      <p:sp>
        <p:nvSpPr>
          <p:cNvPr id="17" name="bid3-fixed-visual-caption">
            <a:extLst xmlns:a="http://schemas.openxmlformats.org/drawingml/2006/main">
              <a:ext uri="{FF2B5EF4-FFF2-40B4-BE49-F238E27FC236}">
                <a16:creationId xmlns:a16="http://schemas.microsoft.com/office/drawing/2014/main" id="{91AD9782-ACFC-4957-8DAE-7C5441E3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설명용 생성 이미지·구성 예시 · 실제 회사 수행 증빙 아님</a:t>
            </a:r>
          </a:p>
        </p:txBody>
      </p:sp>
    </p:spTree>
    <p:extLst>
      <p:ext uri="{BB962C8B-B14F-4D97-AF65-F5344CB8AC3E}">
        <p14:creationId xmlns:p14="http://schemas.microsoft.com/office/powerpoint/2010/main" val="3370303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E3511107-F134-4D01-A40E-CE852F7C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주 [수업시간] 또는 [수업시간], 학습 일정에 맞춰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9FF25C5-2FA4-49E3-BB8E-2F2EF836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운영 제안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D081249-3009-4267-867B-7CC045B7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11" name="visual-body">
            <a:extLst xmlns:a="http://schemas.openxmlformats.org/drawingml/2006/main">
              <a:ext uri="{FF2B5EF4-FFF2-40B4-BE49-F238E27FC236}">
                <a16:creationId xmlns:a16="http://schemas.microsoft.com/office/drawing/2014/main" id="{3E31F13E-4FDD-4231-825A-58E80048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전화·화상을 모두 제공하고, 이용 환경에 맞게 연결합니다.</a:t>
            </a:r>
          </a:p>
        </p:txBody>
      </p:sp>
      <p:sp>
        <p:nvSpPr>
          <p:cNvPr id="12" name="visual-body">
            <a:extLst xmlns:a="http://schemas.openxmlformats.org/drawingml/2006/main">
              <a:ext uri="{FF2B5EF4-FFF2-40B4-BE49-F238E27FC236}">
                <a16:creationId xmlns:a16="http://schemas.microsoft.com/office/drawing/2014/main" id="{A2215406-1018-49C4-946A-6C935993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2905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[수업시간]</a:t>
            </a:r>
          </a:p>
        </p:txBody>
      </p:sp>
      <p:sp>
        <p:nvSpPr>
          <p:cNvPr id="13" name="visual-body">
            <a:extLst xmlns:a="http://schemas.openxmlformats.org/drawingml/2006/main">
              <a:ext uri="{FF2B5EF4-FFF2-40B4-BE49-F238E27FC236}">
                <a16:creationId xmlns:a16="http://schemas.microsoft.com/office/drawing/2014/main" id="{CF97FD67-E30B-4BCD-92AC-BFA1E667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주 단위 수업 유형</a:t>
            </a:r>
          </a:p>
        </p:txBody>
      </p:sp>
      <p:sp>
        <p:nvSpPr>
          <p:cNvPr id="14" name="visual-body">
            <a:extLst xmlns:a="http://schemas.openxmlformats.org/drawingml/2006/main">
              <a:ext uri="{FF2B5EF4-FFF2-40B4-BE49-F238E27FC236}">
                <a16:creationId xmlns:a16="http://schemas.microsoft.com/office/drawing/2014/main" id="{3B74A81D-CC63-48EE-B47C-D014317E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543175"/>
            <a:ext cx="2905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[수업시간]</a:t>
            </a:r>
          </a:p>
        </p:txBody>
      </p:sp>
      <p:sp>
        <p:nvSpPr>
          <p:cNvPr id="15" name="visual-body">
            <a:extLst xmlns:a="http://schemas.openxmlformats.org/drawingml/2006/main">
              <a:ext uri="{FF2B5EF4-FFF2-40B4-BE49-F238E27FC236}">
                <a16:creationId xmlns:a16="http://schemas.microsoft.com/office/drawing/2014/main" id="{12169B58-D833-4DC4-897D-2874D9AE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8385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주 단위 수업 유형</a:t>
            </a:r>
          </a:p>
        </p:txBody>
      </p:sp>
      <p:sp>
        <p:nvSpPr>
          <p:cNvPr id="17" name="visual-body">
            <a:extLst xmlns:a="http://schemas.openxmlformats.org/drawingml/2006/main">
              <a:ext uri="{FF2B5EF4-FFF2-40B4-BE49-F238E27FC236}">
                <a16:creationId xmlns:a16="http://schemas.microsoft.com/office/drawing/2014/main" id="{5E7BA7AC-0E4C-4676-B591-43657248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모바일 · PC</a:t>
            </a:r>
          </a:p>
        </p:txBody>
      </p:sp>
      <p:sp>
        <p:nvSpPr>
          <p:cNvPr id="18" name="visual-body">
            <a:extLst xmlns:a="http://schemas.openxmlformats.org/drawingml/2006/main">
              <a:ext uri="{FF2B5EF4-FFF2-40B4-BE49-F238E27FC236}">
                <a16:creationId xmlns:a16="http://schemas.microsoft.com/office/drawing/2014/main" id="{24C18941-4F85-4384-9452-EAA78B44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기기와 수업 방식에 관계없이 같은 학습 흐름을 제안합니다.</a:t>
            </a:r>
          </a:p>
        </p:txBody>
      </p:sp>
      <p:sp>
        <p:nvSpPr>
          <p:cNvPr id="19" name="bid3-fixed-visual-caption">
            <a:extLst xmlns:a="http://schemas.openxmlformats.org/drawingml/2006/main">
              <a:ext uri="{FF2B5EF4-FFF2-40B4-BE49-F238E27FC236}">
                <a16:creationId xmlns:a16="http://schemas.microsoft.com/office/drawing/2014/main" id="{BEAA1B98-D16F-457F-B7DC-CA8D3DA5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회사 원문 시각 자료를 배치하는 영역</a:t>
            </a:r>
          </a:p>
        </p:txBody>
      </p:sp>
      <p:sp>
        <p:nvSpPr>
          <p:cNvPr id="20" name="bid3-material-placeholder-image">
            <a:extLst xmlns:a="http://schemas.openxmlformats.org/drawingml/2006/main">
              <a:ext uri="{FF2B5EF4-FFF2-40B4-BE49-F238E27FC236}">
                <a16:creationId xmlns:a16="http://schemas.microsoft.com/office/drawing/2014/main" id="{97078BF0-415C-4DBC-88F6-FEAF90F6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43200"/>
            <a:ext cx="3657600" cy="1988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53286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E629E79A-9B86-4FCD-8816-05590501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수업 사이에도 이어지는 상시 학습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2E079B4-85DE-4FC1-BF1A-769ECBD7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운영 제안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4A4F569-4BB1-40B3-B6F2-07D10F13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17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67A817BA-4394-4CF5-98FE-DF265076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수업이 없는 날에도 회화·영상·과제로 학습을 이어갑니다.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D9975C-9CE3-40DD-B76B-7D59049D77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ebb50bbaf44b8"/>
          <a:srcRect xmlns:a="http://schemas.openxmlformats.org/drawingml/2006/main" l="0" t="6547" r="0" b="65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333625"/>
            <a:ext cx="6991350" cy="3419475"/>
          </a:xfrm>
          <a:prstGeom xmlns:a="http://schemas.openxmlformats.org/drawingml/2006/main" prst="rect">
            <a:avLst/>
          </a:prstGeom>
        </p:spPr>
      </p:pic>
      <p:sp>
        <p:nvSpPr>
          <p:cNvPr id="19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477B8CB4-A05B-42B1-8458-DDE3B52F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76500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AI 튜터</a:t>
            </a:r>
          </a:p>
        </p:txBody>
      </p:sp>
      <p:sp>
        <p:nvSpPr>
          <p:cNvPr id="20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F53BF550-6C1C-475D-94C3-C0BF1F9E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62275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대화형 회화 연습</a:t>
            </a:r>
          </a:p>
        </p:txBody>
      </p:sp>
      <p:sp>
        <p:nvSpPr>
          <p:cNvPr id="21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9CB5F702-2B11-4DC3-A324-2839B144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33775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외국어 영상</a:t>
            </a:r>
          </a:p>
        </p:txBody>
      </p:sp>
      <p:sp>
        <p:nvSpPr>
          <p:cNvPr id="22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FF357308-EE06-404C-B286-FAEE0498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195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표현과 상황 이해</a:t>
            </a:r>
          </a:p>
        </p:txBody>
      </p:sp>
      <p:sp>
        <p:nvSpPr>
          <p:cNvPr id="23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5AD5D206-410B-4927-8D43-238B6F4F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91050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일일 학습 과제</a:t>
            </a:r>
          </a:p>
        </p:txBody>
      </p:sp>
      <p:sp>
        <p:nvSpPr>
          <p:cNvPr id="24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7A8874F7-52BA-457C-AE44-69050FAB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76825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매일 이어지는 학습 습관</a:t>
            </a:r>
          </a:p>
        </p:txBody>
      </p:sp>
      <p:sp>
        <p:nvSpPr>
          <p:cNvPr id="25" name="bid3-fixed-visual-caption">
            <a:extLst xmlns:a="http://schemas.openxmlformats.org/drawingml/2006/main">
              <a:ext uri="{FF2B5EF4-FFF2-40B4-BE49-F238E27FC236}">
                <a16:creationId xmlns:a16="http://schemas.microsoft.com/office/drawing/2014/main" id="{D48B86C9-6F72-4435-9EF8-6DACD6A9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설명용 생성 이미지·구성 예시 · 실제 회사 수행 증빙 아님</a:t>
            </a:r>
          </a:p>
        </p:txBody>
      </p:sp>
    </p:spTree>
    <p:extLst>
      <p:ext uri="{BB962C8B-B14F-4D97-AF65-F5344CB8AC3E}">
        <p14:creationId xmlns:p14="http://schemas.microsoft.com/office/powerpoint/2010/main" val="5219804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88390855-C5DB-4B10-BB2B-647AE44A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출석 관리와 수료 기준 안내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72E31AD-1234-4193-BB7C-1D8DF4B4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운영 제안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34FEC9C-E58A-4C8C-8860-A7942872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9" name="visual-body">
            <a:extLst xmlns:a="http://schemas.openxmlformats.org/drawingml/2006/main">
              <a:ext uri="{FF2B5EF4-FFF2-40B4-BE49-F238E27FC236}">
                <a16:creationId xmlns:a16="http://schemas.microsoft.com/office/drawing/2014/main" id="{37C09980-7D00-425C-9C45-D29099C3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4286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[수료기준]</a:t>
            </a:r>
          </a:p>
        </p:txBody>
      </p:sp>
      <p:sp>
        <p:nvSpPr>
          <p:cNvPr id="10" name="visual-body">
            <a:extLst xmlns:a="http://schemas.openxmlformats.org/drawingml/2006/main">
              <a:ext uri="{FF2B5EF4-FFF2-40B4-BE49-F238E27FC236}">
                <a16:creationId xmlns:a16="http://schemas.microsoft.com/office/drawing/2014/main" id="{68C26A2A-E718-48A6-9812-2A325273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출석률 기준</a:t>
            </a:r>
          </a:p>
        </p:txBody>
      </p:sp>
      <p:sp>
        <p:nvSpPr>
          <p:cNvPr id="11" name="visual-body">
            <a:extLst xmlns:a="http://schemas.openxmlformats.org/drawingml/2006/main">
              <a:ext uri="{FF2B5EF4-FFF2-40B4-BE49-F238E27FC236}">
                <a16:creationId xmlns:a16="http://schemas.microsoft.com/office/drawing/2014/main" id="{7A767445-6BDA-4D5E-B1F1-F1D6B6D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4286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출석률 [수료기준] 미만 시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미수료 대상 확인</a:t>
            </a:r>
          </a:p>
        </p:txBody>
      </p:sp>
      <p:sp>
        <p:nvSpPr>
          <p:cNvPr id="12" name="visual-body">
            <a:extLst xmlns:a="http://schemas.openxmlformats.org/drawingml/2006/main">
              <a:ext uri="{FF2B5EF4-FFF2-40B4-BE49-F238E27FC236}">
                <a16:creationId xmlns:a16="http://schemas.microsoft.com/office/drawing/2014/main" id="{5817DB87-24EB-4992-8509-5D3A621D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114550"/>
            <a:ext cx="4286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A6794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550" b="1">
                <a:solidFill>
                  <a:srgbClr val="A6794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550" b="1">
                <a:solidFill>
                  <a:srgbClr val="A6794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550" b="1">
                <a:solidFill>
                  <a:srgbClr val="A6794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550" b="1">
                <a:solidFill>
                  <a:srgbClr val="A6794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550" b="1">
                <a:solidFill>
                  <a:srgbClr val="A6794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550" b="1">
                <a:solidFill>
                  <a:srgbClr val="A6794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550" b="1">
                <a:solidFill>
                  <a:srgbClr val="A6794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550" b="1">
                <a:solidFill>
                  <a:srgbClr val="A6794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550" b="1">
                <a:solidFill>
                  <a:srgbClr val="A679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A6794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A67943"/>
                </a:solidFill>
                <a:latin typeface="Malgun Gothic"/>
                <a:ea typeface="Malgun Gothic"/>
                <a:cs typeface="Malgun Gothic"/>
              </a:rPr>
              <a:t>[공고기준]</a:t>
            </a:r>
          </a:p>
        </p:txBody>
      </p:sp>
      <p:sp>
        <p:nvSpPr>
          <p:cNvPr id="13" name="visual-body">
            <a:extLst xmlns:a="http://schemas.openxmlformats.org/drawingml/2006/main">
              <a:ext uri="{FF2B5EF4-FFF2-40B4-BE49-F238E27FC236}">
                <a16:creationId xmlns:a16="http://schemas.microsoft.com/office/drawing/2014/main" id="{5B7C8302-3271-41A3-BA4E-53A7071E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57187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미수료 교육비 공제 안내</a:t>
            </a:r>
          </a:p>
        </p:txBody>
      </p:sp>
      <p:sp>
        <p:nvSpPr>
          <p:cNvPr id="14" name="visual-body">
            <a:extLst xmlns:a="http://schemas.openxmlformats.org/drawingml/2006/main">
              <a:ext uri="{FF2B5EF4-FFF2-40B4-BE49-F238E27FC236}">
                <a16:creationId xmlns:a16="http://schemas.microsoft.com/office/drawing/2014/main" id="{9FE9FDA9-570E-4CE4-81EF-1E536B64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333875"/>
            <a:ext cx="47625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급여 공제 조건을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학습자에게 사전·결과 안내</a:t>
            </a:r>
          </a:p>
        </p:txBody>
      </p:sp>
      <p:sp>
        <p:nvSpPr>
          <p:cNvPr id="15" name="bid3-fixed-visual-caption">
            <a:extLst xmlns:a="http://schemas.openxmlformats.org/drawingml/2006/main">
              <a:ext uri="{FF2B5EF4-FFF2-40B4-BE49-F238E27FC236}">
                <a16:creationId xmlns:a16="http://schemas.microsoft.com/office/drawing/2014/main" id="{E47E0224-D875-4FDC-A2C1-BC1E2A4D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설명용 생성 이미지·구성 예시 · 실제 회사 수행 증빙 아님</a:t>
            </a:r>
          </a:p>
        </p:txBody>
      </p:sp>
    </p:spTree>
    <p:extLst>
      <p:ext uri="{BB962C8B-B14F-4D97-AF65-F5344CB8AC3E}">
        <p14:creationId xmlns:p14="http://schemas.microsoft.com/office/powerpoint/2010/main" val="9148186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AC192726-ACD3-4D27-9A42-BBF45D37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강사 선발부터 교체 협의까지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63C54A0-28D0-4278-81AC-E3204E71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운영 제안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1C2F648-444B-4A0B-AF35-83A801CE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6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7CA9B76E-9FD3-43D1-946E-DD41891F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시차를 고려한 국내·현지 강사와 제2외국어 고급 강사 Pool 편성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09EEE-4DA6-47CD-A855-C670F1C2C8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4b57f3f4f64b1f"/>
          <a:srcRect xmlns:a="http://schemas.openxmlformats.org/drawingml/2006/main" l="0" t="1083" r="0" b="10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100" y="2333625"/>
            <a:ext cx="6210300" cy="3419475"/>
          </a:xfrm>
          <a:prstGeom xmlns:a="http://schemas.openxmlformats.org/drawingml/2006/main" prst="rect">
            <a:avLst/>
          </a:prstGeom>
        </p:spPr>
      </p:pic>
      <p:sp>
        <p:nvSpPr>
          <p:cNvPr id="8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320AE653-D509-4944-A9AA-FF0A65B8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BE5F2DA8-6A64-4206-B3D5-48917302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0775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선발</a:t>
            </a:r>
          </a:p>
        </p:txBody>
      </p:sp>
      <p:sp>
        <p:nvSpPr>
          <p:cNvPr id="10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14965AEF-BE2F-4F18-878A-9CA69235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9875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전문 원어민·티칭 역량 확인</a:t>
            </a:r>
          </a:p>
        </p:txBody>
      </p:sp>
      <p:sp>
        <p:nvSpPr>
          <p:cNvPr id="11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9B035E8A-2D6D-4170-A806-1DCEFDC9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059F726B-139A-4477-B2EF-154C1777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48025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훈련</a:t>
            </a:r>
          </a:p>
        </p:txBody>
      </p:sp>
      <p:sp>
        <p:nvSpPr>
          <p:cNvPr id="13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C9B41BBA-4C2B-4BF9-94A9-888EEB58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67125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과정·운영 기준 사전 교육</a:t>
            </a:r>
          </a:p>
        </p:txBody>
      </p:sp>
      <p:sp>
        <p:nvSpPr>
          <p:cNvPr id="14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217ADB81-81BE-4462-A888-82606A16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5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65008F5E-0938-4351-9BF6-3AA4C755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평가</a:t>
            </a:r>
          </a:p>
        </p:txBody>
      </p:sp>
      <p:sp>
        <p:nvSpPr>
          <p:cNvPr id="16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76AB4223-1C3D-4DDA-B9F2-8251F808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24375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수업 피드백·학습 반응 점검</a:t>
            </a:r>
          </a:p>
        </p:txBody>
      </p:sp>
      <p:sp>
        <p:nvSpPr>
          <p:cNvPr id="17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98A6164A-FF2A-4285-A796-D38F2B40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8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C199DE1A-04E2-474A-A283-9F6D51F1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62525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개선</a:t>
            </a:r>
          </a:p>
        </p:txBody>
      </p:sp>
      <p:sp>
        <p:nvSpPr>
          <p:cNvPr id="19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6C36AAFF-D5B2-4165-9C83-250DC575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81625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보완·교체 여부 사전 협의</a:t>
            </a:r>
          </a:p>
        </p:txBody>
      </p:sp>
      <p:sp>
        <p:nvSpPr>
          <p:cNvPr id="20" name="bid3-fixed-visual-caption">
            <a:extLst xmlns:a="http://schemas.openxmlformats.org/drawingml/2006/main">
              <a:ext uri="{FF2B5EF4-FFF2-40B4-BE49-F238E27FC236}">
                <a16:creationId xmlns:a16="http://schemas.microsoft.com/office/drawing/2014/main" id="{859762CF-61AC-4DEC-9593-2270029D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설명용 생성 이미지·구성 예시 · 실제 회사 수행 증빙 아님</a:t>
            </a:r>
          </a:p>
        </p:txBody>
      </p:sp>
    </p:spTree>
    <p:extLst>
      <p:ext uri="{BB962C8B-B14F-4D97-AF65-F5344CB8AC3E}">
        <p14:creationId xmlns:p14="http://schemas.microsoft.com/office/powerpoint/2010/main" val="5469199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E448A579-3CE9-4BC5-8BD0-C3EB6CEC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월별 평가로 다음 학습을 조정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4BCD2CA-F3B7-4475-9367-D0FB30AA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운영 제안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3CAF60F-C083-429B-BB63-2CBFDE19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6" name="visual-body">
            <a:extLst xmlns:a="http://schemas.openxmlformats.org/drawingml/2006/main">
              <a:ext uri="{FF2B5EF4-FFF2-40B4-BE49-F238E27FC236}">
                <a16:creationId xmlns:a16="http://schemas.microsoft.com/office/drawing/2014/main" id="{E2409F61-C36F-42DF-A287-7ADBF3ED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수업 기록과 평가 코멘트를 학습자별 보완 방향으로 연결합니다.</a:t>
            </a:r>
          </a:p>
        </p:txBody>
      </p:sp>
      <p:sp>
        <p:nvSpPr>
          <p:cNvPr id="8" name="visual-body">
            <a:extLst xmlns:a="http://schemas.openxmlformats.org/drawingml/2006/main">
              <a:ext uri="{FF2B5EF4-FFF2-40B4-BE49-F238E27FC236}">
                <a16:creationId xmlns:a16="http://schemas.microsoft.com/office/drawing/2014/main" id="{A5AA30BD-F607-41B3-AC40-8C94E130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809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3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3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3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3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3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3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3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3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3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visual-body">
            <a:extLst xmlns:a="http://schemas.openxmlformats.org/drawingml/2006/main">
              <a:ext uri="{FF2B5EF4-FFF2-40B4-BE49-F238E27FC236}">
                <a16:creationId xmlns:a16="http://schemas.microsoft.com/office/drawing/2014/main" id="{D726C525-B44F-4212-AF02-AFE0D046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524125"/>
            <a:ext cx="4238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수업·출석 기록</a:t>
            </a:r>
          </a:p>
        </p:txBody>
      </p:sp>
      <p:sp>
        <p:nvSpPr>
          <p:cNvPr id="10" name="visual-body">
            <a:extLst xmlns:a="http://schemas.openxmlformats.org/drawingml/2006/main">
              <a:ext uri="{FF2B5EF4-FFF2-40B4-BE49-F238E27FC236}">
                <a16:creationId xmlns:a16="http://schemas.microsoft.com/office/drawing/2014/main" id="{98D5448A-3A10-455D-80DD-789CCDC1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143250"/>
            <a:ext cx="4238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실제 진행 내역과 출석을 확인</a:t>
            </a:r>
          </a:p>
        </p:txBody>
      </p:sp>
      <p:sp>
        <p:nvSpPr>
          <p:cNvPr id="11" name="visual-body">
            <a:extLst xmlns:a="http://schemas.openxmlformats.org/drawingml/2006/main">
              <a:ext uri="{FF2B5EF4-FFF2-40B4-BE49-F238E27FC236}">
                <a16:creationId xmlns:a16="http://schemas.microsoft.com/office/drawing/2014/main" id="{22706D93-CD02-4AAE-A522-D87C0498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809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3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3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3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3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3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3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3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3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3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visual-body">
            <a:extLst xmlns:a="http://schemas.openxmlformats.org/drawingml/2006/main">
              <a:ext uri="{FF2B5EF4-FFF2-40B4-BE49-F238E27FC236}">
                <a16:creationId xmlns:a16="http://schemas.microsoft.com/office/drawing/2014/main" id="{FB6F1E8A-7E0F-4D8D-BE0F-30F7901F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4067175"/>
            <a:ext cx="4238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학습 평가와 보완</a:t>
            </a:r>
          </a:p>
        </p:txBody>
      </p:sp>
      <p:sp>
        <p:nvSpPr>
          <p:cNvPr id="13" name="visual-body">
            <a:extLst xmlns:a="http://schemas.openxmlformats.org/drawingml/2006/main">
              <a:ext uri="{FF2B5EF4-FFF2-40B4-BE49-F238E27FC236}">
                <a16:creationId xmlns:a16="http://schemas.microsoft.com/office/drawing/2014/main" id="{8A9371F4-36C0-4D78-84FC-530B618D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4686300"/>
            <a:ext cx="4238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강사 코멘트로 다음 학습을 조정</a:t>
            </a:r>
          </a:p>
        </p:txBody>
      </p:sp>
      <p:sp>
        <p:nvSpPr>
          <p:cNvPr id="14" name="bid3-fixed-visual-caption">
            <a:extLst xmlns:a="http://schemas.openxmlformats.org/drawingml/2006/main">
              <a:ext uri="{FF2B5EF4-FFF2-40B4-BE49-F238E27FC236}">
                <a16:creationId xmlns:a16="http://schemas.microsoft.com/office/drawing/2014/main" id="{EC45BD1A-A779-4A17-AD39-24B5A7A6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회사 원문 시각 자료를 배치하는 영역</a:t>
            </a:r>
          </a:p>
        </p:txBody>
      </p:sp>
      <p:sp>
        <p:nvSpPr>
          <p:cNvPr id="15" name="bid3-material-placeholder-image">
            <a:extLst xmlns:a="http://schemas.openxmlformats.org/drawingml/2006/main">
              <a:ext uri="{FF2B5EF4-FFF2-40B4-BE49-F238E27FC236}">
                <a16:creationId xmlns:a16="http://schemas.microsoft.com/office/drawing/2014/main" id="{87BAD766-B813-4B9F-89AA-2DD39F67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94560"/>
            <a:ext cx="3657600" cy="3566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681595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C454A088-32D1-4210-B97F-8C427EBF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연차별 예산과 월별 실비 정산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DA65CCC-69BA-421C-99ED-451CFEF9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운영 제안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C0F98C8-64F2-434F-B0CD-48E9EF32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17" name="visual-body">
            <a:extLst xmlns:a="http://schemas.openxmlformats.org/drawingml/2006/main">
              <a:ext uri="{FF2B5EF4-FFF2-40B4-BE49-F238E27FC236}">
                <a16:creationId xmlns:a16="http://schemas.microsoft.com/office/drawing/2014/main" id="{B15EDBA8-37B7-45FD-B7BE-E3006F92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월별 실비 정산 기반의 체계적인 운영 및 보고</a:t>
            </a:r>
          </a:p>
        </p:txBody>
      </p:sp>
      <p:sp>
        <p:nvSpPr>
          <p:cNvPr id="19" name="visual-body">
            <a:extLst xmlns:a="http://schemas.openxmlformats.org/drawingml/2006/main">
              <a:ext uri="{FF2B5EF4-FFF2-40B4-BE49-F238E27FC236}">
                <a16:creationId xmlns:a16="http://schemas.microsoft.com/office/drawing/2014/main" id="{E981D0F5-7215-4268-82A8-264CED06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14575"/>
            <a:ext cx="552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[총사업예산]</a:t>
            </a:r>
          </a:p>
        </p:txBody>
      </p:sp>
      <p:sp>
        <p:nvSpPr>
          <p:cNvPr id="20" name="visual-body">
            <a:extLst xmlns:a="http://schemas.openxmlformats.org/drawingml/2006/main">
              <a:ext uri="{FF2B5EF4-FFF2-40B4-BE49-F238E27FC236}">
                <a16:creationId xmlns:a16="http://schemas.microsoft.com/office/drawing/2014/main" id="{A14AEEED-F6DA-43B0-B04C-8D213368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19450"/>
            <a:ext cx="552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총 사업 예산 · 부가가치세 면제</a:t>
            </a:r>
          </a:p>
        </p:txBody>
      </p:sp>
      <p:sp>
        <p:nvSpPr>
          <p:cNvPr id="21" name="visual-body">
            <a:extLst xmlns:a="http://schemas.openxmlformats.org/drawingml/2006/main">
              <a:ext uri="{FF2B5EF4-FFF2-40B4-BE49-F238E27FC236}">
                <a16:creationId xmlns:a16="http://schemas.microsoft.com/office/drawing/2014/main" id="{ADC03048-269A-4CDA-A4D8-4E7D6343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14800"/>
            <a:ext cx="5524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[운영연차]   [연차별예산]</a:t>
            </a:r>
          </a:p>
        </p:txBody>
      </p:sp>
      <p:sp>
        <p:nvSpPr>
          <p:cNvPr id="22" name="visual-body">
            <a:extLst xmlns:a="http://schemas.openxmlformats.org/drawingml/2006/main">
              <a:ext uri="{FF2B5EF4-FFF2-40B4-BE49-F238E27FC236}">
                <a16:creationId xmlns:a16="http://schemas.microsoft.com/office/drawing/2014/main" id="{A090DCD6-1C75-4DB1-9025-E8F87EED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57725"/>
            <a:ext cx="5524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[운영연차]   [연차별예산]</a:t>
            </a:r>
          </a:p>
        </p:txBody>
      </p:sp>
      <p:sp>
        <p:nvSpPr>
          <p:cNvPr id="23" name="visual-body">
            <a:extLst xmlns:a="http://schemas.openxmlformats.org/drawingml/2006/main">
              <a:ext uri="{FF2B5EF4-FFF2-40B4-BE49-F238E27FC236}">
                <a16:creationId xmlns:a16="http://schemas.microsoft.com/office/drawing/2014/main" id="{9D95F206-8171-40C7-A436-C77A8B11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410200"/>
            <a:ext cx="5524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실제 교육 시행 내역으로 매월 정산</a:t>
            </a:r>
          </a:p>
        </p:txBody>
      </p:sp>
      <p:sp>
        <p:nvSpPr>
          <p:cNvPr id="24" name="bid3-fixed-visual-caption">
            <a:extLst xmlns:a="http://schemas.openxmlformats.org/drawingml/2006/main">
              <a:ext uri="{FF2B5EF4-FFF2-40B4-BE49-F238E27FC236}">
                <a16:creationId xmlns:a16="http://schemas.microsoft.com/office/drawing/2014/main" id="{1542F1C5-AB16-4714-9359-ACA45F0A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설명용 생성 이미지·구성 예시 · 실제 회사 수행 증빙 아님</a:t>
            </a:r>
          </a:p>
        </p:txBody>
      </p:sp>
      <p:sp>
        <p:nvSpPr>
          <p:cNvPr id="25" name="visual-body">
            <a:extLst xmlns:a="http://schemas.openxmlformats.org/drawingml/2006/main">
              <a:ext uri="{FF2B5EF4-FFF2-40B4-BE49-F238E27FC236}">
                <a16:creationId xmlns:a16="http://schemas.microsoft.com/office/drawing/2014/main" id="{062361C2-8CFC-4822-A078-3DA0DD1A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1차 운영</a:t>
            </a:r>
          </a:p>
        </p:txBody>
      </p:sp>
      <p:sp>
        <p:nvSpPr>
          <p:cNvPr id="26" name="visual-body">
            <a:extLst xmlns:a="http://schemas.openxmlformats.org/drawingml/2006/main">
              <a:ext uri="{FF2B5EF4-FFF2-40B4-BE49-F238E27FC236}">
                <a16:creationId xmlns:a16="http://schemas.microsoft.com/office/drawing/2014/main" id="{3C7F5081-E086-4E8B-B919-2C1DFC77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[연차별 예산]</a:t>
            </a:r>
          </a:p>
        </p:txBody>
      </p:sp>
      <p:sp>
        <p:nvSpPr>
          <p:cNvPr id="27" name="visual-body">
            <a:extLst xmlns:a="http://schemas.openxmlformats.org/drawingml/2006/main">
              <a:ext uri="{FF2B5EF4-FFF2-40B4-BE49-F238E27FC236}">
                <a16:creationId xmlns:a16="http://schemas.microsoft.com/office/drawing/2014/main" id="{CFE9E1AE-9B94-4E8B-87E7-9464FCC3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2차 운영</a:t>
            </a:r>
          </a:p>
        </p:txBody>
      </p:sp>
      <p:sp>
        <p:nvSpPr>
          <p:cNvPr id="28" name="visual-body">
            <a:extLst xmlns:a="http://schemas.openxmlformats.org/drawingml/2006/main">
              <a:ext uri="{FF2B5EF4-FFF2-40B4-BE49-F238E27FC236}">
                <a16:creationId xmlns:a16="http://schemas.microsoft.com/office/drawing/2014/main" id="{9FC0F1C2-4427-4AE7-900B-3395C265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[연차별 예산]</a:t>
            </a:r>
          </a:p>
        </p:txBody>
      </p:sp>
    </p:spTree>
    <p:extLst>
      <p:ext uri="{BB962C8B-B14F-4D97-AF65-F5344CB8AC3E}">
        <p14:creationId xmlns:p14="http://schemas.microsoft.com/office/powerpoint/2010/main" val="18675450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14E10E05-DED5-491D-866D-D8878C17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[운영연차]부터 [운영연차]까지의 운영 일정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B452000-8BA8-4E92-BB05-C9C6CCD7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운영 제안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E563DEE-6724-445F-B415-0EF2ACFF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11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49080220-820F-4E5A-887A-DDBBD742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착수 준비부터 월별 점검과 최종 인계까지 연결합니다.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41A4E3-7E42-4F0A-9ABB-D739434BE3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069152e90640b8"/>
          <a:srcRect xmlns:a="http://schemas.openxmlformats.org/drawingml/2006/main" l="0" t="4019" r="0" b="40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7850" y="2333625"/>
            <a:ext cx="5924550" cy="2724150"/>
          </a:xfrm>
          <a:prstGeom xmlns:a="http://schemas.openxmlformats.org/drawingml/2006/main" prst="rect">
            <a:avLst/>
          </a:prstGeom>
        </p:spPr>
      </p:pic>
      <p:sp>
        <p:nvSpPr>
          <p:cNvPr id="13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DED91F53-94A5-43CA-B2F8-E11EA7C4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44291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[운영연차]</a:t>
            </a:r>
          </a:p>
        </p:txBody>
      </p:sp>
      <p:sp>
        <p:nvSpPr>
          <p:cNvPr id="14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F0C698D9-ACBD-42AC-9C65-85ABE1DA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442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[운영일정] ~ [운영일정]</a:t>
            </a:r>
          </a:p>
        </p:txBody>
      </p:sp>
      <p:sp>
        <p:nvSpPr>
          <p:cNvPr id="15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6EB76CF8-FDC1-4FEC-977F-499AE4F8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44291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[운영연차]</a:t>
            </a:r>
          </a:p>
        </p:txBody>
      </p:sp>
      <p:sp>
        <p:nvSpPr>
          <p:cNvPr id="16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E17694BD-EEA4-4CE8-92A6-EE24CA61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442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[운영일정] ~ [운영일정]</a:t>
            </a:r>
          </a:p>
        </p:txBody>
      </p:sp>
      <p:sp>
        <p:nvSpPr>
          <p:cNvPr id="17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BFEFBFC7-1E1F-4216-AAC6-1B0E61D4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매월</a:t>
            </a:r>
          </a:p>
        </p:txBody>
      </p:sp>
      <p:sp>
        <p:nvSpPr>
          <p:cNvPr id="18" name="photo-edit-text">
            <a:extLst xmlns:a="http://schemas.openxmlformats.org/drawingml/2006/main">
              <a:ext uri="{FF2B5EF4-FFF2-40B4-BE49-F238E27FC236}">
                <a16:creationId xmlns:a16="http://schemas.microsoft.com/office/drawing/2014/main" id="{99BD6D30-F0AC-4A21-9619-F4227F1F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43525"/>
            <a:ext cx="9791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수업 운영  →  출석 확인  →  평가 보고  →  실비 정산</a:t>
            </a:r>
          </a:p>
        </p:txBody>
      </p:sp>
      <p:sp>
        <p:nvSpPr>
          <p:cNvPr id="19" name="bid3-fixed-visual-caption">
            <a:extLst xmlns:a="http://schemas.openxmlformats.org/drawingml/2006/main">
              <a:ext uri="{FF2B5EF4-FFF2-40B4-BE49-F238E27FC236}">
                <a16:creationId xmlns:a16="http://schemas.microsoft.com/office/drawing/2014/main" id="{592A513E-D087-400A-B2E7-65327206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설명용 생성 이미지·구성 예시 · 실제 회사 수행 증빙 아님</a:t>
            </a:r>
          </a:p>
        </p:txBody>
      </p:sp>
    </p:spTree>
    <p:extLst>
      <p:ext uri="{BB962C8B-B14F-4D97-AF65-F5344CB8AC3E}">
        <p14:creationId xmlns:p14="http://schemas.microsoft.com/office/powerpoint/2010/main" val="12305126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D6A20EDF-754B-4FF4-8E35-75DFA0C7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역할별 책임이 명확한 운영 조직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823D374A-B631-416D-8325-A5E735AB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운영 제안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374A6DC-98AA-4000-97D7-514F35A0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6" name="visual-body">
            <a:extLst xmlns:a="http://schemas.openxmlformats.org/drawingml/2006/main">
              <a:ext uri="{FF2B5EF4-FFF2-40B4-BE49-F238E27FC236}">
                <a16:creationId xmlns:a16="http://schemas.microsoft.com/office/drawing/2014/main" id="{FDF7F92B-E337-4815-9ED0-D6697FFF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상근직원 기준의 현장 투입 가능 인력으로 역할을 구성합니다.</a:t>
            </a:r>
          </a:p>
        </p:txBody>
      </p:sp>
      <p:sp>
        <p:nvSpPr>
          <p:cNvPr id="7" name="editable-process-node">
            <a:extLst xmlns:a="http://schemas.openxmlformats.org/drawingml/2006/main">
              <a:ext uri="{FF2B5EF4-FFF2-40B4-BE49-F238E27FC236}">
                <a16:creationId xmlns:a16="http://schemas.microsoft.com/office/drawing/2014/main" id="{811ABD3B-B619-47D5-9ACB-7F060EAA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26003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73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tIns="114300" rIns="171450" bIns="114300" anchor="ctr"/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발주기관 담당자</a:t>
            </a:r>
          </a:p>
        </p:txBody>
      </p:sp>
      <p:sp>
        <p:nvSpPr>
          <p:cNvPr id="8" name="process-direction">
            <a:extLst xmlns:a="http://schemas.openxmlformats.org/drawingml/2006/main">
              <a:ext uri="{FF2B5EF4-FFF2-40B4-BE49-F238E27FC236}">
                <a16:creationId xmlns:a16="http://schemas.microsoft.com/office/drawing/2014/main" id="{0F590890-53BA-4F3C-80CC-6853915A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381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27354"/>
          </a:solidFill>
          <a:ln xmlns:a="http://schemas.openxmlformats.org/drawingml/2006/main" w="0">
            <a:noFill/>
          </a:ln>
        </p:spPr>
      </p:sp>
      <p:sp>
        <p:nvSpPr>
          <p:cNvPr id="9" name="editable-process-node">
            <a:extLst xmlns:a="http://schemas.openxmlformats.org/drawingml/2006/main">
              <a:ext uri="{FF2B5EF4-FFF2-40B4-BE49-F238E27FC236}">
                <a16:creationId xmlns:a16="http://schemas.microsoft.com/office/drawing/2014/main" id="{39EFADB3-D08C-4E45-9D5E-EAEC8B96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47925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73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tIns="114300" rIns="171450" bIns="114300" anchor="ctr"/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사업관리자 PM</a:t>
            </a:r>
          </a:p>
        </p:txBody>
      </p:sp>
      <p:sp>
        <p:nvSpPr>
          <p:cNvPr id="10" name="organization-pm-link">
            <a:extLst xmlns:a="http://schemas.openxmlformats.org/drawingml/2006/main">
              <a:ext uri="{FF2B5EF4-FFF2-40B4-BE49-F238E27FC236}">
                <a16:creationId xmlns:a16="http://schemas.microsoft.com/office/drawing/2014/main" id="{ECA268DB-E317-41F3-946D-84DF499B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305175"/>
            <a:ext cx="0" cy="476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27354"/>
            </a:solidFill>
          </a:ln>
        </p:spPr>
      </p:sp>
      <p:sp>
        <p:nvSpPr>
          <p:cNvPr id="11" name="process-connection">
            <a:extLst xmlns:a="http://schemas.openxmlformats.org/drawingml/2006/main">
              <a:ext uri="{FF2B5EF4-FFF2-40B4-BE49-F238E27FC236}">
                <a16:creationId xmlns:a16="http://schemas.microsoft.com/office/drawing/2014/main" id="{B8729EFF-9E4E-4FAB-9581-8A5C0AA0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781425"/>
            <a:ext cx="746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27354"/>
            </a:solidFill>
          </a:ln>
        </p:spPr>
      </p:sp>
      <p:sp>
        <p:nvSpPr>
          <p:cNvPr id="12" name="organization-team-link">
            <a:extLst xmlns:a="http://schemas.openxmlformats.org/drawingml/2006/main">
              <a:ext uri="{FF2B5EF4-FFF2-40B4-BE49-F238E27FC236}">
                <a16:creationId xmlns:a16="http://schemas.microsoft.com/office/drawing/2014/main" id="{80D630A1-6042-4B64-98F1-6DC7E9E5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781425"/>
            <a:ext cx="0" cy="390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27354"/>
            </a:solidFill>
          </a:ln>
        </p:spPr>
      </p:sp>
      <p:sp>
        <p:nvSpPr>
          <p:cNvPr id="13" name="organization-team-link">
            <a:extLst xmlns:a="http://schemas.openxmlformats.org/drawingml/2006/main">
              <a:ext uri="{FF2B5EF4-FFF2-40B4-BE49-F238E27FC236}">
                <a16:creationId xmlns:a16="http://schemas.microsoft.com/office/drawing/2014/main" id="{2151FBD4-A58C-4ED7-94BD-B685F81F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81425"/>
            <a:ext cx="0" cy="390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27354"/>
            </a:solidFill>
          </a:ln>
        </p:spPr>
      </p:sp>
      <p:sp>
        <p:nvSpPr>
          <p:cNvPr id="14" name="organization-team-link">
            <a:extLst xmlns:a="http://schemas.openxmlformats.org/drawingml/2006/main">
              <a:ext uri="{FF2B5EF4-FFF2-40B4-BE49-F238E27FC236}">
                <a16:creationId xmlns:a16="http://schemas.microsoft.com/office/drawing/2014/main" id="{EC706321-5AC0-4610-90EA-54B90866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781425"/>
            <a:ext cx="0" cy="390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27354"/>
            </a:solidFill>
          </a:ln>
        </p:spPr>
      </p:sp>
      <p:sp>
        <p:nvSpPr>
          <p:cNvPr id="15" name="editable-process-node">
            <a:extLst xmlns:a="http://schemas.openxmlformats.org/drawingml/2006/main">
              <a:ext uri="{FF2B5EF4-FFF2-40B4-BE49-F238E27FC236}">
                <a16:creationId xmlns:a16="http://schemas.microsoft.com/office/drawing/2014/main" id="{5387603B-57AC-4BA1-A198-FB9AEC71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3505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tIns="114300" rIns="171450" bIns="114300" anchor="ctr"/>
          <a:lstStyle xmlns:a="http://schemas.openxmlformats.org/drawingml/2006/main">
            <a:defPPr algn="ctr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교육 운영</a:t>
            </a:r>
          </a:p>
        </p:txBody>
      </p:sp>
      <p:sp>
        <p:nvSpPr>
          <p:cNvPr id="16" name="role-responsibility">
            <a:extLst xmlns:a="http://schemas.openxmlformats.org/drawingml/2006/main">
              <a:ext uri="{FF2B5EF4-FFF2-40B4-BE49-F238E27FC236}">
                <a16:creationId xmlns:a16="http://schemas.microsoft.com/office/drawing/2014/main" id="{A1A8E78C-F3C5-417B-B7EC-75EBA569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350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강사 배치·수업 품질</a:t>
            </a:r>
          </a:p>
        </p:txBody>
      </p:sp>
      <p:sp>
        <p:nvSpPr>
          <p:cNvPr id="17" name="editable-process-node">
            <a:extLst xmlns:a="http://schemas.openxmlformats.org/drawingml/2006/main">
              <a:ext uri="{FF2B5EF4-FFF2-40B4-BE49-F238E27FC236}">
                <a16:creationId xmlns:a16="http://schemas.microsoft.com/office/drawing/2014/main" id="{D99BB078-37D1-4062-8B11-17F2EC30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71950"/>
            <a:ext cx="3505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tIns="114300" rIns="171450" bIns="114300" anchor="ctr"/>
          <a:lstStyle xmlns:a="http://schemas.openxmlformats.org/drawingml/2006/main">
            <a:defPPr algn="ctr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학습자 지원</a:t>
            </a:r>
          </a:p>
        </p:txBody>
      </p:sp>
      <p:sp>
        <p:nvSpPr>
          <p:cNvPr id="18" name="role-responsibility">
            <a:extLst xmlns:a="http://schemas.openxmlformats.org/drawingml/2006/main">
              <a:ext uri="{FF2B5EF4-FFF2-40B4-BE49-F238E27FC236}">
                <a16:creationId xmlns:a16="http://schemas.microsoft.com/office/drawing/2014/main" id="{7981B38B-46FA-4C25-985E-01986775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57800"/>
            <a:ext cx="350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안내·출석·문의 처리</a:t>
            </a:r>
          </a:p>
        </p:txBody>
      </p:sp>
      <p:sp>
        <p:nvSpPr>
          <p:cNvPr id="19" name="editable-process-node">
            <a:extLst xmlns:a="http://schemas.openxmlformats.org/drawingml/2006/main">
              <a:ext uri="{FF2B5EF4-FFF2-40B4-BE49-F238E27FC236}">
                <a16:creationId xmlns:a16="http://schemas.microsoft.com/office/drawing/2014/main" id="{34509325-969A-47E0-9FA1-2A709A99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71950"/>
            <a:ext cx="3505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tIns="114300" rIns="171450" bIns="114300" anchor="ctr"/>
          <a:lstStyle xmlns:a="http://schemas.openxmlformats.org/drawingml/2006/main">
            <a:defPPr algn="ctr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시스템·정산</a:t>
            </a:r>
          </a:p>
        </p:txBody>
      </p:sp>
      <p:sp>
        <p:nvSpPr>
          <p:cNvPr id="20" name="role-responsibility">
            <a:extLst xmlns:a="http://schemas.openxmlformats.org/drawingml/2006/main">
              <a:ext uri="{FF2B5EF4-FFF2-40B4-BE49-F238E27FC236}">
                <a16:creationId xmlns:a16="http://schemas.microsoft.com/office/drawing/2014/main" id="{402DEB04-3DA8-473D-B643-AD108CC7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57800"/>
            <a:ext cx="350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접속 지원·기록·정산</a:t>
            </a:r>
          </a:p>
        </p:txBody>
      </p:sp>
      <p:sp>
        <p:nvSpPr>
          <p:cNvPr id="21" name="bid3-fixed-visual-caption">
            <a:extLst xmlns:a="http://schemas.openxmlformats.org/drawingml/2006/main">
              <a:ext uri="{FF2B5EF4-FFF2-40B4-BE49-F238E27FC236}">
                <a16:creationId xmlns:a16="http://schemas.microsoft.com/office/drawing/2014/main" id="{04A577DD-430B-4126-B25E-3883B972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설명용 생성 이미지·구성 예시 · 실제 회사 수행 증빙 아님</a:t>
            </a:r>
          </a:p>
        </p:txBody>
      </p:sp>
    </p:spTree>
    <p:extLst>
      <p:ext uri="{BB962C8B-B14F-4D97-AF65-F5344CB8AC3E}">
        <p14:creationId xmlns:p14="http://schemas.microsoft.com/office/powerpoint/2010/main" val="10269117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CCD97245-1573-415E-89B6-D61C8446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문제가 생겼을 때의 대응 흐름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77A170A-0C68-4F48-88EC-C60F0D7A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운영 제안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3A125F6-0ABB-4935-96AB-D0C5A9CD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9" name="visual-body">
            <a:extLst xmlns:a="http://schemas.openxmlformats.org/drawingml/2006/main">
              <a:ext uri="{FF2B5EF4-FFF2-40B4-BE49-F238E27FC236}">
                <a16:creationId xmlns:a16="http://schemas.microsoft.com/office/drawing/2014/main" id="{E66A2234-9C77-4E75-BC59-2ABF484F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수업 차질과 학습자의 불편을 기록하고, 협의 결과를 확인합니다.</a:t>
            </a:r>
          </a:p>
        </p:txBody>
      </p:sp>
      <p:sp>
        <p:nvSpPr>
          <p:cNvPr id="10" name="editable-process-node">
            <a:extLst xmlns:a="http://schemas.openxmlformats.org/drawingml/2006/main">
              <a:ext uri="{FF2B5EF4-FFF2-40B4-BE49-F238E27FC236}">
                <a16:creationId xmlns:a16="http://schemas.microsoft.com/office/drawing/2014/main" id="{1F6CEF8D-86C2-401F-AD20-9E94DD27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73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tIns="114300" rIns="171450" bIns="114300" anchor="ctr"/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</a:t>
            </a:r>
          </a:p>
        </p:txBody>
      </p:sp>
      <p:sp>
        <p:nvSpPr>
          <p:cNvPr id="11" name="visual-body">
            <a:extLst xmlns:a="http://schemas.openxmlformats.org/drawingml/2006/main">
              <a:ext uri="{FF2B5EF4-FFF2-40B4-BE49-F238E27FC236}">
                <a16:creationId xmlns:a16="http://schemas.microsoft.com/office/drawing/2014/main" id="{3C81707F-F9F0-46FD-AA87-F743ACB4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2457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문의·수업 차질 기록</a:t>
            </a:r>
          </a:p>
        </p:txBody>
      </p:sp>
      <p:sp>
        <p:nvSpPr>
          <p:cNvPr id="12" name="process-direction">
            <a:extLst xmlns:a="http://schemas.openxmlformats.org/drawingml/2006/main">
              <a:ext uri="{FF2B5EF4-FFF2-40B4-BE49-F238E27FC236}">
                <a16:creationId xmlns:a16="http://schemas.microsoft.com/office/drawing/2014/main" id="{C8A00935-28D8-405C-BB2C-589A2AF3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105150"/>
            <a:ext cx="2000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27354"/>
          </a:solidFill>
          <a:ln xmlns:a="http://schemas.openxmlformats.org/drawingml/2006/main" w="0">
            <a:noFill/>
          </a:ln>
        </p:spPr>
      </p:sp>
      <p:sp>
        <p:nvSpPr>
          <p:cNvPr id="13" name="editable-process-node">
            <a:extLst xmlns:a="http://schemas.openxmlformats.org/drawingml/2006/main">
              <a:ext uri="{FF2B5EF4-FFF2-40B4-BE49-F238E27FC236}">
                <a16:creationId xmlns:a16="http://schemas.microsoft.com/office/drawing/2014/main" id="{7096C684-6ECB-4946-95A1-6723839F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86050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tIns="114300" rIns="171450" bIns="114300" anchor="ctr"/>
          <a:lstStyle xmlns:a="http://schemas.openxmlformats.org/drawingml/2006/main">
            <a:defPPr algn="ctr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조치</a:t>
            </a:r>
          </a:p>
        </p:txBody>
      </p:sp>
      <p:sp>
        <p:nvSpPr>
          <p:cNvPr id="14" name="visual-body">
            <a:extLst xmlns:a="http://schemas.openxmlformats.org/drawingml/2006/main">
              <a:ext uri="{FF2B5EF4-FFF2-40B4-BE49-F238E27FC236}">
                <a16:creationId xmlns:a16="http://schemas.microsoft.com/office/drawing/2014/main" id="{792A21B7-F2D5-43C3-8617-88720C7B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24325"/>
            <a:ext cx="2457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원인 확인 및 보완안</a:t>
            </a:r>
          </a:p>
        </p:txBody>
      </p:sp>
      <p:sp>
        <p:nvSpPr>
          <p:cNvPr id="15" name="process-direction">
            <a:extLst xmlns:a="http://schemas.openxmlformats.org/drawingml/2006/main">
              <a:ext uri="{FF2B5EF4-FFF2-40B4-BE49-F238E27FC236}">
                <a16:creationId xmlns:a16="http://schemas.microsoft.com/office/drawing/2014/main" id="{D5F3A767-E3C7-461D-967F-7E088B61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105150"/>
            <a:ext cx="2000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27354"/>
          </a:solidFill>
          <a:ln xmlns:a="http://schemas.openxmlformats.org/drawingml/2006/main" w="0">
            <a:noFill/>
          </a:ln>
        </p:spPr>
      </p:sp>
      <p:sp>
        <p:nvSpPr>
          <p:cNvPr id="16" name="editable-process-node">
            <a:extLst xmlns:a="http://schemas.openxmlformats.org/drawingml/2006/main">
              <a:ext uri="{FF2B5EF4-FFF2-40B4-BE49-F238E27FC236}">
                <a16:creationId xmlns:a16="http://schemas.microsoft.com/office/drawing/2014/main" id="{ECBDA756-BC03-4BD6-B0A2-5F2AB13A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86050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tIns="114300" rIns="171450" bIns="114300" anchor="ctr"/>
          <a:lstStyle xmlns:a="http://schemas.openxmlformats.org/drawingml/2006/main">
            <a:defPPr algn="ctr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협의</a:t>
            </a:r>
          </a:p>
        </p:txBody>
      </p:sp>
      <p:sp>
        <p:nvSpPr>
          <p:cNvPr id="17" name="visual-body">
            <a:extLst xmlns:a="http://schemas.openxmlformats.org/drawingml/2006/main">
              <a:ext uri="{FF2B5EF4-FFF2-40B4-BE49-F238E27FC236}">
                <a16:creationId xmlns:a16="http://schemas.microsoft.com/office/drawing/2014/main" id="{958A795A-DAC5-41BB-A782-7571E5C0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24325"/>
            <a:ext cx="2457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강사 교체·변경 협의</a:t>
            </a:r>
          </a:p>
        </p:txBody>
      </p:sp>
      <p:sp>
        <p:nvSpPr>
          <p:cNvPr id="18" name="process-direction">
            <a:extLst xmlns:a="http://schemas.openxmlformats.org/drawingml/2006/main">
              <a:ext uri="{FF2B5EF4-FFF2-40B4-BE49-F238E27FC236}">
                <a16:creationId xmlns:a16="http://schemas.microsoft.com/office/drawing/2014/main" id="{B6F57117-7031-47CF-8E39-44703505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105150"/>
            <a:ext cx="2000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27354"/>
          </a:solidFill>
          <a:ln xmlns:a="http://schemas.openxmlformats.org/drawingml/2006/main" w="0">
            <a:noFill/>
          </a:ln>
        </p:spPr>
      </p:sp>
      <p:sp>
        <p:nvSpPr>
          <p:cNvPr id="19" name="editable-process-node">
            <a:extLst xmlns:a="http://schemas.openxmlformats.org/drawingml/2006/main">
              <a:ext uri="{FF2B5EF4-FFF2-40B4-BE49-F238E27FC236}">
                <a16:creationId xmlns:a16="http://schemas.microsoft.com/office/drawing/2014/main" id="{D58214E4-FDB6-4277-A0EA-987C9917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86050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tIns="114300" rIns="171450" bIns="114300" anchor="ctr"/>
          <a:lstStyle xmlns:a="http://schemas.openxmlformats.org/drawingml/2006/main">
            <a:defPPr algn="ctr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재확인</a:t>
            </a:r>
          </a:p>
        </p:txBody>
      </p:sp>
      <p:sp>
        <p:nvSpPr>
          <p:cNvPr id="20" name="visual-body">
            <a:extLst xmlns:a="http://schemas.openxmlformats.org/drawingml/2006/main">
              <a:ext uri="{FF2B5EF4-FFF2-40B4-BE49-F238E27FC236}">
                <a16:creationId xmlns:a16="http://schemas.microsoft.com/office/drawing/2014/main" id="{808B0201-BF18-4C91-B8C3-325BAB58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24325"/>
            <a:ext cx="2457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조치 결과와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기록 확인</a:t>
            </a:r>
          </a:p>
        </p:txBody>
      </p:sp>
      <p:sp>
        <p:nvSpPr>
          <p:cNvPr id="21" name="bid3-fixed-visual-caption">
            <a:extLst xmlns:a="http://schemas.openxmlformats.org/drawingml/2006/main">
              <a:ext uri="{FF2B5EF4-FFF2-40B4-BE49-F238E27FC236}">
                <a16:creationId xmlns:a16="http://schemas.microsoft.com/office/drawing/2014/main" id="{E2420F73-881E-4276-8AEA-326444BE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설명용 생성 이미지·구성 예시 · 실제 회사 수행 증빙 아님</a:t>
            </a:r>
          </a:p>
        </p:txBody>
      </p:sp>
    </p:spTree>
    <p:extLst>
      <p:ext uri="{BB962C8B-B14F-4D97-AF65-F5344CB8AC3E}">
        <p14:creationId xmlns:p14="http://schemas.microsoft.com/office/powerpoint/2010/main" val="44859030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03FF84D1-B168-4A55-99C4-51415E52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학습정보 보호와 기록 관리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4867F61-0CE6-4352-8ACA-76AF45D4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운영 제안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F689711-5C94-47A9-81B2-76BFB6B4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98F83-7185-4336-96FB-13A05CF3C6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9e65dcc2a4d3c"/>
          <a:srcRect xmlns:a="http://schemas.openxmlformats.org/drawingml/2006/main" l="0" t="1083" r="0" b="10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100" y="2333625"/>
            <a:ext cx="6210300" cy="3419475"/>
          </a:xfrm>
          <a:prstGeom xmlns:a="http://schemas.openxmlformats.org/drawingml/2006/main" prst="rect">
            <a:avLst/>
          </a:prstGeom>
        </p:spPr>
      </p:pic>
      <p:sp>
        <p:nvSpPr>
          <p:cNvPr id="17" name="bid3-fixed-visual-caption">
            <a:extLst xmlns:a="http://schemas.openxmlformats.org/drawingml/2006/main">
              <a:ext uri="{FF2B5EF4-FFF2-40B4-BE49-F238E27FC236}">
                <a16:creationId xmlns:a16="http://schemas.microsoft.com/office/drawing/2014/main" id="{EF41EE56-1E5C-4742-99F2-64F2C48D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설명용 생성 이미지·구성 예시 · 실제 회사 수행 증빙 아님</a:t>
            </a:r>
          </a:p>
        </p:txBody>
      </p:sp>
      <p:sp>
        <p:nvSpPr>
          <p:cNvPr id="18" name="visual-body">
            <a:extLst xmlns:a="http://schemas.openxmlformats.org/drawingml/2006/main">
              <a:ext uri="{FF2B5EF4-FFF2-40B4-BE49-F238E27FC236}">
                <a16:creationId xmlns:a16="http://schemas.microsoft.com/office/drawing/2014/main" id="{A67CEFEB-C973-44DF-89F6-D276097E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참여 인력의 보안교육부터 정보 인계까지 관리합니다.</a:t>
            </a:r>
          </a:p>
        </p:txBody>
      </p:sp>
      <p:sp>
        <p:nvSpPr>
          <p:cNvPr id="19" name="visual-body">
            <a:extLst xmlns:a="http://schemas.openxmlformats.org/drawingml/2006/main">
              <a:ext uri="{FF2B5EF4-FFF2-40B4-BE49-F238E27FC236}">
                <a16:creationId xmlns:a16="http://schemas.microsoft.com/office/drawing/2014/main" id="{79057C29-3B92-4B16-97E8-801D0B5D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0" name="visual-body">
            <a:extLst xmlns:a="http://schemas.openxmlformats.org/drawingml/2006/main">
              <a:ext uri="{FF2B5EF4-FFF2-40B4-BE49-F238E27FC236}">
                <a16:creationId xmlns:a16="http://schemas.microsoft.com/office/drawing/2014/main" id="{A22BA3FF-C9E6-4628-B585-5469F80D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385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전원 교육</a:t>
            </a:r>
          </a:p>
        </p:txBody>
      </p:sp>
      <p:sp>
        <p:nvSpPr>
          <p:cNvPr id="21" name="visual-body">
            <a:extLst xmlns:a="http://schemas.openxmlformats.org/drawingml/2006/main">
              <a:ext uri="{FF2B5EF4-FFF2-40B4-BE49-F238E27FC236}">
                <a16:creationId xmlns:a16="http://schemas.microsoft.com/office/drawing/2014/main" id="{CFD231B5-5B62-4AF8-AA78-2AD422A2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90825"/>
            <a:ext cx="385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전담·비전담 참여 인력 모두 교육</a:t>
            </a:r>
          </a:p>
        </p:txBody>
      </p:sp>
      <p:sp>
        <p:nvSpPr>
          <p:cNvPr id="22" name="visual-body">
            <a:extLst xmlns:a="http://schemas.openxmlformats.org/drawingml/2006/main">
              <a:ext uri="{FF2B5EF4-FFF2-40B4-BE49-F238E27FC236}">
                <a16:creationId xmlns:a16="http://schemas.microsoft.com/office/drawing/2014/main" id="{993D5D13-9C00-43C1-8FC1-43739F05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3" name="visual-body">
            <a:extLst xmlns:a="http://schemas.openxmlformats.org/drawingml/2006/main">
              <a:ext uri="{FF2B5EF4-FFF2-40B4-BE49-F238E27FC236}">
                <a16:creationId xmlns:a16="http://schemas.microsoft.com/office/drawing/2014/main" id="{C9120062-B6E5-4F6F-ABC3-0B6C6955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9925"/>
            <a:ext cx="385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제3자 동의·서약</a:t>
            </a:r>
          </a:p>
        </p:txBody>
      </p:sp>
      <p:sp>
        <p:nvSpPr>
          <p:cNvPr id="24" name="visual-body">
            <a:extLst xmlns:a="http://schemas.openxmlformats.org/drawingml/2006/main">
              <a:ext uri="{FF2B5EF4-FFF2-40B4-BE49-F238E27FC236}">
                <a16:creationId xmlns:a16="http://schemas.microsoft.com/office/drawing/2014/main" id="{CD80397C-473E-4AFF-8D06-BED7833C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385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이름·소속·이력 제공 동의</a:t>
            </a:r>
          </a:p>
        </p:txBody>
      </p:sp>
      <p:sp>
        <p:nvSpPr>
          <p:cNvPr id="25" name="visual-body">
            <a:extLst xmlns:a="http://schemas.openxmlformats.org/drawingml/2006/main">
              <a:ext uri="{FF2B5EF4-FFF2-40B4-BE49-F238E27FC236}">
                <a16:creationId xmlns:a16="http://schemas.microsoft.com/office/drawing/2014/main" id="{D7641F85-3E52-4A1A-96F4-BD8DE62A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6" name="visual-body">
            <a:extLst xmlns:a="http://schemas.openxmlformats.org/drawingml/2006/main">
              <a:ext uri="{FF2B5EF4-FFF2-40B4-BE49-F238E27FC236}">
                <a16:creationId xmlns:a16="http://schemas.microsoft.com/office/drawing/2014/main" id="{17B6E1C6-67A3-42B6-B096-DEA93961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57650"/>
            <a:ext cx="385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접근·보관</a:t>
            </a:r>
          </a:p>
        </p:txBody>
      </p:sp>
      <p:sp>
        <p:nvSpPr>
          <p:cNvPr id="27" name="visual-body">
            <a:extLst xmlns:a="http://schemas.openxmlformats.org/drawingml/2006/main">
              <a:ext uri="{FF2B5EF4-FFF2-40B4-BE49-F238E27FC236}">
                <a16:creationId xmlns:a16="http://schemas.microsoft.com/office/drawing/2014/main" id="{BB03F75C-588B-419B-A73A-2AF00BA5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385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권한·보관 기준과 운영 기록 관리</a:t>
            </a:r>
          </a:p>
        </p:txBody>
      </p:sp>
      <p:sp>
        <p:nvSpPr>
          <p:cNvPr id="28" name="visual-body">
            <a:extLst xmlns:a="http://schemas.openxmlformats.org/drawingml/2006/main">
              <a:ext uri="{FF2B5EF4-FFF2-40B4-BE49-F238E27FC236}">
                <a16:creationId xmlns:a16="http://schemas.microsoft.com/office/drawing/2014/main" id="{D40B6A4C-FBBB-42B1-8BC7-A5B98506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9" name="visual-body">
            <a:extLst xmlns:a="http://schemas.openxmlformats.org/drawingml/2006/main">
              <a:ext uri="{FF2B5EF4-FFF2-40B4-BE49-F238E27FC236}">
                <a16:creationId xmlns:a16="http://schemas.microsoft.com/office/drawing/2014/main" id="{B9EDE1EC-E734-4AE2-A718-B8C2D707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05375"/>
            <a:ext cx="385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인계·삭제</a:t>
            </a:r>
          </a:p>
        </p:txBody>
      </p:sp>
      <p:sp>
        <p:nvSpPr>
          <p:cNvPr id="30" name="visual-body">
            <a:extLst xmlns:a="http://schemas.openxmlformats.org/drawingml/2006/main">
              <a:ext uri="{FF2B5EF4-FFF2-40B4-BE49-F238E27FC236}">
                <a16:creationId xmlns:a16="http://schemas.microsoft.com/office/drawing/2014/main" id="{80BD608A-F9FE-4AEE-979B-A9877066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385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종료 시 인계·삭제 결과 확인</a:t>
            </a:r>
          </a:p>
        </p:txBody>
      </p:sp>
    </p:spTree>
    <p:extLst>
      <p:ext uri="{BB962C8B-B14F-4D97-AF65-F5344CB8AC3E}">
        <p14:creationId xmlns:p14="http://schemas.microsoft.com/office/powerpoint/2010/main" val="50144702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6FA0DE80-B344-49BC-AAEA-329AF807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회사 자료에서 확인한 학습 경험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7D32017-B33F-468F-AB5E-664BCD80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운영 제안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181E4FA-061F-490D-B4BA-DEC1F461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10" name="visual-body">
            <a:extLst xmlns:a="http://schemas.openxmlformats.org/drawingml/2006/main">
              <a:ext uri="{FF2B5EF4-FFF2-40B4-BE49-F238E27FC236}">
                <a16:creationId xmlns:a16="http://schemas.microsoft.com/office/drawing/2014/main" id="{718DFC81-62B9-4757-86A0-D30846E5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9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9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9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9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9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9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9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9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9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멀티미디어 학습</a:t>
            </a:r>
          </a:p>
        </p:txBody>
      </p:sp>
      <p:sp>
        <p:nvSpPr>
          <p:cNvPr id="11" name="visual-body">
            <a:extLst xmlns:a="http://schemas.openxmlformats.org/drawingml/2006/main">
              <a:ext uri="{FF2B5EF4-FFF2-40B4-BE49-F238E27FC236}">
                <a16:creationId xmlns:a16="http://schemas.microsoft.com/office/drawing/2014/main" id="{45CB0A49-F7EE-4088-BEEA-7A16FBAF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619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기존 자료의 영상·콘텐츠 화면은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상시 학습 구성의 참고로 활용합니다.</a:t>
            </a:r>
          </a:p>
        </p:txBody>
      </p:sp>
      <p:sp>
        <p:nvSpPr>
          <p:cNvPr id="12" name="visual-body">
            <a:extLst xmlns:a="http://schemas.openxmlformats.org/drawingml/2006/main">
              <a:ext uri="{FF2B5EF4-FFF2-40B4-BE49-F238E27FC236}">
                <a16:creationId xmlns:a16="http://schemas.microsoft.com/office/drawing/2014/main" id="{9ACEF761-3D05-469B-B547-4028265A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운영에 연결할 지원 체계</a:t>
            </a:r>
          </a:p>
        </p:txBody>
      </p:sp>
      <p:sp>
        <p:nvSpPr>
          <p:cNvPr id="13" name="visual-body">
            <a:extLst xmlns:a="http://schemas.openxmlformats.org/drawingml/2006/main">
              <a:ext uri="{FF2B5EF4-FFF2-40B4-BE49-F238E27FC236}">
                <a16:creationId xmlns:a16="http://schemas.microsoft.com/office/drawing/2014/main" id="{6D1EDC43-4F58-4CA7-A4A4-2312B63D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학습 콘텐츠 · 학습자 지원 · 운영 기록</a:t>
            </a:r>
          </a:p>
        </p:txBody>
      </p:sp>
      <p:sp>
        <p:nvSpPr>
          <p:cNvPr id="14" name="bid3-fixed-visual-caption">
            <a:extLst xmlns:a="http://schemas.openxmlformats.org/drawingml/2006/main">
              <a:ext uri="{FF2B5EF4-FFF2-40B4-BE49-F238E27FC236}">
                <a16:creationId xmlns:a16="http://schemas.microsoft.com/office/drawing/2014/main" id="{48924C27-44F9-457B-A609-60A760BD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회사 원문 시각 자료를 배치하는 영역</a:t>
            </a:r>
          </a:p>
        </p:txBody>
      </p:sp>
      <p:sp>
        <p:nvSpPr>
          <p:cNvPr id="15" name="bid3-material-placeholder-image">
            <a:extLst xmlns:a="http://schemas.openxmlformats.org/drawingml/2006/main">
              <a:ext uri="{FF2B5EF4-FFF2-40B4-BE49-F238E27FC236}">
                <a16:creationId xmlns:a16="http://schemas.microsoft.com/office/drawing/2014/main" id="{5EAC841F-EA2B-4BB6-AA0C-24C32CBF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77340"/>
            <a:ext cx="36576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731880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FFF0BDE5-2BC8-4BF5-B946-C44590F8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운영 기록과 결과 인계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A37C7D8-30DD-482A-A956-F5B2057A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운영 제안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9585CB5-4540-4404-AB7E-EEE665C7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6" name="visual-body">
            <a:extLst xmlns:a="http://schemas.openxmlformats.org/drawingml/2006/main">
              <a:ext uri="{FF2B5EF4-FFF2-40B4-BE49-F238E27FC236}">
                <a16:creationId xmlns:a16="http://schemas.microsoft.com/office/drawing/2014/main" id="{91E96B96-F61D-4AA3-B01A-2885A517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운영 결과가 확인 가능한 기록으로 남도록 구성합니다.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011D1-DDD5-4217-B3E7-1768B4ADEEB8}"/>
              </a:ext>
            </a:extLst>
          </p:cNvPr>
          <p:cNvGraphicFramePr/>
          <p:nvPr/>
        </p:nvGraphicFramePr>
        <p:xfrm>
          <a:off xmlns:a="http://schemas.openxmlformats.org/drawingml/2006/main" x="609600" y="2428875"/>
          <a:ext xmlns:a="http://schemas.openxmlformats.org/drawingml/2006/main" cx="109728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81835"/>
                <a:gridCol w="6024282"/>
                <a:gridCol w="2366682"/>
              </a:tblGrid>
              <a:tr h="7239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산출물</a:t>
                      </a:r>
                    </a:p>
                  </a:txBody>
                  <a:tcPr marL="91440" marR="91440" marT="45720" marB="45720" anchor="ctr">
                    <a:solidFill>
                      <a:srgbClr val="4273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내용</a:t>
                      </a:r>
                    </a:p>
                  </a:txBody>
                  <a:tcPr marL="91440" marR="91440" marT="45720" marB="45720" anchor="ctr">
                    <a:solidFill>
                      <a:srgbClr val="4273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주기</a:t>
                      </a:r>
                    </a:p>
                  </a:txBody>
                  <a:tcPr marL="91440" marR="91440" marT="45720" marB="45720" anchor="ctr">
                    <a:solidFill>
                      <a:srgbClr val="427354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계획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언어·과정·인력·운영 절차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착수 협의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월별 운영 보고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수업·출석·평가·이슈·정산 근거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월별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결과·인계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결과 및 데이터 처리 확인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과업 종료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bid3-fixed-visual-caption">
            <a:extLst xmlns:a="http://schemas.openxmlformats.org/drawingml/2006/main">
              <a:ext uri="{FF2B5EF4-FFF2-40B4-BE49-F238E27FC236}">
                <a16:creationId xmlns:a16="http://schemas.microsoft.com/office/drawing/2014/main" id="{2A01E47B-04B2-4A20-A182-B42E5011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설명용 생성 이미지·구성 예시 · 실제 회사 수행 증빙 아님</a:t>
            </a:r>
          </a:p>
        </p:txBody>
      </p:sp>
    </p:spTree>
    <p:extLst>
      <p:ext uri="{BB962C8B-B14F-4D97-AF65-F5344CB8AC3E}">
        <p14:creationId xmlns:p14="http://schemas.microsoft.com/office/powerpoint/2010/main" val="178586114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bid3-title">
            <a:extLst xmlns:a="http://schemas.openxmlformats.org/drawingml/2006/main">
              <a:ext uri="{FF2B5EF4-FFF2-40B4-BE49-F238E27FC236}">
                <a16:creationId xmlns:a16="http://schemas.microsoft.com/office/drawing/2014/main" id="{2A6CBF6D-A5C1-448A-8181-F6FAE050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직접 수행과 계약 관리</a:t>
            </a:r>
          </a:p>
        </p:txBody>
      </p:sp>
      <p:sp>
        <p:nvSpPr>
          <p:cNvPr id="2" name="visual-body">
            <a:extLst xmlns:a="http://schemas.openxmlformats.org/drawingml/2006/main">
              <a:ext uri="{FF2B5EF4-FFF2-40B4-BE49-F238E27FC236}">
                <a16:creationId xmlns:a16="http://schemas.microsoft.com/office/drawing/2014/main" id="{0D0407B2-531B-47F0-A163-6B6A4308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운영 책임과 산출물의 권리를 계약 기준에 맞춰 관리합니다.</a:t>
            </a:r>
          </a:p>
        </p:txBody>
      </p:sp>
      <p:sp>
        <p:nvSpPr>
          <p:cNvPr id="3" name="visual-body">
            <a:extLst xmlns:a="http://schemas.openxmlformats.org/drawingml/2006/main">
              <a:ext uri="{FF2B5EF4-FFF2-40B4-BE49-F238E27FC236}">
                <a16:creationId xmlns:a16="http://schemas.microsoft.com/office/drawing/2014/main" id="{81826513-06B7-4C7F-9CB0-D1E48900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visual-body">
            <a:extLst xmlns:a="http://schemas.openxmlformats.org/drawingml/2006/main">
              <a:ext uri="{FF2B5EF4-FFF2-40B4-BE49-F238E27FC236}">
                <a16:creationId xmlns:a16="http://schemas.microsoft.com/office/drawing/2014/main" id="{4F3C551F-18D7-47B0-AB9C-04C08D0F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336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직접 수행</a:t>
            </a:r>
          </a:p>
        </p:txBody>
      </p:sp>
      <p:sp>
        <p:nvSpPr>
          <p:cNvPr id="5" name="visual-body">
            <a:extLst xmlns:a="http://schemas.openxmlformats.org/drawingml/2006/main">
              <a:ext uri="{FF2B5EF4-FFF2-40B4-BE49-F238E27FC236}">
                <a16:creationId xmlns:a16="http://schemas.microsoft.com/office/drawing/2014/main" id="{394E0764-1E4B-48B4-B302-A080B886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8610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하도급 없이</a:t>
            </a:r>
          </a:p>
          <a:p xmlns:a="http://schemas.openxmlformats.org/drawingml/2006/main">
            <a: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단일 플랫폼으로 운영</a:t>
            </a:r>
          </a:p>
        </p:txBody>
      </p:sp>
      <p:sp>
        <p:nvSpPr>
          <p:cNvPr id="6" name="visual-body">
            <a:extLst xmlns:a="http://schemas.openxmlformats.org/drawingml/2006/main">
              <a:ext uri="{FF2B5EF4-FFF2-40B4-BE49-F238E27FC236}">
                <a16:creationId xmlns:a16="http://schemas.microsoft.com/office/drawing/2014/main" id="{CBD66326-5B2E-409C-916A-8A8FA2E8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05075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visual-body">
            <a:extLst xmlns:a="http://schemas.openxmlformats.org/drawingml/2006/main">
              <a:ext uri="{FF2B5EF4-FFF2-40B4-BE49-F238E27FC236}">
                <a16:creationId xmlns:a16="http://schemas.microsoft.com/office/drawing/2014/main" id="{05D4E643-A102-40FC-A7FF-398BB1DC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5336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지적재산권</a:t>
            </a:r>
          </a:p>
        </p:txBody>
      </p:sp>
      <p:sp>
        <p:nvSpPr>
          <p:cNvPr id="8" name="visual-body">
            <a:extLst xmlns:a="http://schemas.openxmlformats.org/drawingml/2006/main">
              <a:ext uri="{FF2B5EF4-FFF2-40B4-BE49-F238E27FC236}">
                <a16:creationId xmlns:a16="http://schemas.microsoft.com/office/drawing/2014/main" id="{F2CEBDD7-1FE6-4013-8F70-D1C65DD7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08610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자료 사용 범위와</a:t>
            </a:r>
          </a:p>
          <a:p xmlns:a="http://schemas.openxmlformats.org/drawingml/2006/main">
            <a: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산출물의 권리 관리</a:t>
            </a:r>
          </a:p>
        </p:txBody>
      </p:sp>
      <p:sp>
        <p:nvSpPr>
          <p:cNvPr id="9" name="visual-body">
            <a:extLst xmlns:a="http://schemas.openxmlformats.org/drawingml/2006/main">
              <a:ext uri="{FF2B5EF4-FFF2-40B4-BE49-F238E27FC236}">
                <a16:creationId xmlns:a16="http://schemas.microsoft.com/office/drawing/2014/main" id="{DBC3933C-AB6C-4242-9A87-2B9C419E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05075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0" name="visual-body">
            <a:extLst xmlns:a="http://schemas.openxmlformats.org/drawingml/2006/main">
              <a:ext uri="{FF2B5EF4-FFF2-40B4-BE49-F238E27FC236}">
                <a16:creationId xmlns:a16="http://schemas.microsoft.com/office/drawing/2014/main" id="{918AB9FF-B38A-4A7D-862D-3861C957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336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비밀 유지</a:t>
            </a:r>
          </a:p>
        </p:txBody>
      </p:sp>
      <p:sp>
        <p:nvSpPr>
          <p:cNvPr id="11" name="visual-body">
            <a:extLst xmlns:a="http://schemas.openxmlformats.org/drawingml/2006/main">
              <a:ext uri="{FF2B5EF4-FFF2-40B4-BE49-F238E27FC236}">
                <a16:creationId xmlns:a16="http://schemas.microsoft.com/office/drawing/2014/main" id="{918962BF-48EC-4784-ABF4-DE2C33FD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8610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참여 인력의 서약과</a:t>
            </a:r>
          </a:p>
          <a:p xmlns:a="http://schemas.openxmlformats.org/drawingml/2006/main">
            <a: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정보 취급 기준 적용</a:t>
            </a:r>
          </a:p>
        </p:txBody>
      </p:sp>
      <p:sp>
        <p:nvSpPr>
          <p:cNvPr id="12" name="visual-body">
            <a:extLst xmlns:a="http://schemas.openxmlformats.org/drawingml/2006/main">
              <a:ext uri="{FF2B5EF4-FFF2-40B4-BE49-F238E27FC236}">
                <a16:creationId xmlns:a16="http://schemas.microsoft.com/office/drawing/2014/main" id="{210DCA30-C22F-47DE-852B-7364D982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3" name="visual-body">
            <a:extLst xmlns:a="http://schemas.openxmlformats.org/drawingml/2006/main">
              <a:ext uri="{FF2B5EF4-FFF2-40B4-BE49-F238E27FC236}">
                <a16:creationId xmlns:a16="http://schemas.microsoft.com/office/drawing/2014/main" id="{4983814A-7EFB-48F2-940B-8947A832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1957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지연 대응</a:t>
            </a:r>
          </a:p>
        </p:txBody>
      </p:sp>
      <p:sp>
        <p:nvSpPr>
          <p:cNvPr id="14" name="visual-body">
            <a:extLst xmlns:a="http://schemas.openxmlformats.org/drawingml/2006/main">
              <a:ext uri="{FF2B5EF4-FFF2-40B4-BE49-F238E27FC236}">
                <a16:creationId xmlns:a16="http://schemas.microsoft.com/office/drawing/2014/main" id="{30E235B7-D025-4409-BC8C-158D7CC8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72025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차질 공유·복구 협의</a:t>
            </a:r>
          </a:p>
          <a:p xmlns:a="http://schemas.openxmlformats.org/drawingml/2006/main">
            <a: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지연배상 조건 준수</a:t>
            </a:r>
          </a:p>
        </p:txBody>
      </p:sp>
      <p:sp>
        <p:nvSpPr>
          <p:cNvPr id="15" name="visual-body">
            <a:extLst xmlns:a="http://schemas.openxmlformats.org/drawingml/2006/main">
              <a:ext uri="{FF2B5EF4-FFF2-40B4-BE49-F238E27FC236}">
                <a16:creationId xmlns:a16="http://schemas.microsoft.com/office/drawing/2014/main" id="{F6ADBA74-C38C-437F-8FCC-1E2B4115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19100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16" name="visual-body">
            <a:extLst xmlns:a="http://schemas.openxmlformats.org/drawingml/2006/main">
              <a:ext uri="{FF2B5EF4-FFF2-40B4-BE49-F238E27FC236}">
                <a16:creationId xmlns:a16="http://schemas.microsoft.com/office/drawing/2014/main" id="{F2AE1957-5050-4A4E-A0B3-7917D188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21957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최저임금 이상</a:t>
            </a:r>
          </a:p>
        </p:txBody>
      </p:sp>
      <p:sp>
        <p:nvSpPr>
          <p:cNvPr id="17" name="visual-body">
            <a:extLst xmlns:a="http://schemas.openxmlformats.org/drawingml/2006/main">
              <a:ext uri="{FF2B5EF4-FFF2-40B4-BE49-F238E27FC236}">
                <a16:creationId xmlns:a16="http://schemas.microsoft.com/office/drawing/2014/main" id="{69E7F985-8FE4-4142-BA9F-04391367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772025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고용노동부 고시 기준을</a:t>
            </a:r>
          </a:p>
          <a:p xmlns:a="http://schemas.openxmlformats.org/drawingml/2006/main">
            <a: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근로자 고용계약에 반영</a:t>
            </a:r>
          </a:p>
        </p:txBody>
      </p:sp>
      <p:sp>
        <p:nvSpPr>
          <p:cNvPr id="18" name="visual-body">
            <a:extLst xmlns:a="http://schemas.openxmlformats.org/drawingml/2006/main">
              <a:ext uri="{FF2B5EF4-FFF2-40B4-BE49-F238E27FC236}">
                <a16:creationId xmlns:a16="http://schemas.microsoft.com/office/drawing/2014/main" id="{63C36FB4-4601-474C-9DE1-1AA53D46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9100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19" name="visual-body">
            <a:extLst xmlns:a="http://schemas.openxmlformats.org/drawingml/2006/main">
              <a:ext uri="{FF2B5EF4-FFF2-40B4-BE49-F238E27FC236}">
                <a16:creationId xmlns:a16="http://schemas.microsoft.com/office/drawing/2014/main" id="{875AD6F2-6437-4FAD-9163-DBD9001E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1957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대금 지급 연계</a:t>
            </a:r>
          </a:p>
        </p:txBody>
      </p:sp>
      <p:sp>
        <p:nvSpPr>
          <p:cNvPr id="20" name="visual-body">
            <a:extLst xmlns:a="http://schemas.openxmlformats.org/drawingml/2006/main">
              <a:ext uri="{FF2B5EF4-FFF2-40B4-BE49-F238E27FC236}">
                <a16:creationId xmlns:a16="http://schemas.microsoft.com/office/drawing/2014/main" id="{FDA766AA-F96F-48A1-81F1-441A073B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772025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[대금지급시스템]</a:t>
            </a:r>
          </a:p>
          <a:p xmlns:a="http://schemas.openxmlformats.org/drawingml/2006/main">
            <a:pPr algn="l">
              <a:def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또는 [지급경로] 연계</a:t>
            </a:r>
          </a:p>
        </p:txBody>
      </p:sp>
      <p:sp>
        <p:nvSpPr>
          <p:cNvPr id="21" name="bid3-fixed-visual-caption">
            <a:extLst xmlns:a="http://schemas.openxmlformats.org/drawingml/2006/main">
              <a:ext uri="{FF2B5EF4-FFF2-40B4-BE49-F238E27FC236}">
                <a16:creationId xmlns:a16="http://schemas.microsoft.com/office/drawing/2014/main" id="{3B218021-0E09-4881-A190-8BE9DD69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설명용 생성 이미지·구성 예시 · 실제 회사 수행 증빙 아님</a:t>
            </a:r>
          </a:p>
        </p:txBody>
      </p:sp>
      <p:sp>
        <p:nvSpPr>
          <p:cNvPr id="2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0569B6C-D591-4B8B-8AC2-CC3A16A6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운영 제안</a:t>
            </a:r>
          </a:p>
        </p:txBody>
      </p:sp>
      <p:sp>
        <p:nvSpPr>
          <p:cNvPr id="2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857BBAA-C4A2-4D5C-9461-C3898330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30796715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FB6FF-692C-448D-95FE-B8A04CB5E9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864ce1fcce4bd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F6B9CB56-8CBD-4673-BA9D-E377D527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8572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49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49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49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49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49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49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49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49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49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49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49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수업이 끝나도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495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학습은 이어지도록</a:t>
            </a:r>
          </a:p>
        </p:txBody>
      </p:sp>
      <p:sp>
        <p:nvSpPr>
          <p:cNvPr id="7" name="visual-body">
            <a:extLst xmlns:a="http://schemas.openxmlformats.org/drawingml/2006/main">
              <a:ext uri="{FF2B5EF4-FFF2-40B4-BE49-F238E27FC236}">
                <a16:creationId xmlns:a16="http://schemas.microsoft.com/office/drawing/2014/main" id="{F41BACCE-1F8E-494E-8516-43592070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발주기관 전화외국어 교육과정 운영 제안</a:t>
            </a:r>
          </a:p>
        </p:txBody>
      </p:sp>
      <p:sp>
        <p:nvSpPr>
          <p:cNvPr id="8" name="visual-body">
            <a:extLst xmlns:a="http://schemas.openxmlformats.org/drawingml/2006/main">
              <a:ext uri="{FF2B5EF4-FFF2-40B4-BE49-F238E27FC236}">
                <a16:creationId xmlns:a16="http://schemas.microsoft.com/office/drawing/2014/main" id="{378B1B32-959B-4596-9F55-6625778B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809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5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5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5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5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5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5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5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5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5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25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1:1 회화와 상시 학습,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기록에 기반한 운영을 연결합니다.</a:t>
            </a:r>
          </a:p>
        </p:txBody>
      </p:sp>
      <p:sp>
        <p:nvSpPr>
          <p:cNvPr id="9" name="visual-body">
            <a:extLst xmlns:a="http://schemas.openxmlformats.org/drawingml/2006/main">
              <a:ext uri="{FF2B5EF4-FFF2-40B4-BE49-F238E27FC236}">
                <a16:creationId xmlns:a16="http://schemas.microsoft.com/office/drawing/2014/main" id="{79F4DFAF-4944-4681-AE87-EE320F93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17266"/>
                </a:solidFill>
                <a:latin typeface="Malgun Gothic"/>
                <a:ea typeface="Malgun Gothic"/>
                <a:cs typeface="Malgun Gothic"/>
              </a:rPr>
              <a:t>검토용 초안 · 제안사명 및 현행 증빙 확인 후 제출본 확정</a:t>
            </a:r>
          </a:p>
        </p:txBody>
      </p:sp>
    </p:spTree>
    <p:extLst>
      <p:ext uri="{BB962C8B-B14F-4D97-AF65-F5344CB8AC3E}">
        <p14:creationId xmlns:p14="http://schemas.microsoft.com/office/powerpoint/2010/main" val="349060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2026-10-17T02:41:16.3640000Z</dcterms:created>
  <dcterms:modified xsi:type="dcterms:W3CDTF">2026-10-17T02:41:16.3640000Z</dcterms:modified>
</coreProperties>
</file>