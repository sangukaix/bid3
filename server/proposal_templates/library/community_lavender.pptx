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9f3b79f83843a4" /><Relationship Type="http://schemas.openxmlformats.org/officeDocument/2006/relationships/extended-properties" Target="/docProps/app.xml" Id="Raa40e6295b604452" /><Relationship Type="http://schemas.openxmlformats.org/officeDocument/2006/relationships/officeDocument" Target="/ppt/presentation.xml" Id="Rac52734f124c4e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eae84a293467a"/>
  </p:sldMasterIdLst>
  <p:notesMasterIdLst>
    <p:notesMasterId xmlns:r="http://schemas.openxmlformats.org/officeDocument/2006/relationships" r:id="R5b45ff52075e4d92"/>
  </p:notesMasterIdLst>
  <p:sldIdLst>
    <p:sldId xmlns:r="http://schemas.openxmlformats.org/officeDocument/2006/relationships" id="256" r:id="R5b6752c0db9341e7"/>
    <p:sldId xmlns:r="http://schemas.openxmlformats.org/officeDocument/2006/relationships" id="257" r:id="R03f52d904be342de"/>
    <p:sldId xmlns:r="http://schemas.openxmlformats.org/officeDocument/2006/relationships" id="258" r:id="R02f62a10f4b041af"/>
    <p:sldId xmlns:r="http://schemas.openxmlformats.org/officeDocument/2006/relationships" id="259" r:id="R8c179d891bf347dc"/>
    <p:sldId xmlns:r="http://schemas.openxmlformats.org/officeDocument/2006/relationships" id="260" r:id="R12884b41f90245b0"/>
    <p:sldId xmlns:r="http://schemas.openxmlformats.org/officeDocument/2006/relationships" id="261" r:id="Rcd821d50495146e1"/>
    <p:sldId xmlns:r="http://schemas.openxmlformats.org/officeDocument/2006/relationships" id="262" r:id="R76f8904fd45647be"/>
    <p:sldId xmlns:r="http://schemas.openxmlformats.org/officeDocument/2006/relationships" id="263" r:id="Rfb4a747020db4d8f"/>
    <p:sldId xmlns:r="http://schemas.openxmlformats.org/officeDocument/2006/relationships" id="264" r:id="R50000151430b4bf5"/>
    <p:sldId xmlns:r="http://schemas.openxmlformats.org/officeDocument/2006/relationships" id="265" r:id="R4ec8ce5b5fe341ae"/>
    <p:sldId xmlns:r="http://schemas.openxmlformats.org/officeDocument/2006/relationships" id="266" r:id="R10dd2a50cc1d420b"/>
    <p:sldId xmlns:r="http://schemas.openxmlformats.org/officeDocument/2006/relationships" id="267" r:id="R6732761e3c79403d"/>
    <p:sldId xmlns:r="http://schemas.openxmlformats.org/officeDocument/2006/relationships" id="268" r:id="R240047eacfe84e05"/>
    <p:sldId xmlns:r="http://schemas.openxmlformats.org/officeDocument/2006/relationships" id="269" r:id="R83ead02b7125485b"/>
    <p:sldId xmlns:r="http://schemas.openxmlformats.org/officeDocument/2006/relationships" id="270" r:id="R0e5767bb6c2c4722"/>
    <p:sldId xmlns:r="http://schemas.openxmlformats.org/officeDocument/2006/relationships" id="271" r:id="Ra1953df20a8b4afb"/>
    <p:sldId xmlns:r="http://schemas.openxmlformats.org/officeDocument/2006/relationships" id="272" r:id="R0ef0f1381c914ec8"/>
    <p:sldId xmlns:r="http://schemas.openxmlformats.org/officeDocument/2006/relationships" id="273" r:id="Ra6c6ae28ef684d43"/>
    <p:sldId xmlns:r="http://schemas.openxmlformats.org/officeDocument/2006/relationships" id="274" r:id="R6438d5ae7be341ed"/>
    <p:sldId xmlns:r="http://schemas.openxmlformats.org/officeDocument/2006/relationships" id="275" r:id="Rc38beeb21dee4d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ef971670ca4e39" /><Relationship Type="http://schemas.openxmlformats.org/officeDocument/2006/relationships/slideMaster" Target="/ppt/slideMasters/slideMaster1.xml" Id="R532eae84a293467a" /><Relationship Type="http://schemas.openxmlformats.org/officeDocument/2006/relationships/notesMaster" Target="/ppt/notesMasters/notesMaster1.xml" Id="R5b45ff52075e4d92" /><Relationship Type="http://schemas.openxmlformats.org/officeDocument/2006/relationships/presProps" Target="/ppt/presProps.xml" Id="Ra6dd6745d2d142e5" /><Relationship Type="http://schemas.openxmlformats.org/officeDocument/2006/relationships/tableStyles" Target="/ppt/tableStyles.xml" Id="Rcb258f6536c74954" /><Relationship Type="http://schemas.openxmlformats.org/officeDocument/2006/relationships/slide" Target="/ppt/slides/slide1.xml" Id="R5b6752c0db9341e7" /><Relationship Type="http://schemas.openxmlformats.org/officeDocument/2006/relationships/slide" Target="/ppt/slides/slide2.xml" Id="R03f52d904be342de" /><Relationship Type="http://schemas.openxmlformats.org/officeDocument/2006/relationships/slide" Target="/ppt/slides/slide3.xml" Id="R02f62a10f4b041af" /><Relationship Type="http://schemas.openxmlformats.org/officeDocument/2006/relationships/slide" Target="/ppt/slides/slide4.xml" Id="R8c179d891bf347dc" /><Relationship Type="http://schemas.openxmlformats.org/officeDocument/2006/relationships/slide" Target="/ppt/slides/slide5.xml" Id="R12884b41f90245b0" /><Relationship Type="http://schemas.openxmlformats.org/officeDocument/2006/relationships/slide" Target="/ppt/slides/slide6.xml" Id="Rcd821d50495146e1" /><Relationship Type="http://schemas.openxmlformats.org/officeDocument/2006/relationships/slide" Target="/ppt/slides/slide7.xml" Id="R76f8904fd45647be" /><Relationship Type="http://schemas.openxmlformats.org/officeDocument/2006/relationships/slide" Target="/ppt/slides/slide8.xml" Id="Rfb4a747020db4d8f" /><Relationship Type="http://schemas.openxmlformats.org/officeDocument/2006/relationships/slide" Target="/ppt/slides/slide9.xml" Id="R50000151430b4bf5" /><Relationship Type="http://schemas.openxmlformats.org/officeDocument/2006/relationships/slide" Target="/ppt/slides/slide10.xml" Id="R4ec8ce5b5fe341ae" /><Relationship Type="http://schemas.openxmlformats.org/officeDocument/2006/relationships/slide" Target="/ppt/slides/slide11.xml" Id="R10dd2a50cc1d420b" /><Relationship Type="http://schemas.openxmlformats.org/officeDocument/2006/relationships/slide" Target="/ppt/slides/slide12.xml" Id="R6732761e3c79403d" /><Relationship Type="http://schemas.openxmlformats.org/officeDocument/2006/relationships/slide" Target="/ppt/slides/slide13.xml" Id="R240047eacfe84e05" /><Relationship Type="http://schemas.openxmlformats.org/officeDocument/2006/relationships/slide" Target="/ppt/slides/slide14.xml" Id="R83ead02b7125485b" /><Relationship Type="http://schemas.openxmlformats.org/officeDocument/2006/relationships/slide" Target="/ppt/slides/slide15.xml" Id="R0e5767bb6c2c4722" /><Relationship Type="http://schemas.openxmlformats.org/officeDocument/2006/relationships/slide" Target="/ppt/slides/slide16.xml" Id="Ra1953df20a8b4afb" /><Relationship Type="http://schemas.openxmlformats.org/officeDocument/2006/relationships/slide" Target="/ppt/slides/slide17.xml" Id="R0ef0f1381c914ec8" /><Relationship Type="http://schemas.openxmlformats.org/officeDocument/2006/relationships/slide" Target="/ppt/slides/slide18.xml" Id="Ra6c6ae28ef684d43" /><Relationship Type="http://schemas.openxmlformats.org/officeDocument/2006/relationships/slide" Target="/ppt/slides/slide19.xml" Id="R6438d5ae7be341ed" /><Relationship Type="http://schemas.openxmlformats.org/officeDocument/2006/relationships/slide" Target="/ppt/slides/slide20.xml" Id="Rc38beeb21dee4d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003e27118b4a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e49ca12c64e7e" /><Relationship Type="http://schemas.openxmlformats.org/officeDocument/2006/relationships/notesMaster" Target="/ppt/notesMasters/notesMaster1.xml" Id="Rb6ad0ee80eb4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dcda5300a47b7" /><Relationship Type="http://schemas.openxmlformats.org/officeDocument/2006/relationships/notesMaster" Target="/ppt/notesMasters/notesMaster1.xml" Id="Rc2b276516104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6349cb09c345c2" /><Relationship Type="http://schemas.openxmlformats.org/officeDocument/2006/relationships/notesMaster" Target="/ppt/notesMasters/notesMaster1.xml" Id="Rd54a9b04890c40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34074f881b429b" /><Relationship Type="http://schemas.openxmlformats.org/officeDocument/2006/relationships/notesMaster" Target="/ppt/notesMasters/notesMaster1.xml" Id="Rc5a25c1f434f45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375cd543a34a83" /><Relationship Type="http://schemas.openxmlformats.org/officeDocument/2006/relationships/notesMaster" Target="/ppt/notesMasters/notesMaster1.xml" Id="R77d6a63a7bb9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4cdacd3f0a4762" /><Relationship Type="http://schemas.openxmlformats.org/officeDocument/2006/relationships/notesMaster" Target="/ppt/notesMasters/notesMaster1.xml" Id="Rbbb87f5176e04f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c40844f3c14cf3" /><Relationship Type="http://schemas.openxmlformats.org/officeDocument/2006/relationships/notesMaster" Target="/ppt/notesMasters/notesMaster1.xml" Id="R35aeb77a87be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e48587950142d3" /><Relationship Type="http://schemas.openxmlformats.org/officeDocument/2006/relationships/notesMaster" Target="/ppt/notesMasters/notesMaster1.xml" Id="R61bb854ab20645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0c6a7541b54290" /><Relationship Type="http://schemas.openxmlformats.org/officeDocument/2006/relationships/notesMaster" Target="/ppt/notesMasters/notesMaster1.xml" Id="R1c8a6e1b9f9f44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0b63344a414a5b" /><Relationship Type="http://schemas.openxmlformats.org/officeDocument/2006/relationships/notesMaster" Target="/ppt/notesMasters/notesMaster1.xml" Id="R8253cd62bc3d4d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55c896d9404a1a" /><Relationship Type="http://schemas.openxmlformats.org/officeDocument/2006/relationships/notesMaster" Target="/ppt/notesMasters/notesMaster1.xml" Id="R8317ddb90f744b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25699b991a4bed" /><Relationship Type="http://schemas.openxmlformats.org/officeDocument/2006/relationships/notesMaster" Target="/ppt/notesMasters/notesMaster1.xml" Id="R8c0568848d4e40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bdb31d5319499d" /><Relationship Type="http://schemas.openxmlformats.org/officeDocument/2006/relationships/notesMaster" Target="/ppt/notesMasters/notesMaster1.xml" Id="R6f3281c67e2942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fa937fc21e437f" /><Relationship Type="http://schemas.openxmlformats.org/officeDocument/2006/relationships/notesMaster" Target="/ppt/notesMasters/notesMaster1.xml" Id="Rade9d2ec011e44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ed7c29172c484b" /><Relationship Type="http://schemas.openxmlformats.org/officeDocument/2006/relationships/notesMaster" Target="/ppt/notesMasters/notesMaster1.xml" Id="R8eef95d9acd44e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1a462753824745" /><Relationship Type="http://schemas.openxmlformats.org/officeDocument/2006/relationships/notesMaster" Target="/ppt/notesMasters/notesMaster1.xml" Id="Rd6a53fb93e7e44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60f94951d04437" /><Relationship Type="http://schemas.openxmlformats.org/officeDocument/2006/relationships/notesMaster" Target="/ppt/notesMasters/notesMaster1.xml" Id="R1b6a7f6abf224f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3c0c7623c1405d" /><Relationship Type="http://schemas.openxmlformats.org/officeDocument/2006/relationships/notesMaster" Target="/ppt/notesMasters/notesMaster1.xml" Id="R0427848c77c949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4c63cc8e8441e7" /><Relationship Type="http://schemas.openxmlformats.org/officeDocument/2006/relationships/notesMaster" Target="/ppt/notesMasters/notesMaster1.xml" Id="R0d4d0221c4a54f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3d54ea425a433a" /><Relationship Type="http://schemas.openxmlformats.org/officeDocument/2006/relationships/notesMaster" Target="/ppt/notesMasters/notesMaster1.xml" Id="Rd3f91d07a9e34b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커뮤니티 라벤더.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2372f5fde47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b27548f1f4494" /><Relationship Type="http://schemas.openxmlformats.org/officeDocument/2006/relationships/slideLayout" Target="/ppt/slideLayouts/slideLayout1.xml" Id="R3a5d54d06900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d54d06900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faae5b374f0f" /><Relationship Type="http://schemas.openxmlformats.org/officeDocument/2006/relationships/image" Target="/ppt/media/image.png" Id="R3ac13c42a00c4d52" /><Relationship Type="http://schemas.openxmlformats.org/officeDocument/2006/relationships/notesSlide" Target="/ppt/notesSlides/notesSlide1.xml" Id="Rb95c2934199f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e26beb87545b1" /><Relationship Type="http://schemas.openxmlformats.org/officeDocument/2006/relationships/notesSlide" Target="/ppt/notesSlides/notesSlide2.xml" Id="R9ac919a4d76848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aaa32ac504011" /><Relationship Type="http://schemas.openxmlformats.org/officeDocument/2006/relationships/notesSlide" Target="/ppt/notesSlides/notesSlide3.xml" Id="R9c689ac5e41542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6decd2a034842" /><Relationship Type="http://schemas.openxmlformats.org/officeDocument/2006/relationships/notesSlide" Target="/ppt/notesSlides/notesSlide4.xml" Id="R3fb3e1b27c894e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67baeaa54acf" /><Relationship Type="http://schemas.openxmlformats.org/officeDocument/2006/relationships/notesSlide" Target="/ppt/notesSlides/notesSlide5.xml" Id="Rdb5d334260e549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86645e7654bc2" /><Relationship Type="http://schemas.openxmlformats.org/officeDocument/2006/relationships/notesSlide" Target="/ppt/notesSlides/notesSlide6.xml" Id="R0675fbc7ebad47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ce74e937e4fc4" /><Relationship Type="http://schemas.openxmlformats.org/officeDocument/2006/relationships/notesSlide" Target="/ppt/notesSlides/notesSlide7.xml" Id="Rc932e4acf737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873722c97489b" /><Relationship Type="http://schemas.openxmlformats.org/officeDocument/2006/relationships/notesSlide" Target="/ppt/notesSlides/notesSlide8.xml" Id="Ra83df1b29d614e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ee1eb2bcf4ead" /><Relationship Type="http://schemas.openxmlformats.org/officeDocument/2006/relationships/notesSlide" Target="/ppt/notesSlides/notesSlide9.xml" Id="Rd7362f24625d4e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1b998afed417f" /><Relationship Type="http://schemas.openxmlformats.org/officeDocument/2006/relationships/notesSlide" Target="/ppt/notesSlides/notesSlide10.xml" Id="Re5243a3c633d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44601638b4914" /><Relationship Type="http://schemas.openxmlformats.org/officeDocument/2006/relationships/notesSlide" Target="/ppt/notesSlides/notesSlide11.xml" Id="Rab1e9da8184749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96eadbadd4b79" /><Relationship Type="http://schemas.openxmlformats.org/officeDocument/2006/relationships/notesSlide" Target="/ppt/notesSlides/notesSlide12.xml" Id="Ra733299b5f3b49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51269b57742b9" /><Relationship Type="http://schemas.openxmlformats.org/officeDocument/2006/relationships/notesSlide" Target="/ppt/notesSlides/notesSlide13.xml" Id="Rf3930c3066734a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7af1cebcd4265" /><Relationship Type="http://schemas.openxmlformats.org/officeDocument/2006/relationships/notesSlide" Target="/ppt/notesSlides/notesSlide14.xml" Id="R7bd8c12a6d8243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aa6588fa54e15" /><Relationship Type="http://schemas.openxmlformats.org/officeDocument/2006/relationships/notesSlide" Target="/ppt/notesSlides/notesSlide15.xml" Id="R6428a676f30641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37a9d011c43d8" /><Relationship Type="http://schemas.openxmlformats.org/officeDocument/2006/relationships/notesSlide" Target="/ppt/notesSlides/notesSlide16.xml" Id="R6b39ce8af00e49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b68e2f1e5460a" /><Relationship Type="http://schemas.openxmlformats.org/officeDocument/2006/relationships/notesSlide" Target="/ppt/notesSlides/notesSlide17.xml" Id="Rbafedd6db3134b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026fdf0bb4e3d" /><Relationship Type="http://schemas.openxmlformats.org/officeDocument/2006/relationships/notesSlide" Target="/ppt/notesSlides/notesSlide18.xml" Id="R9641548a3caf4a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161c8aa504954" /><Relationship Type="http://schemas.openxmlformats.org/officeDocument/2006/relationships/notesSlide" Target="/ppt/notesSlides/notesSlide19.xml" Id="R1a5908d4adaa41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f6efdc2604e99" /><Relationship Type="http://schemas.openxmlformats.org/officeDocument/2006/relationships/image" Target="/ppt/media/image2.png" Id="Re556c00ab5fb4990" /><Relationship Type="http://schemas.openxmlformats.org/officeDocument/2006/relationships/notesSlide" Target="/ppt/notesSlides/notesSlide20.xml" Id="Rfd6472627c7048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13c42a00c4d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5AB1A1C7-ADA0-40CC-8F0E-EC74FDF2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2FAF60C9-6DCF-4CF4-8955-C0F9DC33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7DCA32D-E993-487E-86BF-418590E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962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C72EC5B-854B-4C3F-86E7-238E7410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73839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CAA099C-7966-4838-80AC-FA21A202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96B7819-37E6-4311-A056-5967DF4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CAA2B12-3880-4F82-AC8F-BF3324D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3BADA19-02E3-4A44-8CB2-8F901A18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7F87C8D-1A26-42C7-A564-925D058F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8C3E021-7ECE-41D0-9A01-759299EB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4E641B4-259D-455F-A027-6EE7960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A95CBB4-C384-4A4E-8BEA-66F7C7E3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DD916F6-9F62-42BD-9C7B-D2FFB06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7A8404B-D19E-42B6-941C-EDEFF0F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C2849B1-6078-47A9-8281-86F7FC67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660270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731337A3-65F2-4FB0-89F2-D43183B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CB90B95-424F-49C2-979E-31B7CBE4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F652FC6-6F4B-4FA5-85F7-D1913F81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03F4F6B-783A-4735-9BDE-D5FB997B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5DF2707-C118-4819-B93E-9DF6D1E6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77FE7D-858C-4AC1-8696-CDE4618E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7778A08-BED9-4099-A160-DCCCC6C5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41DF0EF-6163-44BB-95C6-D8D1225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07ED6AB-327D-4A26-BB36-FDD3FA64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29C3D19-2350-4512-9C36-F5D70F95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52446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3AE701DC-7E00-4F46-BB3C-09BE8CE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F6ED4BD-2421-43BC-927B-1DA9F5B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122FEEF-44B0-4D9A-B040-17FE6BD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5F8276F-AA8F-4E64-8954-60A773BB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2903307-3D64-4D8D-BD90-E6DD971F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6B2E521-776B-4C99-9B09-E3420FBF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99EA007-9DE2-47B8-839F-5262B977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65520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DC480DE-6CEA-4097-B086-D61C522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A312D81-4F57-452C-A2FF-CA2CC32C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78AF4C-200E-48C9-A906-D984CBF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7D2A1C4-30B5-408D-9CE0-0EBD8FF3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380DD1D-186B-4C66-B6A8-02AB2744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F53293B-3F1D-41DF-9C2C-EA44DA8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7B0132C-C367-41D5-BC86-1B79A563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737F0B4-A4E6-4299-8E39-C30F63FE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5A7010F-4DA7-4EA8-8183-C683EA19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00393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B640ACE-E80A-473C-BAA6-05C20F7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D5F1AAB-7569-4167-92AE-68404CCE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6A85C61-40D2-4A24-9EF9-C52CC0C9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606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2FF008-66DE-4E30-AE76-992DE2AB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72081B9-5706-4D51-B05A-25DE5BF8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5CB7B33-B1C4-4C29-A00E-43BD98A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45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EA42143-2326-4CBA-B43F-117B9EFA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7C046FE-1037-4284-A0B8-9D5FB37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CB157BF-F052-4189-AECC-D9CF7D97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A8A730-113B-4A87-94F6-BADE58C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D7774B4-B87E-4726-AE7B-6B8794D6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B62E7C1-D44D-4A68-ACED-99E68A0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ECA0CAD-782B-4FFF-AE6C-866BF91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9413EC1-72DC-49C9-8DB8-6871CA04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4F1F5B3-1964-4C20-B33A-B43F9098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95485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898794B4-A83C-45BD-AD4E-6B6E8CBF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0D1D42D-DE0D-49E8-A09E-0CD8E684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B086B46-3A4C-44E3-A935-C984197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733051B-A999-45EA-A36B-D375917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22502FE-1F44-4742-83EE-38292C6E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3496356-9401-4F1B-84CB-D264BDFF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E0B4925-B20E-46E2-96F9-11EEA41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F57A2B-C42E-4744-9DC4-95B1FEE5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A8B8C5F-5BFD-4806-A302-8BC56D9C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20DC301-9935-4D4C-BC94-9AA5116D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E858B1A-A07E-4362-AB04-40B6F902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76A95E6-FA7C-4417-85D3-E81E775B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7BD901C-5E22-4603-BE06-BB0026B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A7BE00F-622F-4FCD-A16B-337524A4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82D2D54-E9C8-4E22-AE79-3BEEE30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22492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0CD61F30-35B1-4D87-A0AE-12687781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59ED7E4-FFE2-4DAF-86D4-738A4F5E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4ABD30-565C-447B-8A99-FE66A3E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1FB8797-6251-4870-B35B-925AE4F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3274E3A-3BDE-403A-B971-C96DE567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1C12C2A-8D35-4790-B9A4-B5EF759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A6906B1-5614-4862-A34F-36772FE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63616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4352403-C3B6-4BD0-82F9-F0B67434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E8CBD96-C7D4-4A83-91D8-877F378C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067AB36-8087-4394-B374-01D50BF1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789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D71DA90-A3DE-4852-B976-76536719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CD5E106-385F-4FDF-B0CD-57EA708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2DDC43F-06BA-4B66-8C67-F2503656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027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5A1D49D4-6C67-48A0-B87C-DC586387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E5343F5-1015-4F3A-8466-4D2BC1F1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A60B3DA-37DB-4532-86E3-45F39F87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4BF8CD4-EC44-4BF1-8002-81AF55D9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3AB5210-4E2B-447A-B2E7-04CDC5CE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51C0DC7-01B8-4E66-B51D-C8E74D48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488C35C-E988-40FE-8CAD-E56E6093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6F0E87C-659B-45A2-83E7-F1720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1C2DEE1-BFC9-41F1-A2D5-8C98BACF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ACACE54-89BB-4B01-8A24-D85BEC3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ED7DD32-08B1-4890-AC68-3D51E1FA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943A420-4DD1-41DF-AFC8-457A7363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235454F-D107-44E7-B57A-A8943EAC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0759930-4661-4398-BED8-3798899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9A7EA4B9-687F-4E02-9E80-35024DA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83127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6B9C014C-4B55-4758-8D90-C4946EC7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9FE43A9-F7AF-4959-9020-E6419181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27565FD-1598-473B-93A5-67650784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F6DF5DC-F8AC-475C-9DF5-8C652DF6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31FCE46-BC9E-4252-B0AC-601905D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034B3B-6CD7-435B-99EA-80E5D1D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E5FDB32-C5FD-4FD1-8E8D-8038B097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8CF073D-5063-428B-9132-10AB075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3E189C8-4655-49E0-BC31-0C1B0A11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000303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39EFD71-9692-429B-BAE8-D51A7932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49C4DD-32FD-4CAD-9433-8794532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D4A9944-7307-444B-AD27-9B75FEDA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782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45CC78A-6CEE-455D-B5F8-25FD4857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6C5D02F-21E0-4393-B90D-42773C3D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F2ADBE8-154B-4D5D-B22B-25F0B44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BDA061-73E3-4BDA-94DF-25785D1D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E9BC701-E591-4973-8040-3EF0CF64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B8A6727-1A46-49B8-B514-4EA6CA66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613BDF9-3084-43B5-9962-5A1F43D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53044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D674E1-025B-4D80-BD0B-07A965E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1A19D92-D933-485E-95EE-EB4757F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185E966-79E1-4F91-9F23-23E55CDC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9640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D2032E1-9D90-4949-92BE-4924E41E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572C68-2B3D-4B42-900F-8769CE1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A8ADDEA-A1F5-482B-B3A5-B17B9A33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1B5686A-00F2-4CFE-BFA7-497E964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DC7E45F-F9E4-47B5-8037-37D02470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D6977D5-1B85-4008-A6B6-D8A94681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A658272-B215-4C58-B43F-7A656E2F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50065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CAF7AAD-E859-40D3-A911-F9A8C5F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8BF7B36-35E5-422E-9307-F32A73AD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6FDB3CB-4C12-40EC-A06A-38352E2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660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B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55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118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6c00ab5fb49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5C6600BA-9531-448B-A9B2-F3CE6ECC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FB49291F-2124-41EF-A79E-AA9A3A4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수행 범위</a:t>
            </a:r>
          </a:p>
          <a:p xmlns:a="http://schemas.openxmlformats.org/drawingml/2006/main">
            <a:pPr algn="l">
              <a:defRPr sz="525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C3553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C9BC2B2-F548-419E-A7F8-CAA9A04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962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EF8588C-7004-4FD7-8323-4B21C1D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60A1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39408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2026-09-25T07:52:01.4390000Z</dcterms:created>
  <dcterms:modified xsi:type="dcterms:W3CDTF">2026-09-25T07:52:01.4390000Z</dcterms:modified>
</coreProperties>
</file>