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b3e42a6fb84d30" /><Relationship Type="http://schemas.openxmlformats.org/officeDocument/2006/relationships/extended-properties" Target="/docProps/app.xml" Id="R34552117648a459e" /><Relationship Type="http://schemas.openxmlformats.org/officeDocument/2006/relationships/officeDocument" Target="/ppt/presentation.xml" Id="R9ec93da0badb48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a7b737c2ed4c44"/>
  </p:sldMasterIdLst>
  <p:notesMasterIdLst>
    <p:notesMasterId xmlns:r="http://schemas.openxmlformats.org/officeDocument/2006/relationships" r:id="Ra76d3ee9c5524d26"/>
  </p:notesMasterIdLst>
  <p:sldIdLst>
    <p:sldId xmlns:r="http://schemas.openxmlformats.org/officeDocument/2006/relationships" id="256" r:id="R5bb8f1ca8b5e4bf2"/>
    <p:sldId xmlns:r="http://schemas.openxmlformats.org/officeDocument/2006/relationships" id="257" r:id="Rb6fbfd98e4314f9b"/>
    <p:sldId xmlns:r="http://schemas.openxmlformats.org/officeDocument/2006/relationships" id="258" r:id="R067501e469ad489d"/>
    <p:sldId xmlns:r="http://schemas.openxmlformats.org/officeDocument/2006/relationships" id="259" r:id="R7a3d7117935241e5"/>
    <p:sldId xmlns:r="http://schemas.openxmlformats.org/officeDocument/2006/relationships" id="260" r:id="R431ee7c4b8444f2a"/>
    <p:sldId xmlns:r="http://schemas.openxmlformats.org/officeDocument/2006/relationships" id="261" r:id="Rf3017a3281214f71"/>
    <p:sldId xmlns:r="http://schemas.openxmlformats.org/officeDocument/2006/relationships" id="262" r:id="R03c9faabb26046e1"/>
    <p:sldId xmlns:r="http://schemas.openxmlformats.org/officeDocument/2006/relationships" id="263" r:id="R72fbb18acb654ab0"/>
    <p:sldId xmlns:r="http://schemas.openxmlformats.org/officeDocument/2006/relationships" id="264" r:id="Ra61722f6002a4c21"/>
    <p:sldId xmlns:r="http://schemas.openxmlformats.org/officeDocument/2006/relationships" id="265" r:id="Rd67c130c242747c6"/>
    <p:sldId xmlns:r="http://schemas.openxmlformats.org/officeDocument/2006/relationships" id="266" r:id="Rebf3af9bb074412a"/>
    <p:sldId xmlns:r="http://schemas.openxmlformats.org/officeDocument/2006/relationships" id="267" r:id="Rdcbccfbfdfea4258"/>
    <p:sldId xmlns:r="http://schemas.openxmlformats.org/officeDocument/2006/relationships" id="268" r:id="R31b1b40bbd3d4886"/>
    <p:sldId xmlns:r="http://schemas.openxmlformats.org/officeDocument/2006/relationships" id="269" r:id="R75843f73712b4eac"/>
    <p:sldId xmlns:r="http://schemas.openxmlformats.org/officeDocument/2006/relationships" id="270" r:id="R7adfbc92838849f4"/>
    <p:sldId xmlns:r="http://schemas.openxmlformats.org/officeDocument/2006/relationships" id="271" r:id="R676478e8c0564ee0"/>
    <p:sldId xmlns:r="http://schemas.openxmlformats.org/officeDocument/2006/relationships" id="272" r:id="R1cbb52601acc4180"/>
    <p:sldId xmlns:r="http://schemas.openxmlformats.org/officeDocument/2006/relationships" id="273" r:id="Rcde54b4879d04eb1"/>
    <p:sldId xmlns:r="http://schemas.openxmlformats.org/officeDocument/2006/relationships" id="274" r:id="R5d4c7d7b814d41e8"/>
    <p:sldId xmlns:r="http://schemas.openxmlformats.org/officeDocument/2006/relationships" id="275" r:id="R589a4742515f44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7a80a504a141f2" /><Relationship Type="http://schemas.openxmlformats.org/officeDocument/2006/relationships/slideMaster" Target="/ppt/slideMasters/slideMaster1.xml" Id="Ra3a7b737c2ed4c44" /><Relationship Type="http://schemas.openxmlformats.org/officeDocument/2006/relationships/notesMaster" Target="/ppt/notesMasters/notesMaster1.xml" Id="Ra76d3ee9c5524d26" /><Relationship Type="http://schemas.openxmlformats.org/officeDocument/2006/relationships/presProps" Target="/ppt/presProps.xml" Id="R683a913681a943f1" /><Relationship Type="http://schemas.openxmlformats.org/officeDocument/2006/relationships/tableStyles" Target="/ppt/tableStyles.xml" Id="R6bf97439b9a04f89" /><Relationship Type="http://schemas.openxmlformats.org/officeDocument/2006/relationships/slide" Target="/ppt/slides/slide1.xml" Id="R5bb8f1ca8b5e4bf2" /><Relationship Type="http://schemas.openxmlformats.org/officeDocument/2006/relationships/slide" Target="/ppt/slides/slide2.xml" Id="Rb6fbfd98e4314f9b" /><Relationship Type="http://schemas.openxmlformats.org/officeDocument/2006/relationships/slide" Target="/ppt/slides/slide3.xml" Id="R067501e469ad489d" /><Relationship Type="http://schemas.openxmlformats.org/officeDocument/2006/relationships/slide" Target="/ppt/slides/slide4.xml" Id="R7a3d7117935241e5" /><Relationship Type="http://schemas.openxmlformats.org/officeDocument/2006/relationships/slide" Target="/ppt/slides/slide5.xml" Id="R431ee7c4b8444f2a" /><Relationship Type="http://schemas.openxmlformats.org/officeDocument/2006/relationships/slide" Target="/ppt/slides/slide6.xml" Id="Rf3017a3281214f71" /><Relationship Type="http://schemas.openxmlformats.org/officeDocument/2006/relationships/slide" Target="/ppt/slides/slide7.xml" Id="R03c9faabb26046e1" /><Relationship Type="http://schemas.openxmlformats.org/officeDocument/2006/relationships/slide" Target="/ppt/slides/slide8.xml" Id="R72fbb18acb654ab0" /><Relationship Type="http://schemas.openxmlformats.org/officeDocument/2006/relationships/slide" Target="/ppt/slides/slide9.xml" Id="Ra61722f6002a4c21" /><Relationship Type="http://schemas.openxmlformats.org/officeDocument/2006/relationships/slide" Target="/ppt/slides/slide10.xml" Id="Rd67c130c242747c6" /><Relationship Type="http://schemas.openxmlformats.org/officeDocument/2006/relationships/slide" Target="/ppt/slides/slide11.xml" Id="Rebf3af9bb074412a" /><Relationship Type="http://schemas.openxmlformats.org/officeDocument/2006/relationships/slide" Target="/ppt/slides/slide12.xml" Id="Rdcbccfbfdfea4258" /><Relationship Type="http://schemas.openxmlformats.org/officeDocument/2006/relationships/slide" Target="/ppt/slides/slide13.xml" Id="R31b1b40bbd3d4886" /><Relationship Type="http://schemas.openxmlformats.org/officeDocument/2006/relationships/slide" Target="/ppt/slides/slide14.xml" Id="R75843f73712b4eac" /><Relationship Type="http://schemas.openxmlformats.org/officeDocument/2006/relationships/slide" Target="/ppt/slides/slide15.xml" Id="R7adfbc92838849f4" /><Relationship Type="http://schemas.openxmlformats.org/officeDocument/2006/relationships/slide" Target="/ppt/slides/slide16.xml" Id="R676478e8c0564ee0" /><Relationship Type="http://schemas.openxmlformats.org/officeDocument/2006/relationships/slide" Target="/ppt/slides/slide17.xml" Id="R1cbb52601acc4180" /><Relationship Type="http://schemas.openxmlformats.org/officeDocument/2006/relationships/slide" Target="/ppt/slides/slide18.xml" Id="Rcde54b4879d04eb1" /><Relationship Type="http://schemas.openxmlformats.org/officeDocument/2006/relationships/slide" Target="/ppt/slides/slide19.xml" Id="R5d4c7d7b814d41e8" /><Relationship Type="http://schemas.openxmlformats.org/officeDocument/2006/relationships/slide" Target="/ppt/slides/slide20.xml" Id="R589a4742515f44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d546a6172a41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3b9f32d6b04e8b" /><Relationship Type="http://schemas.openxmlformats.org/officeDocument/2006/relationships/notesMaster" Target="/ppt/notesMasters/notesMaster1.xml" Id="Rb82ad33ddb6144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038c8b5e504c24" /><Relationship Type="http://schemas.openxmlformats.org/officeDocument/2006/relationships/notesMaster" Target="/ppt/notesMasters/notesMaster1.xml" Id="R557fb3258e4e44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c75910c5794313" /><Relationship Type="http://schemas.openxmlformats.org/officeDocument/2006/relationships/notesMaster" Target="/ppt/notesMasters/notesMaster1.xml" Id="Rae20949b2c3a44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2455eccf7e44cc" /><Relationship Type="http://schemas.openxmlformats.org/officeDocument/2006/relationships/notesMaster" Target="/ppt/notesMasters/notesMaster1.xml" Id="Re7310fa1eb9d4f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2cb0cd8a584ffd" /><Relationship Type="http://schemas.openxmlformats.org/officeDocument/2006/relationships/notesMaster" Target="/ppt/notesMasters/notesMaster1.xml" Id="R2f892cd20f9d41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34c13af09d47b4" /><Relationship Type="http://schemas.openxmlformats.org/officeDocument/2006/relationships/notesMaster" Target="/ppt/notesMasters/notesMaster1.xml" Id="R8884a16f1ced42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c7425b617f45ee" /><Relationship Type="http://schemas.openxmlformats.org/officeDocument/2006/relationships/notesMaster" Target="/ppt/notesMasters/notesMaster1.xml" Id="R58e2af93e2064c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a4a0b3d42d4501" /><Relationship Type="http://schemas.openxmlformats.org/officeDocument/2006/relationships/notesMaster" Target="/ppt/notesMasters/notesMaster1.xml" Id="Rc937e60a75b340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dfd01519f74b8e" /><Relationship Type="http://schemas.openxmlformats.org/officeDocument/2006/relationships/notesMaster" Target="/ppt/notesMasters/notesMaster1.xml" Id="Rfad04d8ec52a44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a601c341984853" /><Relationship Type="http://schemas.openxmlformats.org/officeDocument/2006/relationships/notesMaster" Target="/ppt/notesMasters/notesMaster1.xml" Id="R4d8b46bd985143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11353c49af45ed" /><Relationship Type="http://schemas.openxmlformats.org/officeDocument/2006/relationships/notesMaster" Target="/ppt/notesMasters/notesMaster1.xml" Id="R6d9aa8ed0b2044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3acc8eb5c74f95" /><Relationship Type="http://schemas.openxmlformats.org/officeDocument/2006/relationships/notesMaster" Target="/ppt/notesMasters/notesMaster1.xml" Id="R463a2e5fac8d48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90046817fd429c" /><Relationship Type="http://schemas.openxmlformats.org/officeDocument/2006/relationships/notesMaster" Target="/ppt/notesMasters/notesMaster1.xml" Id="R0b60f95e308745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feb75ec4104166" /><Relationship Type="http://schemas.openxmlformats.org/officeDocument/2006/relationships/notesMaster" Target="/ppt/notesMasters/notesMaster1.xml" Id="Reecc8a91dfc74a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01113f79ea433a" /><Relationship Type="http://schemas.openxmlformats.org/officeDocument/2006/relationships/notesMaster" Target="/ppt/notesMasters/notesMaster1.xml" Id="R85c88978fcae41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2bd80e94b94a7f" /><Relationship Type="http://schemas.openxmlformats.org/officeDocument/2006/relationships/notesMaster" Target="/ppt/notesMasters/notesMaster1.xml" Id="Rb253c01609ad485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2074841b754036" /><Relationship Type="http://schemas.openxmlformats.org/officeDocument/2006/relationships/notesMaster" Target="/ppt/notesMasters/notesMaster1.xml" Id="R84c6e96679df4e4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5d2104bb0d4e39" /><Relationship Type="http://schemas.openxmlformats.org/officeDocument/2006/relationships/notesMaster" Target="/ppt/notesMasters/notesMaster1.xml" Id="Re667790c4dd244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d4904913f944156" /><Relationship Type="http://schemas.openxmlformats.org/officeDocument/2006/relationships/notesMaster" Target="/ppt/notesMasters/notesMaster1.xml" Id="R183c6e0cc77141b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9ee19c71cad4905" /><Relationship Type="http://schemas.openxmlformats.org/officeDocument/2006/relationships/notesMaster" Target="/ppt/notesMasters/notesMaster1.xml" Id="R4eca2c5e2eec4a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디지털 미드나이트.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fb8855fae4f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45c20f47f44b25" /><Relationship Type="http://schemas.openxmlformats.org/officeDocument/2006/relationships/slideLayout" Target="/ppt/slideLayouts/slideLayout1.xml" Id="R9d312000a80c4d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312000a80c4d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69bb77231450b" /><Relationship Type="http://schemas.openxmlformats.org/officeDocument/2006/relationships/image" Target="/ppt/media/image.png" Id="R7054f498f14144ab" /><Relationship Type="http://schemas.openxmlformats.org/officeDocument/2006/relationships/notesSlide" Target="/ppt/notesSlides/notesSlide1.xml" Id="R611be1abf4104d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bab93d0b54766" /><Relationship Type="http://schemas.openxmlformats.org/officeDocument/2006/relationships/notesSlide" Target="/ppt/notesSlides/notesSlide2.xml" Id="Rfc88090fca9944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de6ecd70a4514" /><Relationship Type="http://schemas.openxmlformats.org/officeDocument/2006/relationships/notesSlide" Target="/ppt/notesSlides/notesSlide3.xml" Id="R35675c2394b241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479a6d6a14a8d" /><Relationship Type="http://schemas.openxmlformats.org/officeDocument/2006/relationships/notesSlide" Target="/ppt/notesSlides/notesSlide4.xml" Id="R7d8a0123588740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f994365e942b7" /><Relationship Type="http://schemas.openxmlformats.org/officeDocument/2006/relationships/notesSlide" Target="/ppt/notesSlides/notesSlide5.xml" Id="Rdd7250fe4fd641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da53ed9a74f5b" /><Relationship Type="http://schemas.openxmlformats.org/officeDocument/2006/relationships/notesSlide" Target="/ppt/notesSlides/notesSlide6.xml" Id="Rfd78396e92eb40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72f98161a425b" /><Relationship Type="http://schemas.openxmlformats.org/officeDocument/2006/relationships/notesSlide" Target="/ppt/notesSlides/notesSlide7.xml" Id="R7e87f1cc15f34c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fef3b19254a2c" /><Relationship Type="http://schemas.openxmlformats.org/officeDocument/2006/relationships/notesSlide" Target="/ppt/notesSlides/notesSlide8.xml" Id="Rdbe457d7905e4f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9f6ff240b46eb" /><Relationship Type="http://schemas.openxmlformats.org/officeDocument/2006/relationships/notesSlide" Target="/ppt/notesSlides/notesSlide9.xml" Id="Rb5d0a1a8a4c542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e63c4637e42fb" /><Relationship Type="http://schemas.openxmlformats.org/officeDocument/2006/relationships/notesSlide" Target="/ppt/notesSlides/notesSlide10.xml" Id="R143f64b75d9a44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60b0ca641444e" /><Relationship Type="http://schemas.openxmlformats.org/officeDocument/2006/relationships/notesSlide" Target="/ppt/notesSlides/notesSlide11.xml" Id="R3e84b1650b9c42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c3ef0172649df" /><Relationship Type="http://schemas.openxmlformats.org/officeDocument/2006/relationships/notesSlide" Target="/ppt/notesSlides/notesSlide12.xml" Id="R06649812f90248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037973ff34dab" /><Relationship Type="http://schemas.openxmlformats.org/officeDocument/2006/relationships/notesSlide" Target="/ppt/notesSlides/notesSlide13.xml" Id="Rab99a8da956e40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82f5b33bc4847" /><Relationship Type="http://schemas.openxmlformats.org/officeDocument/2006/relationships/notesSlide" Target="/ppt/notesSlides/notesSlide14.xml" Id="Rb9905913ca9441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266284c79454b" /><Relationship Type="http://schemas.openxmlformats.org/officeDocument/2006/relationships/notesSlide" Target="/ppt/notesSlides/notesSlide15.xml" Id="R4d140b2df46f49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f68b43a8345a5" /><Relationship Type="http://schemas.openxmlformats.org/officeDocument/2006/relationships/notesSlide" Target="/ppt/notesSlides/notesSlide16.xml" Id="Rfddacd4ca48c4c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130bad88c4358" /><Relationship Type="http://schemas.openxmlformats.org/officeDocument/2006/relationships/notesSlide" Target="/ppt/notesSlides/notesSlide17.xml" Id="R53971eadd66746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aa557fe594de5" /><Relationship Type="http://schemas.openxmlformats.org/officeDocument/2006/relationships/notesSlide" Target="/ppt/notesSlides/notesSlide18.xml" Id="R7f7ec9c760634b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92d8f82fc4a07" /><Relationship Type="http://schemas.openxmlformats.org/officeDocument/2006/relationships/notesSlide" Target="/ppt/notesSlides/notesSlide19.xml" Id="R6eedf8e3ada747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2b471ec54479b" /><Relationship Type="http://schemas.openxmlformats.org/officeDocument/2006/relationships/image" Target="/ppt/media/image2.png" Id="R1bf4330db5e44bff" /><Relationship Type="http://schemas.openxmlformats.org/officeDocument/2006/relationships/notesSlide" Target="/ppt/notesSlides/notesSlide20.xml" Id="R9a34fd54d2f34f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8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4f498f14144a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EE4D22A5-EDDF-4212-8667-E35912C2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0209563F-5743-4689-92AD-4724828D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[사업명]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C774047-E6CD-4328-8E37-B98225E1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02A9A08-F42D-4427-8BA0-251C36D5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3396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65D006A-2C94-44A9-9982-07E05531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485EEDD-2FCC-4EFA-A176-B0002F6C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DD750E2-C55F-419D-B305-4182A270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73BFA3F-B7E5-4ABA-A85D-2206E26C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347C90D-D291-46FA-8FBA-8AAD775D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F84AE9C-87CA-4912-A704-61B8E82F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A89CDD0-3579-412C-B1E6-368A4D24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29BE538-CDA2-498F-B431-F98CB6B6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CFFDB6B-08BC-4C1E-8DB8-A94D59F3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42400A6-0D14-42F7-920C-59E6473A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B34576D3-AA6F-4B0D-9FAD-17FFA509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930669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F2122DA5-E38F-474A-84A3-46FB38F6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C75B9A5-AF3C-4BEE-B271-46F3D5EF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D45EE21-F42E-494B-A934-5FF0E3EF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1BD2F07-C769-46C4-839B-2425A68A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718304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  <a:p xmlns:a="http://schemas.openxmlformats.org/drawingml/2006/main">
            <a:pPr algn="l">
              <a:defRPr sz="30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5DC2A8A-7361-465C-97CA-88E784BE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8A737B6-7F6D-40C9-BA4A-DD248630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0F957D6-DEFA-4CF9-8C4A-05171480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83D5EA7-D3DB-43DF-92E3-BFDC5185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417CA20-DAA7-4F2F-A751-963FB481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8AF79DE5-357F-4C42-993C-E413F72A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36282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5DF61821-6AC6-4ABF-A735-A59CCFE6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86910CD-87FC-47EC-B1D7-3FD6443E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C344BDA-642D-4EB3-AC28-FFE97D9E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6DC6539-4B0D-4B3D-9306-4FA2FC1D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DB794B4-A89F-4727-8373-6421071C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0572567-BD82-4CF1-BEAB-D7EA0DFF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0211FDE-1E34-4538-B85E-93EF21AA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644369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3BCF7566-6B0D-4507-894E-CBD68C14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F4D1103-D36F-4153-B588-58A1AEF5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23AAB76-BFAA-4403-8F8C-2F346F50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1961DBC-5F30-4DFB-B058-87F3E9DF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FA5F091-A751-47EE-B8D8-5C3E0297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F09A905-999E-49A3-A92F-2A581CC4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CE9D454-E5D5-4A7C-9B7E-6AFDF93D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7476E84-CBA9-4784-9715-323D8CF2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1353E1B-FCB0-40C1-AE37-9C147278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3107139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E25291CD-CA7D-4BF9-AD50-A71DCD0A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EF07581-9E9E-40A6-906A-C0FBF517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798AC0D-666E-4DC1-9DF7-C843A70D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0694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0859EFDC-07CC-4968-AE75-2B712BED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EA813EF-2CB0-4CE3-B053-AB8979EC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72F6D97-B546-46BB-8C40-FAFFE524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76835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A1B924AF-C35D-42DF-BA63-59D9887F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CCD84A0-3515-49F2-9A3A-5E430833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DA325DE-4B23-439A-9D7A-6737DE5B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DB41A68-F32A-4080-9F09-2056980B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2702E45-BFC3-427D-BE96-D4111EB1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1B5F577-50BB-4DDA-A4A6-8839B632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08494A9-B8BF-4E8A-A77E-C56E5AF5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259AB82-F66A-431F-B1E1-6B5158F9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393BC46-A741-4C7E-8CE7-3DEDD58F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982359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92DEAB05-0737-4363-8ABC-6987765C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94ED692-AA0A-4B07-BE04-F9B9318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943C4A3-B039-46D0-A656-767D47F0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97CE926-3666-4971-81B9-1DD5CAEC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C864660-F1DF-4A61-9AB1-10581209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4776608-E1BB-4EE3-AE49-34F3B12F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CDB7852-F8D5-4900-8BEE-0D8900BE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B61FB1D-8186-4DD6-86B2-9242C272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D0373F2-C3E0-4FC7-88D8-FC8C2480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EDA973F-F7D3-4AB2-88B8-60000E16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6DD231AA-9511-471A-898E-73DE7452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5574226F-3727-4071-A4B1-FFA5BB79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A30DF59-50C4-4BF5-B208-3008B06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5E080E78-7D3C-43A4-964C-7F769AEB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F63C1860-3C61-4691-AD60-30EE3D45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517261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C4875288-5736-442A-AF1F-FF63589C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1A72F25-1D6F-4005-8B21-2D035AD9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5549334-0468-4B51-8FDF-FB2458F9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4C0DCDA-9482-4176-928A-8EB03222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B63D5FF-048E-4168-89A9-34AEEBEE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73741E0-9FE6-451C-A6BD-58701346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E80B899-6894-4D8A-9E0D-4DBA9BA4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56634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435EA501-F636-4F8A-831F-612C1B51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5682717-EBBB-4A7B-9133-D0DFD734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D70B79A-83F2-4329-AD92-C9D1254A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1728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6DCA0773-BEDB-4D71-9F57-D210AE88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275F78B-C5E4-447D-A9DE-7F3F17F8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EEAD0FC-F581-4E23-AEE0-70D947B8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830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7D831376-4CBE-4350-8517-EA5B9553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04D85A2-F4E5-4ECA-83D6-57BB5B32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5FE3A08-08FA-4BA3-A909-E53284B6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3694FF1-7146-485E-956C-52D98C12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5E09860-A0A5-4F64-8D5A-72B48A23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ACDB196-B14F-4A5A-B233-FF425B07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0944ABD-8CFE-498B-93D6-83797F8D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D4D40AE-BD6F-4AE5-B1B4-B7E28AAD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5DB2A6E-E24A-4459-B5E0-610467EA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0364EE8-B59B-4934-A252-BA1DE597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3D697AB6-EDFA-47A3-B7E6-8EA0AB00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A95541B7-EC74-4119-994A-380B3114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B33164C-2DEE-4C86-826E-DAB41D73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FB0D68A3-E7BA-49F9-86CB-5EAFC4C7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5C1CB3B1-643F-4408-B87A-BB79B7FF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9785965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D536CE9E-3FD6-41D4-8477-AFD9AEA4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9E108E0-37E5-4F10-A746-94DFD0C7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61864E5-402C-41FC-A83D-4E4C44ED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81DCE89-B86B-437C-B2AD-1EC93501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C06CB6F-ACD0-4ACF-B3E3-C31D1F8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A665C0E-C6EE-4F73-92E5-8C685DA9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3F4988D-1B21-4B52-850E-E3E69B3E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DDBDBD3-C9E4-4D4B-AC2F-7C63D861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45557A4-CF2F-4D7B-BEB5-ACD27948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8922616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C5753090-E2C0-4A39-B293-BF686FA0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C7522EB-E5D9-4C2F-B6E2-23E0245C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43CEF85-8E80-47B6-8727-75559A5F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93439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27E46372-35DF-45BA-A61D-65345EBC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12F6563-EAD4-46EB-BAEA-C8A0E87E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23ADAE9-F848-4490-BF24-966D9288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2C3206F-05BF-4B05-8695-1AB4BD68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9FD6D84-C6A5-45E3-96AA-5F51D5BE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F3EBDBD-A84C-4E9F-899B-FF36FA14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5C481E9-5F6F-45D4-B063-DA4C41E2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490026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CB949787-E1F8-46FC-8ED9-ED8FC248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D1CF094-8988-4BEB-A057-8D5DB57B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E992AAA-E279-463A-9914-9727F0F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2488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10B95A3F-5EC4-40D4-8EC7-8AF1D02D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EB993F9-A173-4864-9614-6AF0C7B5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F152700-6854-4275-B126-308821D3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ED68A6A-ED8D-4E98-AFF1-967BC311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8A35742-223A-49D3-B2DD-AD082E3E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50A3CA3-E6DC-49EB-95AC-5CD4BEA6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592F823-22B4-4CAF-9AE0-3B809F49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390930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301A0588-41A6-4E6C-B82E-80855D73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42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E8CD7E3-5417-4FB6-9C64-7E0F6327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A467539-53BB-4467-AEF8-FC0C933A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36DCE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436DC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8EE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2905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828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4330db5e44bf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15487E62-48F0-4FA8-A9D4-7751659D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AAA92A32-F5DB-419C-A814-67429AEC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22E73A9-99E5-4B3D-87BA-882BA561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4A43D5A-F769-4645-93D3-220F3A90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01589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2026-09-25T07:45:44.7680000Z</dcterms:created>
  <dcterms:modified xsi:type="dcterms:W3CDTF">2026-09-25T07:45:44.7680000Z</dcterms:modified>
</coreProperties>
</file>