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c8563a9fd4d59" /><Relationship Type="http://schemas.openxmlformats.org/officeDocument/2006/relationships/extended-properties" Target="/docProps/app.xml" Id="Rc9c05fb86b0f4739" /><Relationship Type="http://schemas.openxmlformats.org/officeDocument/2006/relationships/officeDocument" Target="/ppt/presentation.xml" Id="R74f0d7e1ac85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a7fcbbcb614e23"/>
  </p:sldMasterIdLst>
  <p:notesMasterIdLst>
    <p:notesMasterId xmlns:r="http://schemas.openxmlformats.org/officeDocument/2006/relationships" r:id="R1826798da6ac4656"/>
  </p:notesMasterIdLst>
  <p:sldIdLst>
    <p:sldId xmlns:r="http://schemas.openxmlformats.org/officeDocument/2006/relationships" id="256" r:id="R28d40500ff8649b3"/>
    <p:sldId xmlns:r="http://schemas.openxmlformats.org/officeDocument/2006/relationships" id="257" r:id="Raaa704cc8f0a43f2"/>
    <p:sldId xmlns:r="http://schemas.openxmlformats.org/officeDocument/2006/relationships" id="258" r:id="R76a0670f914f4e68"/>
    <p:sldId xmlns:r="http://schemas.openxmlformats.org/officeDocument/2006/relationships" id="259" r:id="R9793319bf7d04ab8"/>
    <p:sldId xmlns:r="http://schemas.openxmlformats.org/officeDocument/2006/relationships" id="260" r:id="R68de89ff15b846ea"/>
    <p:sldId xmlns:r="http://schemas.openxmlformats.org/officeDocument/2006/relationships" id="261" r:id="R60de65b885054f33"/>
    <p:sldId xmlns:r="http://schemas.openxmlformats.org/officeDocument/2006/relationships" id="262" r:id="Rca71480fab8340ce"/>
    <p:sldId xmlns:r="http://schemas.openxmlformats.org/officeDocument/2006/relationships" id="263" r:id="Raf41692d942f4d1a"/>
    <p:sldId xmlns:r="http://schemas.openxmlformats.org/officeDocument/2006/relationships" id="264" r:id="R784c4a47366a478d"/>
    <p:sldId xmlns:r="http://schemas.openxmlformats.org/officeDocument/2006/relationships" id="265" r:id="R3c7a9c5af15d4021"/>
    <p:sldId xmlns:r="http://schemas.openxmlformats.org/officeDocument/2006/relationships" id="266" r:id="Rac7f584daf334e71"/>
    <p:sldId xmlns:r="http://schemas.openxmlformats.org/officeDocument/2006/relationships" id="267" r:id="R16ba4914ea9e48b8"/>
    <p:sldId xmlns:r="http://schemas.openxmlformats.org/officeDocument/2006/relationships" id="268" r:id="Rdcf710968d9d49bb"/>
    <p:sldId xmlns:r="http://schemas.openxmlformats.org/officeDocument/2006/relationships" id="269" r:id="R71d28dc73dd14ca2"/>
    <p:sldId xmlns:r="http://schemas.openxmlformats.org/officeDocument/2006/relationships" id="270" r:id="R36c6322740074394"/>
    <p:sldId xmlns:r="http://schemas.openxmlformats.org/officeDocument/2006/relationships" id="271" r:id="Rc5ded9770b214814"/>
    <p:sldId xmlns:r="http://schemas.openxmlformats.org/officeDocument/2006/relationships" id="272" r:id="Re95657cf80084111"/>
    <p:sldId xmlns:r="http://schemas.openxmlformats.org/officeDocument/2006/relationships" id="273" r:id="R8b094ff3ed8348f8"/>
    <p:sldId xmlns:r="http://schemas.openxmlformats.org/officeDocument/2006/relationships" id="274" r:id="R8d39b50423764cef"/>
    <p:sldId xmlns:r="http://schemas.openxmlformats.org/officeDocument/2006/relationships" id="275" r:id="R124702f15a2e45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d2c29bfe243b7" /><Relationship Type="http://schemas.openxmlformats.org/officeDocument/2006/relationships/slideMaster" Target="/ppt/slideMasters/slideMaster1.xml" Id="R1fa7fcbbcb614e23" /><Relationship Type="http://schemas.openxmlformats.org/officeDocument/2006/relationships/notesMaster" Target="/ppt/notesMasters/notesMaster1.xml" Id="R1826798da6ac4656" /><Relationship Type="http://schemas.openxmlformats.org/officeDocument/2006/relationships/presProps" Target="/ppt/presProps.xml" Id="R800e1bb2fc494d30" /><Relationship Type="http://schemas.openxmlformats.org/officeDocument/2006/relationships/tableStyles" Target="/ppt/tableStyles.xml" Id="Reacbd6a13c694c08" /><Relationship Type="http://schemas.openxmlformats.org/officeDocument/2006/relationships/slide" Target="/ppt/slides/slide1.xml" Id="R28d40500ff8649b3" /><Relationship Type="http://schemas.openxmlformats.org/officeDocument/2006/relationships/slide" Target="/ppt/slides/slide2.xml" Id="Raaa704cc8f0a43f2" /><Relationship Type="http://schemas.openxmlformats.org/officeDocument/2006/relationships/slide" Target="/ppt/slides/slide3.xml" Id="R76a0670f914f4e68" /><Relationship Type="http://schemas.openxmlformats.org/officeDocument/2006/relationships/slide" Target="/ppt/slides/slide4.xml" Id="R9793319bf7d04ab8" /><Relationship Type="http://schemas.openxmlformats.org/officeDocument/2006/relationships/slide" Target="/ppt/slides/slide5.xml" Id="R68de89ff15b846ea" /><Relationship Type="http://schemas.openxmlformats.org/officeDocument/2006/relationships/slide" Target="/ppt/slides/slide6.xml" Id="R60de65b885054f33" /><Relationship Type="http://schemas.openxmlformats.org/officeDocument/2006/relationships/slide" Target="/ppt/slides/slide7.xml" Id="Rca71480fab8340ce" /><Relationship Type="http://schemas.openxmlformats.org/officeDocument/2006/relationships/slide" Target="/ppt/slides/slide8.xml" Id="Raf41692d942f4d1a" /><Relationship Type="http://schemas.openxmlformats.org/officeDocument/2006/relationships/slide" Target="/ppt/slides/slide9.xml" Id="R784c4a47366a478d" /><Relationship Type="http://schemas.openxmlformats.org/officeDocument/2006/relationships/slide" Target="/ppt/slides/slide10.xml" Id="R3c7a9c5af15d4021" /><Relationship Type="http://schemas.openxmlformats.org/officeDocument/2006/relationships/slide" Target="/ppt/slides/slide11.xml" Id="Rac7f584daf334e71" /><Relationship Type="http://schemas.openxmlformats.org/officeDocument/2006/relationships/slide" Target="/ppt/slides/slide12.xml" Id="R16ba4914ea9e48b8" /><Relationship Type="http://schemas.openxmlformats.org/officeDocument/2006/relationships/slide" Target="/ppt/slides/slide13.xml" Id="Rdcf710968d9d49bb" /><Relationship Type="http://schemas.openxmlformats.org/officeDocument/2006/relationships/slide" Target="/ppt/slides/slide14.xml" Id="R71d28dc73dd14ca2" /><Relationship Type="http://schemas.openxmlformats.org/officeDocument/2006/relationships/slide" Target="/ppt/slides/slide15.xml" Id="R36c6322740074394" /><Relationship Type="http://schemas.openxmlformats.org/officeDocument/2006/relationships/slide" Target="/ppt/slides/slide16.xml" Id="Rc5ded9770b214814" /><Relationship Type="http://schemas.openxmlformats.org/officeDocument/2006/relationships/slide" Target="/ppt/slides/slide17.xml" Id="Re95657cf80084111" /><Relationship Type="http://schemas.openxmlformats.org/officeDocument/2006/relationships/slide" Target="/ppt/slides/slide18.xml" Id="R8b094ff3ed8348f8" /><Relationship Type="http://schemas.openxmlformats.org/officeDocument/2006/relationships/slide" Target="/ppt/slides/slide19.xml" Id="R8d39b50423764cef" /><Relationship Type="http://schemas.openxmlformats.org/officeDocument/2006/relationships/slide" Target="/ppt/slides/slide20.xml" Id="R124702f15a2e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c64b1e966547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416c6cc4c4147" /><Relationship Type="http://schemas.openxmlformats.org/officeDocument/2006/relationships/notesMaster" Target="/ppt/notesMasters/notesMaster1.xml" Id="Re55e0ca2354c41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1e6d7c68f4172" /><Relationship Type="http://schemas.openxmlformats.org/officeDocument/2006/relationships/notesMaster" Target="/ppt/notesMasters/notesMaster1.xml" Id="R119997cde81b42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ffebadceb42bb" /><Relationship Type="http://schemas.openxmlformats.org/officeDocument/2006/relationships/notesMaster" Target="/ppt/notesMasters/notesMaster1.xml" Id="R10b5dc62c8a448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1fdd27c50746af" /><Relationship Type="http://schemas.openxmlformats.org/officeDocument/2006/relationships/notesMaster" Target="/ppt/notesMasters/notesMaster1.xml" Id="R222c2bfedee842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3183235384b67" /><Relationship Type="http://schemas.openxmlformats.org/officeDocument/2006/relationships/notesMaster" Target="/ppt/notesMasters/notesMaster1.xml" Id="R2ef8178885cf45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69a889c90646a0" /><Relationship Type="http://schemas.openxmlformats.org/officeDocument/2006/relationships/notesMaster" Target="/ppt/notesMasters/notesMaster1.xml" Id="R8f2b53876b7c48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a028731acf4123" /><Relationship Type="http://schemas.openxmlformats.org/officeDocument/2006/relationships/notesMaster" Target="/ppt/notesMasters/notesMaster1.xml" Id="R61c20ac9325648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f5f4f6abc840db" /><Relationship Type="http://schemas.openxmlformats.org/officeDocument/2006/relationships/notesMaster" Target="/ppt/notesMasters/notesMaster1.xml" Id="R85bd81cbcdbc45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b6b11b73c047d6" /><Relationship Type="http://schemas.openxmlformats.org/officeDocument/2006/relationships/notesMaster" Target="/ppt/notesMasters/notesMaster1.xml" Id="R3076a8ef39f941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2b0d79b77c4d8e" /><Relationship Type="http://schemas.openxmlformats.org/officeDocument/2006/relationships/notesMaster" Target="/ppt/notesMasters/notesMaster1.xml" Id="R1248de9bec924e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97597b008b4a10" /><Relationship Type="http://schemas.openxmlformats.org/officeDocument/2006/relationships/notesMaster" Target="/ppt/notesMasters/notesMaster1.xml" Id="R2cbdd76ad5634d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3e1cd74f7c49fa" /><Relationship Type="http://schemas.openxmlformats.org/officeDocument/2006/relationships/notesMaster" Target="/ppt/notesMasters/notesMaster1.xml" Id="R501e93dd9ed04d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55030c029f467d" /><Relationship Type="http://schemas.openxmlformats.org/officeDocument/2006/relationships/notesMaster" Target="/ppt/notesMasters/notesMaster1.xml" Id="R619456859bdd4b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73c1a07f204c45" /><Relationship Type="http://schemas.openxmlformats.org/officeDocument/2006/relationships/notesMaster" Target="/ppt/notesMasters/notesMaster1.xml" Id="R80273936334444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d35cacb5ee4410" /><Relationship Type="http://schemas.openxmlformats.org/officeDocument/2006/relationships/notesMaster" Target="/ppt/notesMasters/notesMaster1.xml" Id="Ra4b3b8b3254246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83a3d9913f4eba" /><Relationship Type="http://schemas.openxmlformats.org/officeDocument/2006/relationships/notesMaster" Target="/ppt/notesMasters/notesMaster1.xml" Id="Rf26cfddc559a4c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e6e04976d04144" /><Relationship Type="http://schemas.openxmlformats.org/officeDocument/2006/relationships/notesMaster" Target="/ppt/notesMasters/notesMaster1.xml" Id="Rda0f88c95c5f4e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44ad42e6ca4667" /><Relationship Type="http://schemas.openxmlformats.org/officeDocument/2006/relationships/notesMaster" Target="/ppt/notesMasters/notesMaster1.xml" Id="Rc2599737960a4e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0375006a2e47fd" /><Relationship Type="http://schemas.openxmlformats.org/officeDocument/2006/relationships/notesMaster" Target="/ppt/notesMasters/notesMaster1.xml" Id="Rc3c181eed90d42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0a0eb6795e4ad9" /><Relationship Type="http://schemas.openxmlformats.org/officeDocument/2006/relationships/notesMaster" Target="/ppt/notesMasters/notesMaster1.xml" Id="R7638bb81cdbf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클래스룸 애프리콧.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0c5917337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3c63e2ee44a33" /><Relationship Type="http://schemas.openxmlformats.org/officeDocument/2006/relationships/slideLayout" Target="/ppt/slideLayouts/slideLayout1.xml" Id="R6de0cde2746e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e0cde2746e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98aeb89c74f68" /><Relationship Type="http://schemas.openxmlformats.org/officeDocument/2006/relationships/notesSlide" Target="/ppt/notesSlides/notesSlide1.xml" Id="Ra51beb38d39949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55ca078074241" /><Relationship Type="http://schemas.openxmlformats.org/officeDocument/2006/relationships/notesSlide" Target="/ppt/notesSlides/notesSlide2.xml" Id="Rc17c529611e64c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c93aae5a24fe1" /><Relationship Type="http://schemas.openxmlformats.org/officeDocument/2006/relationships/notesSlide" Target="/ppt/notesSlides/notesSlide3.xml" Id="Re66719c5c653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95203eb3244f1" /><Relationship Type="http://schemas.openxmlformats.org/officeDocument/2006/relationships/notesSlide" Target="/ppt/notesSlides/notesSlide4.xml" Id="R168c8a4cbee340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c7eb287024dd0" /><Relationship Type="http://schemas.openxmlformats.org/officeDocument/2006/relationships/notesSlide" Target="/ppt/notesSlides/notesSlide5.xml" Id="Re0386de1a3944e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c5490854041a8" /><Relationship Type="http://schemas.openxmlformats.org/officeDocument/2006/relationships/notesSlide" Target="/ppt/notesSlides/notesSlide6.xml" Id="R5c640941200743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36ffba1fe41be" /><Relationship Type="http://schemas.openxmlformats.org/officeDocument/2006/relationships/notesSlide" Target="/ppt/notesSlides/notesSlide7.xml" Id="Rbf9978aa359a4c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d9a461f874854" /><Relationship Type="http://schemas.openxmlformats.org/officeDocument/2006/relationships/notesSlide" Target="/ppt/notesSlides/notesSlide8.xml" Id="R15626608caf0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510d24ec6408e" /><Relationship Type="http://schemas.openxmlformats.org/officeDocument/2006/relationships/notesSlide" Target="/ppt/notesSlides/notesSlide9.xml" Id="Re1e5d7671ad044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55ec634be4b77" /><Relationship Type="http://schemas.openxmlformats.org/officeDocument/2006/relationships/notesSlide" Target="/ppt/notesSlides/notesSlide10.xml" Id="R25a78c4020ea40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306e02eb45ae" /><Relationship Type="http://schemas.openxmlformats.org/officeDocument/2006/relationships/notesSlide" Target="/ppt/notesSlides/notesSlide11.xml" Id="R875db025cfc644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b51960c794f46" /><Relationship Type="http://schemas.openxmlformats.org/officeDocument/2006/relationships/notesSlide" Target="/ppt/notesSlides/notesSlide12.xml" Id="Reb5613997f6e47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d8e8b57fe4ac9" /><Relationship Type="http://schemas.openxmlformats.org/officeDocument/2006/relationships/notesSlide" Target="/ppt/notesSlides/notesSlide13.xml" Id="Rf4d44c45294747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b5a0087c6456e" /><Relationship Type="http://schemas.openxmlformats.org/officeDocument/2006/relationships/notesSlide" Target="/ppt/notesSlides/notesSlide14.xml" Id="R2400b55320f447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1f1bcfe594f8b" /><Relationship Type="http://schemas.openxmlformats.org/officeDocument/2006/relationships/notesSlide" Target="/ppt/notesSlides/notesSlide15.xml" Id="R2376304edad649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ee82adebe425e" /><Relationship Type="http://schemas.openxmlformats.org/officeDocument/2006/relationships/notesSlide" Target="/ppt/notesSlides/notesSlide16.xml" Id="Rd63d096789a046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b9d6750084290" /><Relationship Type="http://schemas.openxmlformats.org/officeDocument/2006/relationships/notesSlide" Target="/ppt/notesSlides/notesSlide17.xml" Id="R42b7ade97f554f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446a049b844ab" /><Relationship Type="http://schemas.openxmlformats.org/officeDocument/2006/relationships/notesSlide" Target="/ppt/notesSlides/notesSlide18.xml" Id="R77cfa0dd39e949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235313cd4de0" /><Relationship Type="http://schemas.openxmlformats.org/officeDocument/2006/relationships/notesSlide" Target="/ppt/notesSlides/notesSlide19.xml" Id="Rf21f6363c4d040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2d1dada4944ab" /><Relationship Type="http://schemas.openxmlformats.org/officeDocument/2006/relationships/notesSlide" Target="/ppt/notesSlides/notesSlide20.xml" Id="R704a7edebe7348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4D0D398-EAF5-43E3-BF79-10173FF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207D8B2-06C4-442C-B453-83092D72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33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06A8AC4-6600-464D-9E32-FEF365E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F52D2ED-7604-41C2-BC50-927B3E2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30245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FDBFE66-AF7F-4AC6-AEAD-3B131D0D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662AAC2-8C11-471E-A50C-78E157F6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79FB9BD-203B-474F-94B6-89E5D80B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2320554-8EDE-4D1C-9206-3754F05F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A422C24-101A-4E94-85A6-14670EA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FEE6740-4B17-40CE-A32E-9D59921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FE0989D-B352-4340-9BDC-B2945B4B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E91B14D-F0F0-40EE-983C-9DDBB731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9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2B77032-1A33-4DBB-A089-50CE193A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507D1C92-3999-42F5-84E3-1DB7B59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2AB1B4C-A062-4CE6-8041-7848A8B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203ACED-2BCA-4D44-A5C8-0558C94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607090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CCCD535-C736-4895-B281-DF0F724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53E0E61-C834-43CE-801C-199720A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E9B1747-DB92-4075-8BAB-280E66F9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3C1B1AD-AEAF-4283-8337-DE41003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D33BE9E-366D-41A9-A5BC-4E1A50B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4B33B93-E8C5-46C7-9926-7F38249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5DAAF97-DB3E-44C1-BC4A-F149F33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ABA51EA-7CB7-4B29-BCBE-E62CD92B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F2CE8B3-141B-45DF-A84F-96711F7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C649360-4F29-4F60-BAAC-2C7B2F6C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4D7F5A4-CEC6-41B9-89FE-6A91256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12802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4AD40C5-5B38-4075-8A96-30D22A3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EB32408-614E-4F3A-AAB2-BA5CE724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6F80351-326F-401C-8EE0-F2210096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2F1D8DF-983C-451E-87BD-C5CDECC6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0B595E6-14C8-4B71-AC7F-B4AA71B5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B3594E9-2BC1-445D-8FF6-E00CB657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D13AA30-7291-4BA5-A86E-46925CBD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04F6FAE-9876-48EE-9BE9-593E1AB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70964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C43D0C5-6E4D-409A-8BE1-3EAB473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58321BC-3D8D-44F9-9756-649D63F8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A4249F-5444-44E0-8B77-A32518A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CA66061-1F06-40EC-AB8A-28B7071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F9FE2BC-9D74-409B-BC9B-D697A80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D3769E9-0F59-4094-8C29-95926D74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B012917-9811-4D14-9007-585FEB8B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F43F87B-A98F-45E1-ACD8-8C09E6E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6FC8FCF-B1CC-443C-8D64-72A7CF32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08D4087-548C-4BE2-82D1-EFEECD12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32345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E0393E9-4D82-42EB-AB04-BB8A3382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10A7C7F-C611-4AE7-9A49-7EAB4CB5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AFA954E-FBC7-40EE-B299-382D8A52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958315E-5CC5-43A0-88E1-A225E808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295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8292753-C33F-436D-B8B5-C324752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4D4CF2B-8917-4389-9BFD-EA352EA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B6370E9-D336-4FD4-B379-59E1456C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3F4ABF-2531-4D67-8B48-E482E0AA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490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7D81A5E-FADA-47D6-A16B-345370E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E03B717-2412-4EBE-B1A9-7FCC1405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46822CD-CCF9-4B26-95DB-0D50EBA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3E2AEE8-EB7B-4361-A459-3941564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364B3D5-5B98-4FFC-A13F-224B5583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A1E748C-00FB-440D-B194-BC6DB2F3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4F1279A-4E65-4B9A-A12A-4A82F6B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4634E7F-542D-42CF-8374-2304863A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E3D166C-F614-4FD8-A843-3CC4A34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521317FE-97D9-4C31-BBC0-158F1A2B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5696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8AF82FC-8569-4A2F-BD7C-C3F6ED8F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5D30824-5759-413A-9D98-5127BF3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206B38-D594-4AA7-B85B-D7A0B712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030F19B-D24A-4988-8F97-9821BF2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E0BD1A1-724B-4F81-9131-881A88D9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7ED4B1-D30E-4C24-8D7C-EDD527C3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452F25D-F36B-4E10-ACE3-13ABEB4C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C8CEB2F-483C-4C9B-BA1C-60652A6E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BDC7BB4-7ABC-4173-BA0D-40F0D8CE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5C304D8-098A-438E-8179-39D3E60A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9187CCE-CF6B-4192-B710-651C2B88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BFA5972F-C305-4F09-923B-F6279DB2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6636FF69-C8F5-4265-9BDF-1139E8D8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6D2DBF8-D3CF-4C85-816D-D7BE6EC2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74DDFD1-A799-467B-990D-C5A192A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524E4F77-4B3D-4CE7-BDC4-5169DF7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56256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BE67D28-0B81-4358-B15D-26A8DC7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472E740-7538-43CA-BFAC-BD34D4F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2E0BBE2-C7B5-41AC-8E43-EFB09287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9C5B9FE-E6CC-46A0-A380-113BFEA8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D51D4E5-323E-48A4-A25A-692202A3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3F44E2B-CC5D-44D1-BCD4-C693097E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240CA7C-8D0C-43AF-9E4D-FEB0437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5FEE920-7E93-4E01-AF77-BA0C35B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88550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9E2E58B-E5A5-4D47-850C-9DB7B436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AF5B0F3-E27C-455C-828F-040E9A3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36BF15E-51E8-4FD8-96CD-C4FA44B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F81684A-277D-4ACA-BAC0-38664B3B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115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57C9EE9-8049-4290-A632-3DBEF4A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BF99826-D10D-41E3-8BE3-301E416D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2F3B8A4-1A5D-4F55-AC3F-B6BF6AE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514A747-DD0A-479F-95BE-0FE47D1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9865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684EB6D-B5BE-4524-BFD7-47E048B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8D95CDF-DB78-4BD9-9B06-77FCE1A9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8DD0C54-113D-486E-AF0C-ABC9247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AC13599-6181-4E2D-925F-402B63C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DE56CAF-FF6F-4BC8-898F-C13A700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C170D4E-6222-44D4-B7E3-BCF9AAF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441E385-14E2-4ADA-BCF1-D8CF6E21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5F3AEA4-A982-443E-B92B-23A80DB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0811966-75B3-4849-8E40-6FB1513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43CA583-3BE0-4AE7-8C9C-3C7E935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6321DB8-1E24-4647-986F-94D2FA5C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3BF36D4-1E40-4199-8E26-C560B113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EF1D45F1-5C32-4DE1-8350-DBDD455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C8E85CD-943D-4968-B04A-FF436F3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7FDEA87-D510-4585-83A8-DC9F9379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80AF7EF0-F358-4D0E-A238-B144A74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2459744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F2F74F4-EB20-42ED-813F-C3E1441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0F5CC67-D6F0-41E0-9BB0-B2B8859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506B6D9-AF46-4BF9-A4C8-A3D3802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BFE7313-3FEB-4EBC-84BD-8DB22133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D2CA62B-0E87-42DC-A6FF-4A2A056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2E18E92-21EA-4F06-83BF-58DB8345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C60854A-923D-4C5D-B064-7285FF66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A242AD-81FB-4FC0-B2C6-070D5DA7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38C635A-B80F-4E6D-9D5B-A2045BF0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75F657E-F944-4362-9AF5-35564050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44722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7FD529B-3612-430D-927A-3005C9E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A7DC99A-BCA7-453F-9200-788AF61D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BED5B95-6AF5-4F63-89F7-3DD8E19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A71724A-FC91-478E-B80B-98EEAA04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4437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39D5B5A-378A-4204-93CB-C454ECEC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C60963E-2394-43A4-93F3-97CC094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A49C4AB-8755-4230-89A0-7ADA54C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4BD50B1-FADA-480E-B409-FB79BE20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054E536-5DED-4E8D-86E2-C630D83E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0FA0F9D-8204-4B0E-96FD-DEDC81B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8C9C2BB-A986-43CA-A538-091942BE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C680810-B8A3-4E64-9F2D-B73258E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250947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39FB198-AF68-4EA5-A7D8-7320DA32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9025D18-DA2B-49D8-BB4A-A30CBB1F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C401B07-16B9-4084-8BA3-DBF5337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BEE8A1A-4520-42DE-9A8A-9E11513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9356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F9B745C-857C-46FE-ACE3-D6841AC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2C75772-D007-4ED8-AEAB-651E4F03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66C3A0C-64D7-4779-84ED-3426C1FA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0950F8B-DE2A-4658-A085-AEC4F43E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06BD480-A459-46CE-BA6A-6FE8B6A8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A630F03-C6D2-4393-9016-C1D13FF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09C4805-02DF-41EE-BE07-1BAB8D80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3095A4A-6343-4603-B012-6FD9C5AA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841626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AFC78D1-8C6D-4058-A392-75DA761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0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15934A7-CCF4-46AF-9500-429A86E9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00075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CBEECB5-1ACC-4E85-936F-32A710F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FF8C43E-7077-4AC4-A555-7CDCC4C0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B963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ECD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936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1727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C012173-E53C-403B-BC00-6A06C039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BE77D4B-86F8-4D50-89A3-1DCE62B4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33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49362C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DB6F67B-6978-482A-A87B-209BCFAE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00E5D51-D985-4151-8CB8-ED83738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96330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8539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2026-09-25T07:45:32.3960000Z</dcterms:created>
  <dcterms:modified xsi:type="dcterms:W3CDTF">2026-09-25T07:45:32.3960000Z</dcterms:modified>
</coreProperties>
</file>