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9609da9ac64040" /><Relationship Type="http://schemas.openxmlformats.org/officeDocument/2006/relationships/extended-properties" Target="/docProps/app.xml" Id="Re34023db68e841ff" /><Relationship Type="http://schemas.openxmlformats.org/officeDocument/2006/relationships/officeDocument" Target="/ppt/presentation.xml" Id="R42bb62b7ab754a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b80958c17405f"/>
  </p:sldMasterIdLst>
  <p:notesMasterIdLst>
    <p:notesMasterId xmlns:r="http://schemas.openxmlformats.org/officeDocument/2006/relationships" r:id="R407963c8b7a44b87"/>
  </p:notesMasterIdLst>
  <p:sldIdLst>
    <p:sldId xmlns:r="http://schemas.openxmlformats.org/officeDocument/2006/relationships" id="256" r:id="Rda239b7243b64bb2"/>
    <p:sldId xmlns:r="http://schemas.openxmlformats.org/officeDocument/2006/relationships" id="257" r:id="R6048c687bf2b4f70"/>
    <p:sldId xmlns:r="http://schemas.openxmlformats.org/officeDocument/2006/relationships" id="258" r:id="Rc64ed8b33a394df4"/>
    <p:sldId xmlns:r="http://schemas.openxmlformats.org/officeDocument/2006/relationships" id="259" r:id="R7aca752c250b4da6"/>
    <p:sldId xmlns:r="http://schemas.openxmlformats.org/officeDocument/2006/relationships" id="260" r:id="R0f80f00a9eaa4937"/>
    <p:sldId xmlns:r="http://schemas.openxmlformats.org/officeDocument/2006/relationships" id="261" r:id="R8aaac3ec9ae44d98"/>
    <p:sldId xmlns:r="http://schemas.openxmlformats.org/officeDocument/2006/relationships" id="262" r:id="Rd998f04e1bee4173"/>
    <p:sldId xmlns:r="http://schemas.openxmlformats.org/officeDocument/2006/relationships" id="263" r:id="Ra9f597baae8947e5"/>
    <p:sldId xmlns:r="http://schemas.openxmlformats.org/officeDocument/2006/relationships" id="264" r:id="Rdf5fc1784cb94cd0"/>
    <p:sldId xmlns:r="http://schemas.openxmlformats.org/officeDocument/2006/relationships" id="265" r:id="R3d5579bc8c034d49"/>
    <p:sldId xmlns:r="http://schemas.openxmlformats.org/officeDocument/2006/relationships" id="266" r:id="R848ffe3aecf548a4"/>
    <p:sldId xmlns:r="http://schemas.openxmlformats.org/officeDocument/2006/relationships" id="267" r:id="Rb28ea449610543f8"/>
    <p:sldId xmlns:r="http://schemas.openxmlformats.org/officeDocument/2006/relationships" id="268" r:id="Rd9007eccda334071"/>
    <p:sldId xmlns:r="http://schemas.openxmlformats.org/officeDocument/2006/relationships" id="269" r:id="R9ea38422cd4d4712"/>
    <p:sldId xmlns:r="http://schemas.openxmlformats.org/officeDocument/2006/relationships" id="270" r:id="Rf3e3e1c9838045bd"/>
    <p:sldId xmlns:r="http://schemas.openxmlformats.org/officeDocument/2006/relationships" id="271" r:id="R76b5b74068744861"/>
    <p:sldId xmlns:r="http://schemas.openxmlformats.org/officeDocument/2006/relationships" id="272" r:id="Ra44c9261da0b41b6"/>
    <p:sldId xmlns:r="http://schemas.openxmlformats.org/officeDocument/2006/relationships" id="273" r:id="R1f3266cca0f044b6"/>
    <p:sldId xmlns:r="http://schemas.openxmlformats.org/officeDocument/2006/relationships" id="274" r:id="R58f598886eed49cf"/>
    <p:sldId xmlns:r="http://schemas.openxmlformats.org/officeDocument/2006/relationships" id="275" r:id="Ree183a217cc54d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c960cec7b047e8" /><Relationship Type="http://schemas.openxmlformats.org/officeDocument/2006/relationships/slideMaster" Target="/ppt/slideMasters/slideMaster1.xml" Id="R6e0b80958c17405f" /><Relationship Type="http://schemas.openxmlformats.org/officeDocument/2006/relationships/notesMaster" Target="/ppt/notesMasters/notesMaster1.xml" Id="R407963c8b7a44b87" /><Relationship Type="http://schemas.openxmlformats.org/officeDocument/2006/relationships/presProps" Target="/ppt/presProps.xml" Id="Re5c0ce9876fe4de7" /><Relationship Type="http://schemas.openxmlformats.org/officeDocument/2006/relationships/tableStyles" Target="/ppt/tableStyles.xml" Id="R567795f963c84f31" /><Relationship Type="http://schemas.openxmlformats.org/officeDocument/2006/relationships/slide" Target="/ppt/slides/slide1.xml" Id="Rda239b7243b64bb2" /><Relationship Type="http://schemas.openxmlformats.org/officeDocument/2006/relationships/slide" Target="/ppt/slides/slide2.xml" Id="R6048c687bf2b4f70" /><Relationship Type="http://schemas.openxmlformats.org/officeDocument/2006/relationships/slide" Target="/ppt/slides/slide3.xml" Id="Rc64ed8b33a394df4" /><Relationship Type="http://schemas.openxmlformats.org/officeDocument/2006/relationships/slide" Target="/ppt/slides/slide4.xml" Id="R7aca752c250b4da6" /><Relationship Type="http://schemas.openxmlformats.org/officeDocument/2006/relationships/slide" Target="/ppt/slides/slide5.xml" Id="R0f80f00a9eaa4937" /><Relationship Type="http://schemas.openxmlformats.org/officeDocument/2006/relationships/slide" Target="/ppt/slides/slide6.xml" Id="R8aaac3ec9ae44d98" /><Relationship Type="http://schemas.openxmlformats.org/officeDocument/2006/relationships/slide" Target="/ppt/slides/slide7.xml" Id="Rd998f04e1bee4173" /><Relationship Type="http://schemas.openxmlformats.org/officeDocument/2006/relationships/slide" Target="/ppt/slides/slide8.xml" Id="Ra9f597baae8947e5" /><Relationship Type="http://schemas.openxmlformats.org/officeDocument/2006/relationships/slide" Target="/ppt/slides/slide9.xml" Id="Rdf5fc1784cb94cd0" /><Relationship Type="http://schemas.openxmlformats.org/officeDocument/2006/relationships/slide" Target="/ppt/slides/slide10.xml" Id="R3d5579bc8c034d49" /><Relationship Type="http://schemas.openxmlformats.org/officeDocument/2006/relationships/slide" Target="/ppt/slides/slide11.xml" Id="R848ffe3aecf548a4" /><Relationship Type="http://schemas.openxmlformats.org/officeDocument/2006/relationships/slide" Target="/ppt/slides/slide12.xml" Id="Rb28ea449610543f8" /><Relationship Type="http://schemas.openxmlformats.org/officeDocument/2006/relationships/slide" Target="/ppt/slides/slide13.xml" Id="Rd9007eccda334071" /><Relationship Type="http://schemas.openxmlformats.org/officeDocument/2006/relationships/slide" Target="/ppt/slides/slide14.xml" Id="R9ea38422cd4d4712" /><Relationship Type="http://schemas.openxmlformats.org/officeDocument/2006/relationships/slide" Target="/ppt/slides/slide15.xml" Id="Rf3e3e1c9838045bd" /><Relationship Type="http://schemas.openxmlformats.org/officeDocument/2006/relationships/slide" Target="/ppt/slides/slide16.xml" Id="R76b5b74068744861" /><Relationship Type="http://schemas.openxmlformats.org/officeDocument/2006/relationships/slide" Target="/ppt/slides/slide17.xml" Id="Ra44c9261da0b41b6" /><Relationship Type="http://schemas.openxmlformats.org/officeDocument/2006/relationships/slide" Target="/ppt/slides/slide18.xml" Id="R1f3266cca0f044b6" /><Relationship Type="http://schemas.openxmlformats.org/officeDocument/2006/relationships/slide" Target="/ppt/slides/slide19.xml" Id="R58f598886eed49cf" /><Relationship Type="http://schemas.openxmlformats.org/officeDocument/2006/relationships/slide" Target="/ppt/slides/slide20.xml" Id="Ree183a217cc54d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a19638a6864d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4dfc79098a4694" /><Relationship Type="http://schemas.openxmlformats.org/officeDocument/2006/relationships/notesMaster" Target="/ppt/notesMasters/notesMaster1.xml" Id="R32969891cead47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3c0051e41444e0" /><Relationship Type="http://schemas.openxmlformats.org/officeDocument/2006/relationships/notesMaster" Target="/ppt/notesMasters/notesMaster1.xml" Id="R75909afab527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46f373ea2a4efb" /><Relationship Type="http://schemas.openxmlformats.org/officeDocument/2006/relationships/notesMaster" Target="/ppt/notesMasters/notesMaster1.xml" Id="R7d916dd3995247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1d602ec8634196" /><Relationship Type="http://schemas.openxmlformats.org/officeDocument/2006/relationships/notesMaster" Target="/ppt/notesMasters/notesMaster1.xml" Id="R124af2491409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eb6a43e99a40bb" /><Relationship Type="http://schemas.openxmlformats.org/officeDocument/2006/relationships/notesMaster" Target="/ppt/notesMasters/notesMaster1.xml" Id="R26f872e8efbd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e83f1d63d0420d" /><Relationship Type="http://schemas.openxmlformats.org/officeDocument/2006/relationships/notesMaster" Target="/ppt/notesMasters/notesMaster1.xml" Id="Ra83f66b7909c4b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e2b73262eb49b0" /><Relationship Type="http://schemas.openxmlformats.org/officeDocument/2006/relationships/notesMaster" Target="/ppt/notesMasters/notesMaster1.xml" Id="Rd9d64e6f303740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801bf7df434337" /><Relationship Type="http://schemas.openxmlformats.org/officeDocument/2006/relationships/notesMaster" Target="/ppt/notesMasters/notesMaster1.xml" Id="Re0c2e944fb5c4b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aa179c90d9414e" /><Relationship Type="http://schemas.openxmlformats.org/officeDocument/2006/relationships/notesMaster" Target="/ppt/notesMasters/notesMaster1.xml" Id="Rc96bdd1751614a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2aa1d5a659443b" /><Relationship Type="http://schemas.openxmlformats.org/officeDocument/2006/relationships/notesMaster" Target="/ppt/notesMasters/notesMaster1.xml" Id="R34fc6f373bad46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61258a2d1a49dd" /><Relationship Type="http://schemas.openxmlformats.org/officeDocument/2006/relationships/notesMaster" Target="/ppt/notesMasters/notesMaster1.xml" Id="R456dd040388147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552d9b6337481b" /><Relationship Type="http://schemas.openxmlformats.org/officeDocument/2006/relationships/notesMaster" Target="/ppt/notesMasters/notesMaster1.xml" Id="R10922a6a845f46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464870a92a47c2" /><Relationship Type="http://schemas.openxmlformats.org/officeDocument/2006/relationships/notesMaster" Target="/ppt/notesMasters/notesMaster1.xml" Id="R21180150043f48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618125c8d04c22" /><Relationship Type="http://schemas.openxmlformats.org/officeDocument/2006/relationships/notesMaster" Target="/ppt/notesMasters/notesMaster1.xml" Id="R84a95e67f0554b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d9ff20031b4ff7" /><Relationship Type="http://schemas.openxmlformats.org/officeDocument/2006/relationships/notesMaster" Target="/ppt/notesMasters/notesMaster1.xml" Id="R5e0d69cf5eb442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da93c6b0b34bbf" /><Relationship Type="http://schemas.openxmlformats.org/officeDocument/2006/relationships/notesMaster" Target="/ppt/notesMasters/notesMaster1.xml" Id="Rcbe92cba2c1e42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3278be43d548d4" /><Relationship Type="http://schemas.openxmlformats.org/officeDocument/2006/relationships/notesMaster" Target="/ppt/notesMasters/notesMaster1.xml" Id="R030208ad129d44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2122168b3f4ef1" /><Relationship Type="http://schemas.openxmlformats.org/officeDocument/2006/relationships/notesMaster" Target="/ppt/notesMasters/notesMaster1.xml" Id="R9ea354cdab5a47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ea55865d6b4e51" /><Relationship Type="http://schemas.openxmlformats.org/officeDocument/2006/relationships/notesMaster" Target="/ppt/notesMasters/notesMaster1.xml" Id="R20ad1c2e5c5842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831df01eca47f3" /><Relationship Type="http://schemas.openxmlformats.org/officeDocument/2006/relationships/notesMaster" Target="/ppt/notesMasters/notesMaster1.xml" Id="R5960a9a7eb8f4a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러닝 세이지.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b4b4d1393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e00ebbe184708" /><Relationship Type="http://schemas.openxmlformats.org/officeDocument/2006/relationships/slideLayout" Target="/ppt/slideLayouts/slideLayout1.xml" Id="Ra8b226ba481841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b226ba481841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e32bc01e44ed2" /><Relationship Type="http://schemas.openxmlformats.org/officeDocument/2006/relationships/image" Target="/ppt/media/image.png" Id="Rd8ca8b95bd184eae" /><Relationship Type="http://schemas.openxmlformats.org/officeDocument/2006/relationships/notesSlide" Target="/ppt/notesSlides/notesSlide1.xml" Id="R5f171a8239b54f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c752a0421438a" /><Relationship Type="http://schemas.openxmlformats.org/officeDocument/2006/relationships/notesSlide" Target="/ppt/notesSlides/notesSlide2.xml" Id="Rc474788b18c248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33d00c8ba45b6" /><Relationship Type="http://schemas.openxmlformats.org/officeDocument/2006/relationships/notesSlide" Target="/ppt/notesSlides/notesSlide3.xml" Id="R18e3d814ef1146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da3e8f0e242f3" /><Relationship Type="http://schemas.openxmlformats.org/officeDocument/2006/relationships/notesSlide" Target="/ppt/notesSlides/notesSlide4.xml" Id="R59383df3bec84e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b3a0e393a44cb" /><Relationship Type="http://schemas.openxmlformats.org/officeDocument/2006/relationships/notesSlide" Target="/ppt/notesSlides/notesSlide5.xml" Id="R0d47ed97bd4849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15666ec424565" /><Relationship Type="http://schemas.openxmlformats.org/officeDocument/2006/relationships/notesSlide" Target="/ppt/notesSlides/notesSlide6.xml" Id="R6cc5ba0eaaef49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7a67746614f09" /><Relationship Type="http://schemas.openxmlformats.org/officeDocument/2006/relationships/notesSlide" Target="/ppt/notesSlides/notesSlide7.xml" Id="R9bb5df954b2d42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0b64d56b24126" /><Relationship Type="http://schemas.openxmlformats.org/officeDocument/2006/relationships/notesSlide" Target="/ppt/notesSlides/notesSlide8.xml" Id="R0300f9f79e10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17625e02a4f68" /><Relationship Type="http://schemas.openxmlformats.org/officeDocument/2006/relationships/notesSlide" Target="/ppt/notesSlides/notesSlide9.xml" Id="R86b4a3e7e4f14f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dcbc5f67b4d6f" /><Relationship Type="http://schemas.openxmlformats.org/officeDocument/2006/relationships/notesSlide" Target="/ppt/notesSlides/notesSlide10.xml" Id="R6c642d6a413d4f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ca7570cbd4408" /><Relationship Type="http://schemas.openxmlformats.org/officeDocument/2006/relationships/notesSlide" Target="/ppt/notesSlides/notesSlide11.xml" Id="R8920120a500d44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f400deba14671" /><Relationship Type="http://schemas.openxmlformats.org/officeDocument/2006/relationships/notesSlide" Target="/ppt/notesSlides/notesSlide12.xml" Id="R4743261941b34e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323de72aa482d" /><Relationship Type="http://schemas.openxmlformats.org/officeDocument/2006/relationships/notesSlide" Target="/ppt/notesSlides/notesSlide13.xml" Id="R7a3eb097dd324f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22abc2a44a58" /><Relationship Type="http://schemas.openxmlformats.org/officeDocument/2006/relationships/notesSlide" Target="/ppt/notesSlides/notesSlide14.xml" Id="R7a634b829ab341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2c80989a5461e" /><Relationship Type="http://schemas.openxmlformats.org/officeDocument/2006/relationships/notesSlide" Target="/ppt/notesSlides/notesSlide15.xml" Id="Rcb96b1a9556f48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2a68f8d6c4e0f" /><Relationship Type="http://schemas.openxmlformats.org/officeDocument/2006/relationships/notesSlide" Target="/ppt/notesSlides/notesSlide16.xml" Id="R7fdbe8e125ae40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49b41f0df4bba" /><Relationship Type="http://schemas.openxmlformats.org/officeDocument/2006/relationships/notesSlide" Target="/ppt/notesSlides/notesSlide17.xml" Id="Ra017d3211d224c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c6fbaf26f4374" /><Relationship Type="http://schemas.openxmlformats.org/officeDocument/2006/relationships/notesSlide" Target="/ppt/notesSlides/notesSlide18.xml" Id="R99abd44be153449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c7721b147496d" /><Relationship Type="http://schemas.openxmlformats.org/officeDocument/2006/relationships/notesSlide" Target="/ppt/notesSlides/notesSlide19.xml" Id="R23efc44c0b4248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c6fe2f1d8480f" /><Relationship Type="http://schemas.openxmlformats.org/officeDocument/2006/relationships/image" Target="/ppt/media/image2.png" Id="R488725edb78a441a" /><Relationship Type="http://schemas.openxmlformats.org/officeDocument/2006/relationships/notesSlide" Target="/ppt/notesSlides/notesSlide20.xml" Id="R60631c932c9342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a8b95bd184e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5AE3407D-A0DF-4651-81B1-0FC6015A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B8DBF166-C03A-4328-888A-C0FB05CD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7BCDD06-06E2-4008-9174-8CCF54EF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A84824-D091-4B6F-BA7C-005B1A7E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38318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142F4FB-3DAC-4BDF-9D53-1A325DF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6B50D90-25E9-49DB-A5E6-199F4943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6AE7170-9F4A-4AA1-B2BC-34E1168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DDDB6A6-07DF-4580-80E8-7C21D26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78C95CC-B905-4AE8-8933-A2FA2B7D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7A29660-7C05-430E-A646-1EAA6218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F1ECA78-F171-496A-A234-E8E5416A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AB84A61-DCB1-4066-965D-7D7FF5F9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2442B44-DC4F-4B04-BBFF-82E6067B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B926331-F860-46C2-A948-CF3FCD33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16656798-5942-4C3A-BAD6-B2F8C006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008969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F7E5DB81-8B0E-4197-B0DF-B6AC2BE0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83DEAB1-C057-4509-A424-3ED56F4E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19A60B1-16BD-4624-8459-5D8BC2BB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EE90367-848B-4CF7-A7F5-042DCCBF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EC6B567-73B2-4FB6-81CD-70A8DB8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77ABF41-AC1F-43E0-A4D8-93A18D27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CB8B477-D3EF-4E1F-8369-130A3425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E2B3DE0-51CB-4D0A-9B9A-19EDC2A8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964BABA-CD34-4EC8-AF6E-27AA745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1516186-E9D4-479D-939C-DFE0D656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10797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04EDC7ED-C470-4848-9200-B6B020E1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F3B23F8-8375-4BB3-8A8F-44CFDE0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35E135C-A112-437C-81FD-8DD37581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972A67A-69BF-4A8B-AC77-27EE17D9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BEC47F4-575D-4963-BD76-3222BD0B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09AAFF8-8813-4356-9AD8-439AE6D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CF62D07-A000-435F-BE7C-D4FCA387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97616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E48B8F94-2404-4034-A866-C7C9AA2E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58EAEC0-F70E-4D5E-9DAC-3AB51DDF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35CEFC8-FDA2-4561-968B-631FC0A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2F627C1-C2C1-40FB-9202-B3231FF5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30D4106-4F14-4854-86F7-AA2B5F8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9046CA8-3D6C-4870-907C-6450F3C9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E024343-268E-4E13-B553-2B86C4AE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F31401E-A7BF-4B51-B060-603CFD5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C49996F-43D9-4925-B3B7-1796ED81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36016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8EA334-B807-4B46-833A-90333D9B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451BB46-09DB-4A7A-AAF7-BFB3B5CB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D52586B-D149-4601-A2DE-3CEF35BC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26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000803B-F5BF-45AE-B5DB-74C5683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6EF0A83-7AEF-40D7-8CBA-E19E659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708E47F-0016-4B4D-905E-76D025AB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30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E3511107-F134-4D01-A40E-CE852F7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9FF25C5-2FA4-49E3-BB8E-2F2EF836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D081249-3009-4267-867B-7CC045B7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4A0A457-323E-4CB2-BB92-D2485418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54F2832-BB18-4665-A6F5-7CE9705A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A4CA711-4F93-425C-8BD3-D3A1EEA2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15E0DD5-4721-466C-B28F-884B4F16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D1C9A3A-DD70-49F0-A2AB-8000BE1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4B6A41C-B6B8-47BC-B971-746C5395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5328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E629E79A-9B86-4FCD-8816-05590501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2E079B4-85DE-4FC1-BF1A-769ECBD7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4A4F569-4BB1-40B3-B6F2-07D10F1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9CE4B52-235B-4F12-B381-65F84F02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06900CB-BCE7-4596-8430-FB317882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68157B9-C5BF-4222-B287-90306566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295E96E-7A01-402B-BC7C-91093C79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60A5A30-0F3D-4003-8D6A-6E1FA88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6488B62-0183-4B8C-B1AE-FC8CACA8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717D5C9-640B-407B-888E-E5BB6A78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2FB0497-01E3-40A0-8334-7AD965D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D32EADE7-2B7D-430E-94F7-8C95B99B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D78A0D0-B0E7-41E3-B68B-27AC5A4D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C4F417C8-28EB-4773-AD40-406B85B4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CD48103-D591-4EFC-B9C8-1C3A34C4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521980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8390855-C5DB-4B10-BB2B-647AE44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72E31AD-1234-4193-BB7C-1D8DF4B4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34FEC9C-E58A-4C8C-8860-A7942872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CA4EE48-F1A9-4223-A686-3C8F9BF8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00FD384-DF70-4D45-ADB0-50B5214E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84546DE-0CFD-4211-A711-6FFCFF23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EED3FD0-BCDE-47A3-B6E3-61E3F2F1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14818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C192726-ACD3-4D27-9A42-BBF45D3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63C54A0-28D0-4278-81AC-E3204E71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1C2F648-444B-4A0B-AF35-83A801C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9199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448A579-3CE9-4BC5-8BD0-C3EB6CE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4BCD2CA-F3B7-4475-9367-D0FB30A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3CAF60F-C083-429B-BB63-2CBFDE1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1595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54A088-32D1-4210-B97F-8C427EBF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DA65CCC-69BA-421C-99ED-451CFEF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C0F98C8-64F2-434F-B0CD-48E9EF32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30C627E-53C2-4549-B02F-105BCF19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8F246DD-EA57-428C-B7DA-A093B037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5BB2933-10E0-4837-8CB1-079643D3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8F7585F-09B3-421A-AFE5-F9097D9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26D2551-4430-4736-A966-B7B7A2F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DB0C786-1B18-4BE6-9DAC-6A0A4A46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7D6D0E7-044F-4442-8245-A617237F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F984155F-2042-47C5-9A35-C3AC1E30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B4A4F429-F647-4B2D-9440-728C3EC4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3DB9F51-A59E-4A8C-B0CA-DB884AD6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49D3F0D1-1152-45F1-B386-97D60942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972A86D2-32B2-4444-B3F5-9D4E1851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67545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14E10E05-DED5-491D-866D-D8878C17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B452000-8BA8-4E92-BB05-C9C6CCD7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E563DEE-6724-445F-B415-0EF2ACFF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4236496-478A-45CA-9280-20FC5EE1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CF6AFAE-FFEC-425C-A99F-5A0C4CD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5E4F9A3-E00E-490A-BB4C-084D32B4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2E8C001-C375-4E0A-AA6D-06581020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D814A98-E25F-445C-9DD5-BEE02D38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55AA700-5379-48F4-AF2B-6D82DC69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30512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6A20EDF-754B-4FF4-8E35-75DFA0C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23D374A-B631-416D-8325-A5E735AB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374A6DC-98AA-4000-97D7-514F35A0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911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CD97245-1573-415E-89B6-D61C8446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77A170A-0C68-4F48-88EC-C60F0D7A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3A125F6-0ABB-4935-96AB-D0C5A9CD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1529A19-AF11-40D5-9582-498BFF7F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EFECD63-5DC5-4DC5-BD0E-59EFEA54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0141206-728D-4E06-903A-91FA3D8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41AF1F0-53EC-4BAB-8B65-24A6598C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485903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3FF84D1-B168-4A55-99C4-51415E5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4867F61-0CE6-4352-8ACA-76AF45D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F689711-5C94-47A9-81B2-76BFB6B4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4470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6FA0DE80-B344-49BC-AAEA-329AF807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7D32017-B33F-468F-AB5E-664BCD8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181E4FA-061F-490D-B4BA-DEC1F461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A508565-714E-4B10-AAED-1DDE5CA2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5E49A08-21A2-4345-9462-B39F05DC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77D891C-D8A0-4F77-84B5-73A86AE9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0AC39E8-2627-44BB-A939-2D54E66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73188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F0BDE5-2BC8-4BF5-B946-C44590F8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A37C7D8-30DD-482A-A956-F5B2057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9585CB5-4540-4404-AB7E-EEE665C7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2735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D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5F6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8611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725edb78a441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37D589B3-8AFA-4C66-B41B-1053EF00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F6B9CB56-8CBD-4673-BA9D-E377D527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BCC58F4-E0DD-427E-99B5-87ED58E9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8467434-59D5-40DB-B295-02E5626D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49060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2026-09-25T07:45:12.4930000Z</dcterms:created>
  <dcterms:modified xsi:type="dcterms:W3CDTF">2026-09-25T07:45:12.4930000Z</dcterms:modified>
</coreProperties>
</file>