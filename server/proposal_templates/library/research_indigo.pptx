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d889d120148b1" /><Relationship Type="http://schemas.openxmlformats.org/officeDocument/2006/relationships/extended-properties" Target="/docProps/app.xml" Id="R5bab332a9cb44039" /><Relationship Type="http://schemas.openxmlformats.org/officeDocument/2006/relationships/officeDocument" Target="/ppt/presentation.xml" Id="Ra807c3b5f00942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a32b12676f48ea"/>
  </p:sldMasterIdLst>
  <p:notesMasterIdLst>
    <p:notesMasterId xmlns:r="http://schemas.openxmlformats.org/officeDocument/2006/relationships" r:id="R80769e4f503641f2"/>
  </p:notesMasterIdLst>
  <p:sldIdLst>
    <p:sldId xmlns:r="http://schemas.openxmlformats.org/officeDocument/2006/relationships" id="256" r:id="Radd5f647cc8b4b0a"/>
    <p:sldId xmlns:r="http://schemas.openxmlformats.org/officeDocument/2006/relationships" id="257" r:id="R160bffed30724c0e"/>
    <p:sldId xmlns:r="http://schemas.openxmlformats.org/officeDocument/2006/relationships" id="258" r:id="R984218e3bc874d20"/>
    <p:sldId xmlns:r="http://schemas.openxmlformats.org/officeDocument/2006/relationships" id="259" r:id="R18f15b3e13254827"/>
    <p:sldId xmlns:r="http://schemas.openxmlformats.org/officeDocument/2006/relationships" id="260" r:id="R27060d5ad6f84585"/>
    <p:sldId xmlns:r="http://schemas.openxmlformats.org/officeDocument/2006/relationships" id="261" r:id="R830b06ad64114704"/>
    <p:sldId xmlns:r="http://schemas.openxmlformats.org/officeDocument/2006/relationships" id="262" r:id="Rbeef4eeb529347c2"/>
    <p:sldId xmlns:r="http://schemas.openxmlformats.org/officeDocument/2006/relationships" id="263" r:id="R686969d6fade4f5d"/>
    <p:sldId xmlns:r="http://schemas.openxmlformats.org/officeDocument/2006/relationships" id="264" r:id="R29b70f72ffb548ef"/>
    <p:sldId xmlns:r="http://schemas.openxmlformats.org/officeDocument/2006/relationships" id="265" r:id="R21f9ab36edd24825"/>
    <p:sldId xmlns:r="http://schemas.openxmlformats.org/officeDocument/2006/relationships" id="266" r:id="R02e54dfc4ec94c96"/>
    <p:sldId xmlns:r="http://schemas.openxmlformats.org/officeDocument/2006/relationships" id="267" r:id="R81fea6bd1a6941dc"/>
    <p:sldId xmlns:r="http://schemas.openxmlformats.org/officeDocument/2006/relationships" id="268" r:id="R9072a1184ddb4b1e"/>
    <p:sldId xmlns:r="http://schemas.openxmlformats.org/officeDocument/2006/relationships" id="269" r:id="R2fc9218978db457a"/>
    <p:sldId xmlns:r="http://schemas.openxmlformats.org/officeDocument/2006/relationships" id="270" r:id="Radbf3bb8bba34f06"/>
    <p:sldId xmlns:r="http://schemas.openxmlformats.org/officeDocument/2006/relationships" id="271" r:id="R0f7f76c97b1f4eef"/>
    <p:sldId xmlns:r="http://schemas.openxmlformats.org/officeDocument/2006/relationships" id="272" r:id="Ra9e0bd4076bf4a89"/>
    <p:sldId xmlns:r="http://schemas.openxmlformats.org/officeDocument/2006/relationships" id="273" r:id="R3c10189014004b05"/>
    <p:sldId xmlns:r="http://schemas.openxmlformats.org/officeDocument/2006/relationships" id="274" r:id="Ra03dc3f8527e4365"/>
    <p:sldId xmlns:r="http://schemas.openxmlformats.org/officeDocument/2006/relationships" id="275" r:id="R15c8dfbf896843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cb664b45614ec9" /><Relationship Type="http://schemas.openxmlformats.org/officeDocument/2006/relationships/slideMaster" Target="/ppt/slideMasters/slideMaster1.xml" Id="Rf9a32b12676f48ea" /><Relationship Type="http://schemas.openxmlformats.org/officeDocument/2006/relationships/notesMaster" Target="/ppt/notesMasters/notesMaster1.xml" Id="R80769e4f503641f2" /><Relationship Type="http://schemas.openxmlformats.org/officeDocument/2006/relationships/presProps" Target="/ppt/presProps.xml" Id="Rcbb68f178c90470a" /><Relationship Type="http://schemas.openxmlformats.org/officeDocument/2006/relationships/tableStyles" Target="/ppt/tableStyles.xml" Id="R08b2e11e909249dc" /><Relationship Type="http://schemas.openxmlformats.org/officeDocument/2006/relationships/slide" Target="/ppt/slides/slide1.xml" Id="Radd5f647cc8b4b0a" /><Relationship Type="http://schemas.openxmlformats.org/officeDocument/2006/relationships/slide" Target="/ppt/slides/slide2.xml" Id="R160bffed30724c0e" /><Relationship Type="http://schemas.openxmlformats.org/officeDocument/2006/relationships/slide" Target="/ppt/slides/slide3.xml" Id="R984218e3bc874d20" /><Relationship Type="http://schemas.openxmlformats.org/officeDocument/2006/relationships/slide" Target="/ppt/slides/slide4.xml" Id="R18f15b3e13254827" /><Relationship Type="http://schemas.openxmlformats.org/officeDocument/2006/relationships/slide" Target="/ppt/slides/slide5.xml" Id="R27060d5ad6f84585" /><Relationship Type="http://schemas.openxmlformats.org/officeDocument/2006/relationships/slide" Target="/ppt/slides/slide6.xml" Id="R830b06ad64114704" /><Relationship Type="http://schemas.openxmlformats.org/officeDocument/2006/relationships/slide" Target="/ppt/slides/slide7.xml" Id="Rbeef4eeb529347c2" /><Relationship Type="http://schemas.openxmlformats.org/officeDocument/2006/relationships/slide" Target="/ppt/slides/slide8.xml" Id="R686969d6fade4f5d" /><Relationship Type="http://schemas.openxmlformats.org/officeDocument/2006/relationships/slide" Target="/ppt/slides/slide9.xml" Id="R29b70f72ffb548ef" /><Relationship Type="http://schemas.openxmlformats.org/officeDocument/2006/relationships/slide" Target="/ppt/slides/slide10.xml" Id="R21f9ab36edd24825" /><Relationship Type="http://schemas.openxmlformats.org/officeDocument/2006/relationships/slide" Target="/ppt/slides/slide11.xml" Id="R02e54dfc4ec94c96" /><Relationship Type="http://schemas.openxmlformats.org/officeDocument/2006/relationships/slide" Target="/ppt/slides/slide12.xml" Id="R81fea6bd1a6941dc" /><Relationship Type="http://schemas.openxmlformats.org/officeDocument/2006/relationships/slide" Target="/ppt/slides/slide13.xml" Id="R9072a1184ddb4b1e" /><Relationship Type="http://schemas.openxmlformats.org/officeDocument/2006/relationships/slide" Target="/ppt/slides/slide14.xml" Id="R2fc9218978db457a" /><Relationship Type="http://schemas.openxmlformats.org/officeDocument/2006/relationships/slide" Target="/ppt/slides/slide15.xml" Id="Radbf3bb8bba34f06" /><Relationship Type="http://schemas.openxmlformats.org/officeDocument/2006/relationships/slide" Target="/ppt/slides/slide16.xml" Id="R0f7f76c97b1f4eef" /><Relationship Type="http://schemas.openxmlformats.org/officeDocument/2006/relationships/slide" Target="/ppt/slides/slide17.xml" Id="Ra9e0bd4076bf4a89" /><Relationship Type="http://schemas.openxmlformats.org/officeDocument/2006/relationships/slide" Target="/ppt/slides/slide18.xml" Id="R3c10189014004b05" /><Relationship Type="http://schemas.openxmlformats.org/officeDocument/2006/relationships/slide" Target="/ppt/slides/slide19.xml" Id="Ra03dc3f8527e4365" /><Relationship Type="http://schemas.openxmlformats.org/officeDocument/2006/relationships/slide" Target="/ppt/slides/slide20.xml" Id="R15c8dfbf896843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2255b0d972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72766d73a4635" /><Relationship Type="http://schemas.openxmlformats.org/officeDocument/2006/relationships/notesMaster" Target="/ppt/notesMasters/notesMaster1.xml" Id="R1e2dc1a094e3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6cbd8ec5b4667" /><Relationship Type="http://schemas.openxmlformats.org/officeDocument/2006/relationships/notesMaster" Target="/ppt/notesMasters/notesMaster1.xml" Id="R8974d32afc71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5f4d5474c648c3" /><Relationship Type="http://schemas.openxmlformats.org/officeDocument/2006/relationships/notesMaster" Target="/ppt/notesMasters/notesMaster1.xml" Id="R9c64373ecffd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3727699b44ae8" /><Relationship Type="http://schemas.openxmlformats.org/officeDocument/2006/relationships/notesMaster" Target="/ppt/notesMasters/notesMaster1.xml" Id="R3160d70fe8bb40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b35c2926fe498a" /><Relationship Type="http://schemas.openxmlformats.org/officeDocument/2006/relationships/notesMaster" Target="/ppt/notesMasters/notesMaster1.xml" Id="R7fe4592d4b034e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4c65755e3f4e52" /><Relationship Type="http://schemas.openxmlformats.org/officeDocument/2006/relationships/notesMaster" Target="/ppt/notesMasters/notesMaster1.xml" Id="Rc47817c4774d4c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faff4117a46ab" /><Relationship Type="http://schemas.openxmlformats.org/officeDocument/2006/relationships/notesMaster" Target="/ppt/notesMasters/notesMaster1.xml" Id="R3e17aee1c80146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9374bdad544d62" /><Relationship Type="http://schemas.openxmlformats.org/officeDocument/2006/relationships/notesMaster" Target="/ppt/notesMasters/notesMaster1.xml" Id="R7708979ae01d4c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118a786bfd4d47" /><Relationship Type="http://schemas.openxmlformats.org/officeDocument/2006/relationships/notesMaster" Target="/ppt/notesMasters/notesMaster1.xml" Id="Rd787985ba03b42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3f4e32ec744961" /><Relationship Type="http://schemas.openxmlformats.org/officeDocument/2006/relationships/notesMaster" Target="/ppt/notesMasters/notesMaster1.xml" Id="R34dbe210aa1040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c5a2d841124df3" /><Relationship Type="http://schemas.openxmlformats.org/officeDocument/2006/relationships/notesMaster" Target="/ppt/notesMasters/notesMaster1.xml" Id="Rd81f6cc0e51748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ba1615592e4ac6" /><Relationship Type="http://schemas.openxmlformats.org/officeDocument/2006/relationships/notesMaster" Target="/ppt/notesMasters/notesMaster1.xml" Id="R52cb3ac61e574a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9b367c85d34a55" /><Relationship Type="http://schemas.openxmlformats.org/officeDocument/2006/relationships/notesMaster" Target="/ppt/notesMasters/notesMaster1.xml" Id="R5dd13a2cba2a41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827445e22944ae" /><Relationship Type="http://schemas.openxmlformats.org/officeDocument/2006/relationships/notesMaster" Target="/ppt/notesMasters/notesMaster1.xml" Id="Rfc645e49610b4f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84d20915c64433" /><Relationship Type="http://schemas.openxmlformats.org/officeDocument/2006/relationships/notesMaster" Target="/ppt/notesMasters/notesMaster1.xml" Id="R8f23fb84601a44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3e3ed8fb7a4f5c" /><Relationship Type="http://schemas.openxmlformats.org/officeDocument/2006/relationships/notesMaster" Target="/ppt/notesMasters/notesMaster1.xml" Id="R4258072ed6f94c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b289b9bf9a4e0b" /><Relationship Type="http://schemas.openxmlformats.org/officeDocument/2006/relationships/notesMaster" Target="/ppt/notesMasters/notesMaster1.xml" Id="R746f87178b7246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53ebf8e2f7424e" /><Relationship Type="http://schemas.openxmlformats.org/officeDocument/2006/relationships/notesMaster" Target="/ppt/notesMasters/notesMaster1.xml" Id="R783fa6274d9240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4cb389bcc74770" /><Relationship Type="http://schemas.openxmlformats.org/officeDocument/2006/relationships/notesMaster" Target="/ppt/notesMasters/notesMaster1.xml" Id="Rc2e6c57e18584b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26ad33f5214eae" /><Relationship Type="http://schemas.openxmlformats.org/officeDocument/2006/relationships/notesMaster" Target="/ppt/notesMasters/notesMaster1.xml" Id="R645c39f3fc0f42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리서치 인디고.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f5fe9db5648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92d9eafca64478" /><Relationship Type="http://schemas.openxmlformats.org/officeDocument/2006/relationships/slideLayout" Target="/ppt/slideLayouts/slideLayout1.xml" Id="R1a1805bd239f4c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1805bd239f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c685f56c44e2c" /><Relationship Type="http://schemas.openxmlformats.org/officeDocument/2006/relationships/image" Target="/ppt/media/image.png" Id="Rd30bc0794f86455f" /><Relationship Type="http://schemas.openxmlformats.org/officeDocument/2006/relationships/notesSlide" Target="/ppt/notesSlides/notesSlide1.xml" Id="R131063ad24e6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070cad0a4435b" /><Relationship Type="http://schemas.openxmlformats.org/officeDocument/2006/relationships/notesSlide" Target="/ppt/notesSlides/notesSlide2.xml" Id="R73c5283a197f45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a6cfd5f16470f" /><Relationship Type="http://schemas.openxmlformats.org/officeDocument/2006/relationships/notesSlide" Target="/ppt/notesSlides/notesSlide3.xml" Id="R170b39031fef46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4e826dfbf4889" /><Relationship Type="http://schemas.openxmlformats.org/officeDocument/2006/relationships/notesSlide" Target="/ppt/notesSlides/notesSlide4.xml" Id="Rfb5494e482624d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b22eee91f46f3" /><Relationship Type="http://schemas.openxmlformats.org/officeDocument/2006/relationships/notesSlide" Target="/ppt/notesSlides/notesSlide5.xml" Id="R6bf9c4a9edf64e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b1c743b824e9d" /><Relationship Type="http://schemas.openxmlformats.org/officeDocument/2006/relationships/notesSlide" Target="/ppt/notesSlides/notesSlide6.xml" Id="Rae31ac440d244d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e8817dc7e43c5" /><Relationship Type="http://schemas.openxmlformats.org/officeDocument/2006/relationships/notesSlide" Target="/ppt/notesSlides/notesSlide7.xml" Id="Rfcb7676bf0fb40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718d7ac834a66" /><Relationship Type="http://schemas.openxmlformats.org/officeDocument/2006/relationships/notesSlide" Target="/ppt/notesSlides/notesSlide8.xml" Id="Re425871c7c8548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3d79a69d14389" /><Relationship Type="http://schemas.openxmlformats.org/officeDocument/2006/relationships/notesSlide" Target="/ppt/notesSlides/notesSlide9.xml" Id="Rccddb53ff13d48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70f23a3b9490a" /><Relationship Type="http://schemas.openxmlformats.org/officeDocument/2006/relationships/notesSlide" Target="/ppt/notesSlides/notesSlide10.xml" Id="R2185503d5d1043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5b1ae063e4f4e" /><Relationship Type="http://schemas.openxmlformats.org/officeDocument/2006/relationships/notesSlide" Target="/ppt/notesSlides/notesSlide11.xml" Id="Rf6667b2b9c4a4d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9071dd297495a" /><Relationship Type="http://schemas.openxmlformats.org/officeDocument/2006/relationships/notesSlide" Target="/ppt/notesSlides/notesSlide12.xml" Id="R7958065173724c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a2004bd694a81" /><Relationship Type="http://schemas.openxmlformats.org/officeDocument/2006/relationships/notesSlide" Target="/ppt/notesSlides/notesSlide13.xml" Id="Red8a191d5a8c40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2f1e6e4ff481e" /><Relationship Type="http://schemas.openxmlformats.org/officeDocument/2006/relationships/notesSlide" Target="/ppt/notesSlides/notesSlide14.xml" Id="R27c7fd276f704e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389d4740842a6" /><Relationship Type="http://schemas.openxmlformats.org/officeDocument/2006/relationships/notesSlide" Target="/ppt/notesSlides/notesSlide15.xml" Id="Re6052e44416643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105ba624e44e5" /><Relationship Type="http://schemas.openxmlformats.org/officeDocument/2006/relationships/notesSlide" Target="/ppt/notesSlides/notesSlide16.xml" Id="Rc1a619935cbc44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b283f497f4061" /><Relationship Type="http://schemas.openxmlformats.org/officeDocument/2006/relationships/notesSlide" Target="/ppt/notesSlides/notesSlide17.xml" Id="R929ed93392224e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dd41c3371472e" /><Relationship Type="http://schemas.openxmlformats.org/officeDocument/2006/relationships/notesSlide" Target="/ppt/notesSlides/notesSlide18.xml" Id="R5dfdb184d0484b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446aaa0674e8e" /><Relationship Type="http://schemas.openxmlformats.org/officeDocument/2006/relationships/notesSlide" Target="/ppt/notesSlides/notesSlide19.xml" Id="R193b7e9ff8ca4c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e38609ab436d" /><Relationship Type="http://schemas.openxmlformats.org/officeDocument/2006/relationships/image" Target="/ppt/media/image2.png" Id="R56c3573caf184dbf" /><Relationship Type="http://schemas.openxmlformats.org/officeDocument/2006/relationships/notesSlide" Target="/ppt/notesSlides/notesSlide20.xml" Id="Rd4cb0593ad4749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bc0794f8645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EBB84F6B-D6C9-4240-A3EA-D3143BEA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E69740-5496-4668-A023-9AC20AB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462081C-8983-4146-AC52-4A70D23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DBB0E16-8987-4618-936D-160E0ACB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74562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687014F-D3E5-4341-83C5-4BD08215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CBAB0F8-F0B0-458F-A9F9-C9FF9538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9BEB23D-3DCA-436E-A4B6-43616F37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13B170A-B324-4A52-A595-CB8FE1E2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B0B4DEB-E8A2-4221-BED2-0B65F22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992F43A-BAAF-41EC-8BE2-763F433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340827F-D493-45E6-8670-8D260220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F81DE04-B1E1-441F-AD7C-75E48F7E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179F112-9590-449A-A671-E60D03D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30F51DC-757D-474B-8558-09A957B4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40511AD-F455-44C2-89B8-56ABAEC8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342944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274D30AB-84E2-4154-A4B8-C37609D5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D891F1C-6B29-4546-8D49-A6AF69F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432E82B-F14D-47EE-B68A-B447555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FF8F9AE-8964-4B17-92B0-BA5915E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7FE19E9-533B-4D85-AE5E-BE00B5B9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614DD8C-FEFC-4A24-8D54-AE7492E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04EEF4A-064B-4A3C-AD65-E4FCB1C7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98F8745-5600-4AF2-8E7E-6042748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EBB4B50-887B-411F-9FA1-50BBB2CF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5990728-F534-46EF-8C35-6932A58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39502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F6E053E0-9626-4770-8EF8-CD3891E2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37E2286-F2F3-456D-9482-82E583A9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2947B3A-13FD-4CC2-A4A2-1C7AE706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0C2DD64-E993-4D56-8BF4-3110F73E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B08617B-5205-4B97-9775-AC1511A2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4BA7801-E45A-417E-89FF-4E3658F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86C9B57-CDB4-45C4-BC79-D44ABB1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79975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71FF870B-DE74-4CB5-9E5F-592FF81C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73CDA6F-8793-4E50-955B-EC6DCF9A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AAA06AF-0256-42B7-8157-859A7DF2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C9A7B81-71B4-4D72-9FA4-478293E1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3D83D0D-D3AB-4854-B7DE-FE8D7412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80940A-7AC3-4E7F-B776-585FC298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AB01D67-88B0-4E20-92B6-134906C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1A26A68-2B82-44F5-BF7D-44C4434A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17872E4-3945-4D3D-999C-B4085ABF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09202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989F442-9E53-4C68-8D8D-EF243C5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1902E6F-2D15-4E47-87CD-B6A4FAA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DF32C43-BA31-4D62-9837-816AF573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241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F6BAEBD-E8C1-4534-BC33-EC9B1C59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6B45A27-B09C-43E1-B6B5-BFEA8A43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81A6A9A-5CF3-4DA2-A633-3D0D7D2E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661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4C05F0BD-8B4D-4AAC-9268-A80C050B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C764F3E-62B5-4F5F-B527-DCD7E3A5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7C059E8-C5DC-4F09-860C-4E098368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03190DF-66E3-4C82-A2D5-7377DDA2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5042A63-4EC0-4868-8A06-4B323F72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E880611-EA57-4C31-931C-24FBF577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81938D6-72DA-4724-9CEC-FAE5785F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3052E4B-B936-4D8E-A994-5EC56342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B119501-E162-47F8-B490-D47781E5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11589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FBE6E16D-800D-416A-89F1-8B55A699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23E5CD5-8EBB-49B8-8186-6C8C0EE7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60FF858-9D60-4C21-B0B0-7D819C48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952277D-27AB-4C67-85B2-C362FD88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A7C5BB0-8CD6-45FA-990E-3499640A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CB6437-90C3-44A0-A33C-69FBBCE7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2BD3F3B-94AF-41C7-B339-3CF24DF7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C6986D4-C11A-4CE5-88EC-A25835AD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9F2D6A3-B3A6-4989-859C-9760EFA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E9DCBBB-784F-43F3-A8D7-5E2C929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351AE24-BFBB-4FB4-B1D0-67CAA0E4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BD5C60B-4880-4910-9107-6B329BC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3AAA97C-0582-4071-A65F-2034B014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6C02EB1C-8A66-48BF-9806-4A34A63A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19EA98D0-1F80-4575-8840-99703FBF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82153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129E5CBC-DA41-40AB-B7ED-17E6E2C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E22C576-2C9D-4C12-BD6C-4F8C08D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8A37705-5C54-4165-8347-1789A44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7F608A1-6693-4936-A1C9-ACD735D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C7A354-D32A-4E4F-9934-4DEEA022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38A0D9-3E3D-4149-A13F-FE826B91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F8B93F5-442D-435B-9D58-9F64C630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02749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3D577A9-E0EE-4803-8D2E-CC493D2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5BCD514-B71F-4A46-BE7B-0ABE7133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CE79BB8-74E7-4A40-81B9-B29C3594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91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1462010-BE86-444E-8E80-78C41792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E95FB3C-577A-4E4C-BAF8-2B8E6547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D27DFA4-9B74-4093-AEF8-18CBF9E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8029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2CF9861A-F338-4C87-8CA2-D37D5F26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D638B7A-1D48-4368-A1EF-9A91EB7D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46C69F1-8929-47C4-A547-EA2E7D90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A7DED89-3F45-41F9-A4F1-9BBA15EB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BB2E649-DC23-4729-AC4D-7E0737A1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58392CE-C1DC-4A64-8FDC-61CD76B9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AFCB765-195D-4D53-9774-2E32F5CC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5F6F517-9903-4626-8BC0-C9D30F6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B171690-14BC-42FB-A105-8C10332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71ECDFF-48A3-4C2E-8B3C-4C87F2D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682CC7E3-4B92-4D37-ADD5-014C0F9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FB8D7B1-8CB0-488F-9E58-0A5805B8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76EAE8E-3079-42E1-BA0B-D9187746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350F8F54-9B2B-4FD5-92F0-2DBE7941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4BB71AB5-BC06-4C82-BE1C-8F8D244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7887009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849D2B77-5C4A-4EC9-93F6-5AD522EC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CBDCE3A-DBA3-41EC-816F-ECEF2460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BD9769F-3B77-4FC7-9C9E-E780E400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3E2572D-5B45-4004-9F58-E1A40DBA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90EA53F-2791-4D05-A1A2-D6D45800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8D84900-BB4C-49AF-AC87-7F4FEE5D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1C46482-E180-41A6-ADAA-D72679A1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4DDCDEA-467C-4822-8844-B671607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E03AAC2-EE35-4294-95DC-B137382B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229870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C854EE9-3243-4AA3-8C93-765989D4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8895E08-FFA1-4497-A297-A320328B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DFC1597-3E6E-4EDE-A128-6B8F1226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2731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E594712E-6A42-4104-A5C2-FE7C1606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4FDC89C-0E7B-43FE-8C8A-D719E39D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53208BC-94B2-45B5-B13C-F56DA831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FF71CD9-9A2E-4A05-A1CA-F507BDE2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F054F8C-D069-4630-8687-B2D3241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3FD93E5-33B0-4B53-BAA2-19720533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03618E1-C072-45BB-92EC-69744D81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568998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0BEB03D-DCEC-4C7C-B167-CCF1972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9B4CAB4-D2E7-4CE5-B79E-F69D449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58B4058-44FF-4625-8C60-2B37DD0D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4320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0837DCF1-B259-4219-AB6F-C2D0579C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042E174-5898-4089-82DC-02B967CE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C985762-329D-4C3D-8F45-429EDECE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958DD35-32BB-420D-A554-4AD0EAD2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5DB1D2F-843A-4389-91B0-783381E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ABC26B9-A17E-4BF8-ABBF-D013788B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7787E38-B494-4811-BB8A-5D83E1EB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265100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4B215F8-FDE3-4402-84EE-DF784134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B58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44B45B5-B95D-4B5B-900D-73CF3E7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6AC435D-BC04-453E-8C3A-CFA80D17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4BA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5A4BA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EA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02B5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8063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3573caf184db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B43F26A9-2BED-44FD-90EB-C2C4371F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33B5D230-3193-474C-9E9D-6828FC58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0D1BCF6-5EFB-486F-8F80-7098EF5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2407B6A-A9B9-4B2B-924C-08FF7641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34544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2026-09-25T07:45:27.4700000Z</dcterms:created>
  <dcterms:modified xsi:type="dcterms:W3CDTF">2026-09-25T07:45:27.4700000Z</dcterms:modified>
</coreProperties>
</file>