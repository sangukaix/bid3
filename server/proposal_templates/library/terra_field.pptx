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9406680e734364" /><Relationship Type="http://schemas.openxmlformats.org/officeDocument/2006/relationships/extended-properties" Target="/docProps/app.xml" Id="R010833523e924137" /><Relationship Type="http://schemas.openxmlformats.org/officeDocument/2006/relationships/officeDocument" Target="/ppt/presentation.xml" Id="R301d2790f22147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6161e35fb04d7d"/>
  </p:sldMasterIdLst>
  <p:notesMasterIdLst>
    <p:notesMasterId xmlns:r="http://schemas.openxmlformats.org/officeDocument/2006/relationships" r:id="R8f673b09624c4987"/>
  </p:notesMasterIdLst>
  <p:sldIdLst>
    <p:sldId xmlns:r="http://schemas.openxmlformats.org/officeDocument/2006/relationships" id="256" r:id="Rcdd30702b2af47ca"/>
    <p:sldId xmlns:r="http://schemas.openxmlformats.org/officeDocument/2006/relationships" id="257" r:id="Rf289cfd88fa84f77"/>
    <p:sldId xmlns:r="http://schemas.openxmlformats.org/officeDocument/2006/relationships" id="258" r:id="R2b2acc32f8884ce9"/>
    <p:sldId xmlns:r="http://schemas.openxmlformats.org/officeDocument/2006/relationships" id="259" r:id="R94cf727ff1854add"/>
    <p:sldId xmlns:r="http://schemas.openxmlformats.org/officeDocument/2006/relationships" id="260" r:id="R88d159590c014517"/>
    <p:sldId xmlns:r="http://schemas.openxmlformats.org/officeDocument/2006/relationships" id="261" r:id="Rd54a2b0b246f472d"/>
    <p:sldId xmlns:r="http://schemas.openxmlformats.org/officeDocument/2006/relationships" id="262" r:id="Rfbe7de733e124b24"/>
    <p:sldId xmlns:r="http://schemas.openxmlformats.org/officeDocument/2006/relationships" id="263" r:id="R99d6f129d0134aa2"/>
    <p:sldId xmlns:r="http://schemas.openxmlformats.org/officeDocument/2006/relationships" id="264" r:id="Rb25c627fcbb040d7"/>
    <p:sldId xmlns:r="http://schemas.openxmlformats.org/officeDocument/2006/relationships" id="265" r:id="Rf481d4eb0fb14b9b"/>
    <p:sldId xmlns:r="http://schemas.openxmlformats.org/officeDocument/2006/relationships" id="266" r:id="R080d589e41844c02"/>
    <p:sldId xmlns:r="http://schemas.openxmlformats.org/officeDocument/2006/relationships" id="267" r:id="Rda37dac9baa7402c"/>
    <p:sldId xmlns:r="http://schemas.openxmlformats.org/officeDocument/2006/relationships" id="268" r:id="Ra3b8e2e1d9d44d5d"/>
    <p:sldId xmlns:r="http://schemas.openxmlformats.org/officeDocument/2006/relationships" id="269" r:id="R7fdae979deb44739"/>
    <p:sldId xmlns:r="http://schemas.openxmlformats.org/officeDocument/2006/relationships" id="270" r:id="R4b7f095d1d594a50"/>
    <p:sldId xmlns:r="http://schemas.openxmlformats.org/officeDocument/2006/relationships" id="271" r:id="R511b8baa618149cd"/>
    <p:sldId xmlns:r="http://schemas.openxmlformats.org/officeDocument/2006/relationships" id="272" r:id="Rae62a07987d34d46"/>
    <p:sldId xmlns:r="http://schemas.openxmlformats.org/officeDocument/2006/relationships" id="273" r:id="R099d04af564a4c74"/>
    <p:sldId xmlns:r="http://schemas.openxmlformats.org/officeDocument/2006/relationships" id="274" r:id="R0e75c1eeb4ff478c"/>
    <p:sldId xmlns:r="http://schemas.openxmlformats.org/officeDocument/2006/relationships" id="275" r:id="R734aa3a02da841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f897d56c3d452e" /><Relationship Type="http://schemas.openxmlformats.org/officeDocument/2006/relationships/slideMaster" Target="/ppt/slideMasters/slideMaster1.xml" Id="R9b6161e35fb04d7d" /><Relationship Type="http://schemas.openxmlformats.org/officeDocument/2006/relationships/notesMaster" Target="/ppt/notesMasters/notesMaster1.xml" Id="R8f673b09624c4987" /><Relationship Type="http://schemas.openxmlformats.org/officeDocument/2006/relationships/presProps" Target="/ppt/presProps.xml" Id="Rd7809650a77e49d2" /><Relationship Type="http://schemas.openxmlformats.org/officeDocument/2006/relationships/tableStyles" Target="/ppt/tableStyles.xml" Id="R211c86dec2614f7b" /><Relationship Type="http://schemas.openxmlformats.org/officeDocument/2006/relationships/slide" Target="/ppt/slides/slide1.xml" Id="Rcdd30702b2af47ca" /><Relationship Type="http://schemas.openxmlformats.org/officeDocument/2006/relationships/slide" Target="/ppt/slides/slide2.xml" Id="Rf289cfd88fa84f77" /><Relationship Type="http://schemas.openxmlformats.org/officeDocument/2006/relationships/slide" Target="/ppt/slides/slide3.xml" Id="R2b2acc32f8884ce9" /><Relationship Type="http://schemas.openxmlformats.org/officeDocument/2006/relationships/slide" Target="/ppt/slides/slide4.xml" Id="R94cf727ff1854add" /><Relationship Type="http://schemas.openxmlformats.org/officeDocument/2006/relationships/slide" Target="/ppt/slides/slide5.xml" Id="R88d159590c014517" /><Relationship Type="http://schemas.openxmlformats.org/officeDocument/2006/relationships/slide" Target="/ppt/slides/slide6.xml" Id="Rd54a2b0b246f472d" /><Relationship Type="http://schemas.openxmlformats.org/officeDocument/2006/relationships/slide" Target="/ppt/slides/slide7.xml" Id="Rfbe7de733e124b24" /><Relationship Type="http://schemas.openxmlformats.org/officeDocument/2006/relationships/slide" Target="/ppt/slides/slide8.xml" Id="R99d6f129d0134aa2" /><Relationship Type="http://schemas.openxmlformats.org/officeDocument/2006/relationships/slide" Target="/ppt/slides/slide9.xml" Id="Rb25c627fcbb040d7" /><Relationship Type="http://schemas.openxmlformats.org/officeDocument/2006/relationships/slide" Target="/ppt/slides/slide10.xml" Id="Rf481d4eb0fb14b9b" /><Relationship Type="http://schemas.openxmlformats.org/officeDocument/2006/relationships/slide" Target="/ppt/slides/slide11.xml" Id="R080d589e41844c02" /><Relationship Type="http://schemas.openxmlformats.org/officeDocument/2006/relationships/slide" Target="/ppt/slides/slide12.xml" Id="Rda37dac9baa7402c" /><Relationship Type="http://schemas.openxmlformats.org/officeDocument/2006/relationships/slide" Target="/ppt/slides/slide13.xml" Id="Ra3b8e2e1d9d44d5d" /><Relationship Type="http://schemas.openxmlformats.org/officeDocument/2006/relationships/slide" Target="/ppt/slides/slide14.xml" Id="R7fdae979deb44739" /><Relationship Type="http://schemas.openxmlformats.org/officeDocument/2006/relationships/slide" Target="/ppt/slides/slide15.xml" Id="R4b7f095d1d594a50" /><Relationship Type="http://schemas.openxmlformats.org/officeDocument/2006/relationships/slide" Target="/ppt/slides/slide16.xml" Id="R511b8baa618149cd" /><Relationship Type="http://schemas.openxmlformats.org/officeDocument/2006/relationships/slide" Target="/ppt/slides/slide17.xml" Id="Rae62a07987d34d46" /><Relationship Type="http://schemas.openxmlformats.org/officeDocument/2006/relationships/slide" Target="/ppt/slides/slide18.xml" Id="R099d04af564a4c74" /><Relationship Type="http://schemas.openxmlformats.org/officeDocument/2006/relationships/slide" Target="/ppt/slides/slide19.xml" Id="R0e75c1eeb4ff478c" /><Relationship Type="http://schemas.openxmlformats.org/officeDocument/2006/relationships/slide" Target="/ppt/slides/slide20.xml" Id="R734aa3a02da841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8b48500734f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43172d35a34eb7" /><Relationship Type="http://schemas.openxmlformats.org/officeDocument/2006/relationships/notesMaster" Target="/ppt/notesMasters/notesMaster1.xml" Id="R734d37718a454d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5d4053d14544b6" /><Relationship Type="http://schemas.openxmlformats.org/officeDocument/2006/relationships/notesMaster" Target="/ppt/notesMasters/notesMaster1.xml" Id="R61fdb67193a945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4d4e7d77e94005" /><Relationship Type="http://schemas.openxmlformats.org/officeDocument/2006/relationships/notesMaster" Target="/ppt/notesMasters/notesMaster1.xml" Id="R9e8ac16aa2c44c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d7ecc6c0fe405d" /><Relationship Type="http://schemas.openxmlformats.org/officeDocument/2006/relationships/notesMaster" Target="/ppt/notesMasters/notesMaster1.xml" Id="Rc1b4800a9f6643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9a6f5146714003" /><Relationship Type="http://schemas.openxmlformats.org/officeDocument/2006/relationships/notesMaster" Target="/ppt/notesMasters/notesMaster1.xml" Id="R1e2f3c480bd044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5bace20d7848df" /><Relationship Type="http://schemas.openxmlformats.org/officeDocument/2006/relationships/notesMaster" Target="/ppt/notesMasters/notesMaster1.xml" Id="Ra4c0092564434a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ca1b1183a04330" /><Relationship Type="http://schemas.openxmlformats.org/officeDocument/2006/relationships/notesMaster" Target="/ppt/notesMasters/notesMaster1.xml" Id="R0ad0ebd7a0bd4d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4bc5b5f3cc4c63" /><Relationship Type="http://schemas.openxmlformats.org/officeDocument/2006/relationships/notesMaster" Target="/ppt/notesMasters/notesMaster1.xml" Id="R3ddbd913d66c4fc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cd2c2702464393" /><Relationship Type="http://schemas.openxmlformats.org/officeDocument/2006/relationships/notesMaster" Target="/ppt/notesMasters/notesMaster1.xml" Id="R38b60dca51514f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13fb9a3b5c4e97" /><Relationship Type="http://schemas.openxmlformats.org/officeDocument/2006/relationships/notesMaster" Target="/ppt/notesMasters/notesMaster1.xml" Id="R60007e46c22248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7239c4dbd524aa1" /><Relationship Type="http://schemas.openxmlformats.org/officeDocument/2006/relationships/notesMaster" Target="/ppt/notesMasters/notesMaster1.xml" Id="R7eefa08e79f346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889755471042cf" /><Relationship Type="http://schemas.openxmlformats.org/officeDocument/2006/relationships/notesMaster" Target="/ppt/notesMasters/notesMaster1.xml" Id="R111598dae3e54a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5da9f7936f4857" /><Relationship Type="http://schemas.openxmlformats.org/officeDocument/2006/relationships/notesMaster" Target="/ppt/notesMasters/notesMaster1.xml" Id="Rda3ded6317a7401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5dcee04eba45a4" /><Relationship Type="http://schemas.openxmlformats.org/officeDocument/2006/relationships/notesMaster" Target="/ppt/notesMasters/notesMaster1.xml" Id="Reab1e55b1bcf4f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6c8852673c44a4" /><Relationship Type="http://schemas.openxmlformats.org/officeDocument/2006/relationships/notesMaster" Target="/ppt/notesMasters/notesMaster1.xml" Id="R48bae39b119a4b7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0a1dbf25dc34b18" /><Relationship Type="http://schemas.openxmlformats.org/officeDocument/2006/relationships/notesMaster" Target="/ppt/notesMasters/notesMaster1.xml" Id="Rde842da486bf4d7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42b0426259474e" /><Relationship Type="http://schemas.openxmlformats.org/officeDocument/2006/relationships/notesMaster" Target="/ppt/notesMasters/notesMaster1.xml" Id="Rf7de7db003b141f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d03312683ac43f3" /><Relationship Type="http://schemas.openxmlformats.org/officeDocument/2006/relationships/notesMaster" Target="/ppt/notesMasters/notesMaster1.xml" Id="Rf52172a99ac0446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55e4807d1448b3" /><Relationship Type="http://schemas.openxmlformats.org/officeDocument/2006/relationships/notesMaster" Target="/ppt/notesMasters/notesMaster1.xml" Id="R4e49c46f08b946c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d99e692ca8c4d35" /><Relationship Type="http://schemas.openxmlformats.org/officeDocument/2006/relationships/notesMaster" Target="/ppt/notesMasters/notesMaster1.xml" Id="Rdddae50fbe9a48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cover.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contents.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summary.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problem.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objective.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compliance.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evaluation.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strategy.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process.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domain.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timeline.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organization.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governance.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quality.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risk.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security.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metrics.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evidence.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outcomes.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BID3 original template: 테라 필드. Role: closing. Example fields are not verified project facts. Replace only with evidence from the selected notice and company documents. No external template assets included.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4006c8faa4e9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0de8ac1a5e42e7" /><Relationship Type="http://schemas.openxmlformats.org/officeDocument/2006/relationships/slideLayout" Target="/ppt/slideLayouts/slideLayout1.xml" Id="R6fb77b06a9c445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fb77b06a9c445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3bfc5b0a324d76" /><Relationship Type="http://schemas.openxmlformats.org/officeDocument/2006/relationships/image" Target="/ppt/media/image.png" Id="R30c945647c5b456c" /><Relationship Type="http://schemas.openxmlformats.org/officeDocument/2006/relationships/notesSlide" Target="/ppt/notesSlides/notesSlide1.xml" Id="R66c9c58051d947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0213c91f9407f" /><Relationship Type="http://schemas.openxmlformats.org/officeDocument/2006/relationships/notesSlide" Target="/ppt/notesSlides/notesSlide2.xml" Id="R892e83d8cedd42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9b8fb39bc40db" /><Relationship Type="http://schemas.openxmlformats.org/officeDocument/2006/relationships/notesSlide" Target="/ppt/notesSlides/notesSlide3.xml" Id="R4c0c0953a4584d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c60585cde4aa0" /><Relationship Type="http://schemas.openxmlformats.org/officeDocument/2006/relationships/notesSlide" Target="/ppt/notesSlides/notesSlide4.xml" Id="R5e8ad7da3f2e49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b5936d89f400b" /><Relationship Type="http://schemas.openxmlformats.org/officeDocument/2006/relationships/notesSlide" Target="/ppt/notesSlides/notesSlide5.xml" Id="R0325aa76a51546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d096c85ad4173" /><Relationship Type="http://schemas.openxmlformats.org/officeDocument/2006/relationships/notesSlide" Target="/ppt/notesSlides/notesSlide6.xml" Id="Ra7ea9b5b225a46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f7f14209e499a" /><Relationship Type="http://schemas.openxmlformats.org/officeDocument/2006/relationships/notesSlide" Target="/ppt/notesSlides/notesSlide7.xml" Id="R4b35d05241fb46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2a2348c7c458b" /><Relationship Type="http://schemas.openxmlformats.org/officeDocument/2006/relationships/notesSlide" Target="/ppt/notesSlides/notesSlide8.xml" Id="R2e086fc9c9f147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394e145eb47b4" /><Relationship Type="http://schemas.openxmlformats.org/officeDocument/2006/relationships/notesSlide" Target="/ppt/notesSlides/notesSlide9.xml" Id="Rd85f858bcf504e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d802380c64bd3" /><Relationship Type="http://schemas.openxmlformats.org/officeDocument/2006/relationships/notesSlide" Target="/ppt/notesSlides/notesSlide10.xml" Id="Rfe98d10ec6bc44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294a97f6a418e" /><Relationship Type="http://schemas.openxmlformats.org/officeDocument/2006/relationships/notesSlide" Target="/ppt/notesSlides/notesSlide11.xml" Id="R703987c8c2ab4e9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4fa9572dce40a3" /><Relationship Type="http://schemas.openxmlformats.org/officeDocument/2006/relationships/notesSlide" Target="/ppt/notesSlides/notesSlide12.xml" Id="R43f18523d92947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9ee8ccca74064" /><Relationship Type="http://schemas.openxmlformats.org/officeDocument/2006/relationships/notesSlide" Target="/ppt/notesSlides/notesSlide13.xml" Id="R6f04aa15a1194e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a33cc691d4bf2" /><Relationship Type="http://schemas.openxmlformats.org/officeDocument/2006/relationships/notesSlide" Target="/ppt/notesSlides/notesSlide14.xml" Id="R5464411c039948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0209b2e154797" /><Relationship Type="http://schemas.openxmlformats.org/officeDocument/2006/relationships/notesSlide" Target="/ppt/notesSlides/notesSlide15.xml" Id="R8cb27db004ea4f4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ee796c3634050" /><Relationship Type="http://schemas.openxmlformats.org/officeDocument/2006/relationships/notesSlide" Target="/ppt/notesSlides/notesSlide16.xml" Id="Re26d90c534744b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79d819208492e" /><Relationship Type="http://schemas.openxmlformats.org/officeDocument/2006/relationships/notesSlide" Target="/ppt/notesSlides/notesSlide17.xml" Id="R513d95c0f8c24f8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1054a29c742f3" /><Relationship Type="http://schemas.openxmlformats.org/officeDocument/2006/relationships/notesSlide" Target="/ppt/notesSlides/notesSlide18.xml" Id="Re028e8c5cc45449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6a6585d334c68" /><Relationship Type="http://schemas.openxmlformats.org/officeDocument/2006/relationships/notesSlide" Target="/ppt/notesSlides/notesSlide19.xml" Id="R0d89146d3ef5477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3b97c852d49ec" /><Relationship Type="http://schemas.openxmlformats.org/officeDocument/2006/relationships/image" Target="/ppt/media/image2.png" Id="Rce470b4e66d14391" /><Relationship Type="http://schemas.openxmlformats.org/officeDocument/2006/relationships/notesSlide" Target="/ppt/notesSlides/notesSlide20.xml" Id="R8d9552354aa6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945647c5b456c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C7ECB8DE-2733-4FCF-9B91-81EF487A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사업 제안서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55306A38-18BF-4374-A351-3A0BD11E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[사업명]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81FD1E6-4797-466D-8077-4DA28404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발주기관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3F235D8-7E83-4618-AAD9-10E11667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제안사 확인 필요 · 제출일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26483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id3-title">
            <a:extLst xmlns:a="http://schemas.openxmlformats.org/drawingml/2006/main">
              <a:ext uri="{FF2B5EF4-FFF2-40B4-BE49-F238E27FC236}">
                <a16:creationId xmlns:a16="http://schemas.microsoft.com/office/drawing/2014/main" id="{4D7CC84A-9748-4D4A-8D64-4DC9DD81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제안의 구성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70556A43-9A13-4A75-8280-AC8EF489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C48FA0D-5DF7-4D1E-AE2E-66A08DBE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0464E4F5-C164-4539-95F8-34385986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267C5FC7-72ED-4619-B2FA-3898F8C12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사업 이해와 제안 방향</a:t>
            </a:r>
          </a:p>
        </p:txBody>
      </p:sp>
      <p:sp>
        <p:nvSpPr>
          <p:cNvPr id="6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15D4264-C371-4F19-AEF4-EA79BACF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1511A6C2-2C19-4BDF-8C22-58521159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943100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수행 방법과 운영 체계</a:t>
            </a:r>
          </a:p>
        </p:txBody>
      </p:sp>
      <p:sp>
        <p:nvSpPr>
          <p:cNvPr id="8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1F75D23E-9E12-4C36-B15A-8F4258FE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BB687960-0992-4D43-BB15-B297BD25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품질·위험·보안 관리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6976F751-F8F9-4F20-94C1-D1EE15E5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95725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70B6D63A-1B6E-49FB-9192-F5901F56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895725"/>
            <a:ext cx="43910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검증 근거와 성과 관리</a:t>
            </a:r>
          </a:p>
        </p:txBody>
      </p:sp>
    </p:spTree>
    <p:extLst>
      <p:ext uri="{BB962C8B-B14F-4D97-AF65-F5344CB8AC3E}">
        <p14:creationId xmlns:p14="http://schemas.microsoft.com/office/powerpoint/2010/main" val="1578446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id3-title">
            <a:extLst xmlns:a="http://schemas.openxmlformats.org/drawingml/2006/main">
              <a:ext uri="{FF2B5EF4-FFF2-40B4-BE49-F238E27FC236}">
                <a16:creationId xmlns:a16="http://schemas.microsoft.com/office/drawing/2014/main" id="{CBBE8613-4F1D-4B95-B1AB-1FF62FE1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제안 요약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14F046A1-9866-42A8-B895-444C1484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60AB0BA6-1B5F-4FC3-831D-C110D556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5A73BB58-3338-4FA1-B1EF-6438C120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4718304" cy="388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핵심 제안</a:t>
            </a:r>
          </a:p>
          <a:p xmlns:a="http://schemas.openxmlformats.org/drawingml/2006/main">
            <a:pPr algn="l">
              <a:defRPr sz="30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0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내용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9685F22C-776E-40E2-9BC5-AD9FA8E9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사업의 목적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6D3870F-A973-4401-AB19-0B551DD7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7804B8A6-3660-4FB0-9533-1E11AFD2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766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주요 수행 내용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FE11CDAD-4422-4766-A6E8-7DB348F4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623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CCE8E69-EC22-4B0F-A6E8-0B6E1FC4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5486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완료 기준</a:t>
            </a:r>
          </a:p>
        </p:txBody>
      </p:sp>
      <p:sp>
        <p:nvSpPr>
          <p:cNvPr id="10" name="body">
            <a:extLst xmlns:a="http://schemas.openxmlformats.org/drawingml/2006/main">
              <a:ext uri="{FF2B5EF4-FFF2-40B4-BE49-F238E27FC236}">
                <a16:creationId xmlns:a16="http://schemas.microsoft.com/office/drawing/2014/main" id="{67265DF0-11F4-45DA-92A5-CA7922A9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95875"/>
            <a:ext cx="54864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공고와 회사 자료에 따른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192974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96BB5516-1E99-42DC-8456-74A84DE0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사업 이해와 핵심 과제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53F118BB-62CB-40C7-8004-0E3490D4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ABE6E44-63F7-4060-8720-EA93F8D6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EE54A2C1-7D51-4001-85B2-DDEC8134F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발주처의 현황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E2B5B43-0AF3-403F-91B5-660D5A51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0FCBB8EF-73A1-4F2E-BEBB-FD09B3FF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해결해야 할 과제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ECEE5ED1-FCFF-4A82-B5D4-0B0C5D2C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964078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28792FA0-4DA0-442A-B472-E95B6E78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사업 목표와 적용 범위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3A5DEBA-34D4-47C1-9397-3DC6F6CE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0A9E06B-322F-4639-8D7F-163EF828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6225A95A-B501-4CD0-A756-AF3B5CD1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대상과 범위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8AE4356C-42D4-4A39-9D5D-36853493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915AFB6-BD50-42AD-A365-79ABAD27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정량 목표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DC723B3-E52B-4EB4-BC81-C4FB93FD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CE307253-3649-4684-AA80-4D6A387AF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적용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4D2B733A-18F4-4A3D-A2BB-7E317511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252949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3C306A79-43F1-4213-8CAD-7F69C063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요구사항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031A8D26-E221-42EF-8165-FB4ED025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DBA7935-9474-4789-B646-B875AE7D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수행 방안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근거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3116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E9BC62D-A0F2-4921-949C-56E38DCC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평가항목별 제안 근거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23910C47-DC42-4D9C-B72A-E4765C25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5AEB1D90-D014-420B-8BA2-0153444E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평가항목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 내용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증빙·관련 페이지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0510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B4E67DB1-8646-48E5-BF6C-4982ACB01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핵심 수행 전략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4306C4A4-7D99-4E44-B1BA-EB0564E4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E70E2A6E-2C27-47C2-A6B6-9DE7C452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0245CCB6-BFD0-4BEE-8070-380AEE4B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접근 방법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CC9FBE3-A505-481A-9668-F1DCDC65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6979B1BA-2695-4517-9B6B-88C2B6A8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수행의 차별점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DFDE1996-8890-4C93-887F-7B6F3F3A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00311EA9-4A73-412C-B27C-59857C7E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실행 조건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C3894851-7313-4D17-864D-F1BD0D35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8036655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9684CC80-E312-46DA-8A41-A5FD0A4A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단계별 수행 절차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AA980430-0EE5-4C2D-9A90-1EC27A1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DCCB2D5-3CB0-4B2D-8474-77F44A2B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9749A2D9-5993-49E9-9CF2-40301BF9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C77D30AF-30D3-4A9B-9E81-9E965CCB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착수·요건 확인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3B5B8C02-CA80-4C4C-8623-971FDF8C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89DC57F7-39E7-4F3B-B4E5-8788B6CCF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3301CEBD-A187-4384-B426-2683985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설계·준비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011F0047-7F8E-440F-AFCA-EA032D8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CBB0807D-BA77-40E9-9CA2-4167218B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80DE685A-3E27-4211-A4B1-18060722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실행·점검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41199D05-17CF-4B6E-8588-2FE87B182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44CD8820-290A-453B-8572-FAE11A37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CD57C307-CCD3-4B1E-8CA3-79BA08DA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검증·인계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979EFE5A-F175-4FA0-83B3-A2616F28A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15735720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DE86E743-0895-458E-9C7E-506B2F98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과업 수행 방안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6908180-C5BC-4E6B-8F29-1EBA3FB0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920B87B-7CDE-4483-9FDA-423A87BA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F66B3D33-8996-45F2-B6BF-3CAE3829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주요 과업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FE92E85-323A-40A3-AF2E-A3D64D0F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111005B-AE56-4E4C-B067-5564BEA5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수행 방법과 산출물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33B28405-E28A-418D-B8ED-8C1E4074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7251776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B25650F9-0AC2-4972-AC0D-CDE47CBB9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추진 일정과 마일스톤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FF0893E-A485-4249-BBB5-00DC8410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9AFE239B-072E-4EC6-89E3-B3A41E87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활동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77653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D841430A-41FD-432D-94FD-9F14922D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수행 조직과 역할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6FDAF757-2FBB-466B-9E07-067C820B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DAF46DCF-FFA5-42C5-B6CE-06217790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담당·투입 조건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책임과 수행 내용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10357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bid3-title">
            <a:extLst xmlns:a="http://schemas.openxmlformats.org/drawingml/2006/main">
              <a:ext uri="{FF2B5EF4-FFF2-40B4-BE49-F238E27FC236}">
                <a16:creationId xmlns:a16="http://schemas.microsoft.com/office/drawing/2014/main" id="{B4E12656-CB2A-481C-84DC-9F2EDDF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보고와 의사결정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C114B80B-677E-4D45-AE02-B9E8B088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4E0BD078-4A9D-469F-B5BF-35889CBF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4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3537F900-3881-4865-B7A2-DCAC6C54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50DD49DE-28C6-4840-B9C7-752F37AC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진행 현황 보고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0C3EDF5-5D3E-4BC9-BD71-65123FCF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7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21E7FA18-4DCB-49F4-8D91-87DE84AF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A9A9A5F8-9B59-4276-A0A7-8597266D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쟁점 검토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78A5214C-B654-4FC1-8BE5-6F489B95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0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747FB37A-8EA5-467B-87D7-937329A2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body">
            <a:extLst xmlns:a="http://schemas.openxmlformats.org/drawingml/2006/main">
              <a:ext uri="{FF2B5EF4-FFF2-40B4-BE49-F238E27FC236}">
                <a16:creationId xmlns:a16="http://schemas.microsoft.com/office/drawing/2014/main" id="{929FDFA9-E247-4706-A4E4-92DA5944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발주처 협의</a:t>
            </a:r>
          </a:p>
        </p:txBody>
      </p:sp>
      <p:sp>
        <p:nvSpPr>
          <p:cNvPr id="12" name="body">
            <a:extLst xmlns:a="http://schemas.openxmlformats.org/drawingml/2006/main">
              <a:ext uri="{FF2B5EF4-FFF2-40B4-BE49-F238E27FC236}">
                <a16:creationId xmlns:a16="http://schemas.microsoft.com/office/drawing/2014/main" id="{80CEC05F-CE55-4A58-8A30-C27193F0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  <p:sp>
        <p:nvSpPr>
          <p:cNvPr id="13" name="bid3-fixed-number">
            <a:extLst xmlns:a="http://schemas.openxmlformats.org/drawingml/2006/main">
              <a:ext uri="{FF2B5EF4-FFF2-40B4-BE49-F238E27FC236}">
                <a16:creationId xmlns:a16="http://schemas.microsoft.com/office/drawing/2014/main" id="{DDFA641D-AE92-4EC7-A56B-1BCC4F4A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1943100"/>
            <a:ext cx="2528888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352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body">
            <a:extLst xmlns:a="http://schemas.openxmlformats.org/drawingml/2006/main">
              <a:ext uri="{FF2B5EF4-FFF2-40B4-BE49-F238E27FC236}">
                <a16:creationId xmlns:a16="http://schemas.microsoft.com/office/drawing/2014/main" id="{404700CE-1D91-4CB6-B647-36B0BEB9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2971800"/>
            <a:ext cx="2528888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변경사항 반영</a:t>
            </a:r>
          </a:p>
        </p:txBody>
      </p:sp>
      <p:sp>
        <p:nvSpPr>
          <p:cNvPr id="15" name="body">
            <a:extLst xmlns:a="http://schemas.openxmlformats.org/drawingml/2006/main">
              <a:ext uri="{FF2B5EF4-FFF2-40B4-BE49-F238E27FC236}">
                <a16:creationId xmlns:a16="http://schemas.microsoft.com/office/drawing/2014/main" id="{3B83B9B1-F5E6-4545-B54C-1696C892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3513" y="4343400"/>
            <a:ext cx="2528888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활동과 산출물</a:t>
            </a:r>
          </a:p>
          <a:p xmlns:a="http://schemas.openxmlformats.org/drawingml/2006/main">
            <a:pPr algn="l">
              <a:def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확인 필요</a:t>
            </a:r>
          </a:p>
        </p:txBody>
      </p:sp>
    </p:spTree>
    <p:extLst>
      <p:ext uri="{BB962C8B-B14F-4D97-AF65-F5344CB8AC3E}">
        <p14:creationId xmlns:p14="http://schemas.microsoft.com/office/powerpoint/2010/main" val="9419199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id3-title">
            <a:extLst xmlns:a="http://schemas.openxmlformats.org/drawingml/2006/main">
              <a:ext uri="{FF2B5EF4-FFF2-40B4-BE49-F238E27FC236}">
                <a16:creationId xmlns:a16="http://schemas.microsoft.com/office/drawing/2014/main" id="{E791ED6E-92C6-4B29-8C2D-34195F76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품질관리와 검수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85DED6F0-3CD2-4F75-9520-7CA72308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FAC76BA4-5D26-4F09-A3C9-C2D5BCB2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AAA2C55-ECDD-4A0C-95F9-0BCE18BE0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품질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B130ED2C-71E1-4058-B349-A9755F55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F6CA3101-2757-4C5B-BA17-A1AB2360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검증 방법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5DAB34B4-7EEE-471F-B7BD-CE03623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8" name="body">
            <a:extLst xmlns:a="http://schemas.openxmlformats.org/drawingml/2006/main">
              <a:ext uri="{FF2B5EF4-FFF2-40B4-BE49-F238E27FC236}">
                <a16:creationId xmlns:a16="http://schemas.microsoft.com/office/drawing/2014/main" id="{5352CA98-8666-412D-85B2-CCA7A532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52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보완과 재검수</a:t>
            </a:r>
          </a:p>
        </p:txBody>
      </p:sp>
      <p:sp>
        <p:nvSpPr>
          <p:cNvPr id="9" name="body">
            <a:extLst xmlns:a="http://schemas.openxmlformats.org/drawingml/2006/main">
              <a:ext uri="{FF2B5EF4-FFF2-40B4-BE49-F238E27FC236}">
                <a16:creationId xmlns:a16="http://schemas.microsoft.com/office/drawing/2014/main" id="{EFF17FCA-74A5-4404-A38C-79516EE3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33750"/>
            <a:ext cx="3352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73203613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743B1AD7-81FF-4147-9965-CAB61504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위험과 대응 계획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F91B0A88-017E-47D7-AE91-2E86ED396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8E19C43A-390E-4E54-8FF1-47235DFE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요인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예방·대응 방안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담당·점검 기준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0979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6FDC944A-60B3-4689-B357-E9E59741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정보보호와 준수사항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F400AD3-8B8B-48FD-9462-440AC5C1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A18F6516-C2D8-4A05-87A5-647F39E8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4A288F3-20D8-465D-AC19-033F3106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보호 대상과 준수 기준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382E0615-16DC-45D4-AA78-EEE37D8E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AEAC4EDF-0107-4D65-A254-EC51EFB4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통제 방법과 점검 기록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0C84589E-7DB5-47F3-9EDB-C576445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4530906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0C91B0EF-BD2B-43FF-9021-9EEE1D14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성과지표와 측정 방법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BAC5E331-EA35-4234-9B31-58C08F9F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CBFB06E2-9194-4221-BF7E-D950776E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성과지표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목표·근거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측정 방법·주기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65617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d3-title">
            <a:extLst xmlns:a="http://schemas.openxmlformats.org/drawingml/2006/main">
              <a:ext uri="{FF2B5EF4-FFF2-40B4-BE49-F238E27FC236}">
                <a16:creationId xmlns:a16="http://schemas.microsoft.com/office/drawing/2014/main" id="{DB3D618E-161E-4C94-8767-BA592A1E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수행 역량과 검증 자료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DC5195AC-C4D4-4897-B6FC-246CD60B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190C427B-C954-4CAF-B92D-CE2ACC3B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2C545FDB-444A-4D6D-80BC-9E7F46D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관련 역량과 수행 경험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D855E78B-DA55-4FF6-B161-12172E25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D7EB0ED6-97BA-4100-933F-ECB7FF18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43100"/>
            <a:ext cx="52578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확인 가능한 증빙</a:t>
            </a:r>
          </a:p>
        </p:txBody>
      </p:sp>
      <p:sp>
        <p:nvSpPr>
          <p:cNvPr id="7" name="body">
            <a:extLst xmlns:a="http://schemas.openxmlformats.org/drawingml/2006/main">
              <a:ext uri="{FF2B5EF4-FFF2-40B4-BE49-F238E27FC236}">
                <a16:creationId xmlns:a16="http://schemas.microsoft.com/office/drawing/2014/main" id="{A9FBB8AF-2CF3-4CA0-8EAC-E3BC806D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52578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공고·회사 자료에 근거한</a:t>
            </a:r>
          </a:p>
          <a:p xmlns:a="http://schemas.openxmlformats.org/drawingml/2006/main">
            <a:pPr algn="l">
              <a:def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세부 내용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6891696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bid3-title">
            <a:extLst xmlns:a="http://schemas.openxmlformats.org/drawingml/2006/main">
              <a:ext uri="{FF2B5EF4-FFF2-40B4-BE49-F238E27FC236}">
                <a16:creationId xmlns:a16="http://schemas.microsoft.com/office/drawing/2014/main" id="{8B8D207B-1D06-4F5F-9117-CFCF462A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산출물과 완료 기준</a:t>
            </a:r>
          </a:p>
        </p:txBody>
      </p:sp>
      <p:sp>
        <p:nvSpPr>
          <p:cNvPr id="2" name="bid3-fixed-footer">
            <a:extLst xmlns:a="http://schemas.openxmlformats.org/drawingml/2006/main">
              <a:ext uri="{FF2B5EF4-FFF2-40B4-BE49-F238E27FC236}">
                <a16:creationId xmlns:a16="http://schemas.microsoft.com/office/drawing/2014/main" id="{E06F6FB5-6186-4747-8F58-1169CB67B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72225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제안서</a:t>
            </a:r>
          </a:p>
        </p:txBody>
      </p:sp>
      <p:sp>
        <p:nvSpPr>
          <p:cNvPr id="3" name="bid3-fixed-page">
            <a:extLst xmlns:a="http://schemas.openxmlformats.org/drawingml/2006/main">
              <a:ext uri="{FF2B5EF4-FFF2-40B4-BE49-F238E27FC236}">
                <a16:creationId xmlns:a16="http://schemas.microsoft.com/office/drawing/2014/main" id="{36BDA5F6-919F-4BDE-8FE5-263C9102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96025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77724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산출물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제출·인계 방법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 기준</a:t>
                      </a:r>
                    </a:p>
                  </a:txBody>
                  <a:tcPr marL="171450" marR="171450" marT="152400" marB="114300" anchor="ctr">
                    <a:solidFill>
                      <a:srgbClr val="A2682E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1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2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3 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0E5D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 4 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4B3E2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 필요</a:t>
                      </a:r>
                    </a:p>
                  </a:txBody>
                  <a:tcPr marL="171450" marR="171450" marT="152400" marB="114300" anchor="ctr">
                    <a:solidFill>
                      <a:srgbClr val="FAF5EB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8840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5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470b4e66d1439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bid3-fixed-eyebrow">
            <a:extLst xmlns:a="http://schemas.openxmlformats.org/drawingml/2006/main">
              <a:ext uri="{FF2B5EF4-FFF2-40B4-BE49-F238E27FC236}">
                <a16:creationId xmlns:a16="http://schemas.microsoft.com/office/drawing/2014/main" id="{F011B0A8-FF9D-43BE-A4AB-1849F0AA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77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제안의 핵심</a:t>
            </a:r>
          </a:p>
        </p:txBody>
      </p:sp>
      <p:sp>
        <p:nvSpPr>
          <p:cNvPr id="3" name="bid3-title">
            <a:extLst xmlns:a="http://schemas.openxmlformats.org/drawingml/2006/main">
              <a:ext uri="{FF2B5EF4-FFF2-40B4-BE49-F238E27FC236}">
                <a16:creationId xmlns:a16="http://schemas.microsoft.com/office/drawing/2014/main" id="{577D92B4-D16F-4371-8869-E4D564B4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74771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defRPr>
            </a:pPr>
            <a:r>
              <a:rPr sz="5250" b="1">
                <a:solidFill>
                  <a:srgbClr val="4B3E2C"/>
                </a:solidFill>
                <a:latin typeface="Malgun Gothic"/>
                <a:ea typeface="Malgun Gothic"/>
                <a:cs typeface="Malgun Gothic"/>
              </a:rPr>
              <a:t>수행 범위 확인 필요</a:t>
            </a:r>
          </a:p>
        </p:txBody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12D0DB65-5929-42E0-A1DB-5ABC6E25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7477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실행 원칙 확인 필요</a:t>
            </a:r>
          </a:p>
        </p:txBody>
      </p:sp>
      <p:sp>
        <p:nvSpPr>
          <p:cNvPr id="5" name="body">
            <a:extLst xmlns:a="http://schemas.openxmlformats.org/drawingml/2006/main">
              <a:ext uri="{FF2B5EF4-FFF2-40B4-BE49-F238E27FC236}">
                <a16:creationId xmlns:a16="http://schemas.microsoft.com/office/drawing/2014/main" id="{67540DB8-3A3F-47F9-B12B-F37C8B88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74771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A2682E"/>
                </a:solidFill>
                <a:latin typeface="Malgun Gothic"/>
                <a:ea typeface="Malgun Gothic"/>
                <a:cs typeface="Malgun Gothic"/>
              </a:rPr>
              <a:t>협의 사항 확인 필요</a:t>
            </a:r>
          </a:p>
        </p:txBody>
      </p:sp>
    </p:spTree>
    <p:extLst>
      <p:ext uri="{BB962C8B-B14F-4D97-AF65-F5344CB8AC3E}">
        <p14:creationId xmlns:p14="http://schemas.microsoft.com/office/powerpoint/2010/main" val="302590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2026-09-25T07:46:19.2610000Z</dcterms:created>
  <dcterms:modified xsi:type="dcterms:W3CDTF">2026-09-25T07:46:19.2610000Z</dcterms:modified>
</coreProperties>
</file>