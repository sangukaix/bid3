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4dc7af7cca42b8" /><Relationship Type="http://schemas.openxmlformats.org/officeDocument/2006/relationships/extended-properties" Target="/docProps/app.xml" Id="Rb06f92508b034f2a" /><Relationship Type="http://schemas.openxmlformats.org/officeDocument/2006/relationships/officeDocument" Target="/ppt/presentation.xml" Id="R79490a91234b4b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cf469e9cc247e1"/>
  </p:sldMasterIdLst>
  <p:notesMasterIdLst>
    <p:notesMasterId xmlns:r="http://schemas.openxmlformats.org/officeDocument/2006/relationships" r:id="R26e1e1d238824fd0"/>
  </p:notesMasterIdLst>
  <p:sldIdLst>
    <p:sldId xmlns:r="http://schemas.openxmlformats.org/officeDocument/2006/relationships" id="256" r:id="R14a8f850c6bb4187"/>
    <p:sldId xmlns:r="http://schemas.openxmlformats.org/officeDocument/2006/relationships" id="257" r:id="Rfe93f5deb88c4276"/>
    <p:sldId xmlns:r="http://schemas.openxmlformats.org/officeDocument/2006/relationships" id="258" r:id="R3003ac53946145f3"/>
    <p:sldId xmlns:r="http://schemas.openxmlformats.org/officeDocument/2006/relationships" id="259" r:id="R653f7677fea8421a"/>
    <p:sldId xmlns:r="http://schemas.openxmlformats.org/officeDocument/2006/relationships" id="260" r:id="R3779cbfd1f664681"/>
    <p:sldId xmlns:r="http://schemas.openxmlformats.org/officeDocument/2006/relationships" id="261" r:id="Rc22f10e38ce0428e"/>
    <p:sldId xmlns:r="http://schemas.openxmlformats.org/officeDocument/2006/relationships" id="262" r:id="R6fd833bc03c546be"/>
    <p:sldId xmlns:r="http://schemas.openxmlformats.org/officeDocument/2006/relationships" id="263" r:id="R0c57387e67f548b0"/>
    <p:sldId xmlns:r="http://schemas.openxmlformats.org/officeDocument/2006/relationships" id="264" r:id="Rec668b578cb64001"/>
    <p:sldId xmlns:r="http://schemas.openxmlformats.org/officeDocument/2006/relationships" id="265" r:id="R15539d08400f4e9b"/>
    <p:sldId xmlns:r="http://schemas.openxmlformats.org/officeDocument/2006/relationships" id="266" r:id="Rf1fd7537484e4190"/>
    <p:sldId xmlns:r="http://schemas.openxmlformats.org/officeDocument/2006/relationships" id="267" r:id="R421615986cba466d"/>
    <p:sldId xmlns:r="http://schemas.openxmlformats.org/officeDocument/2006/relationships" id="268" r:id="R10612402006343ca"/>
    <p:sldId xmlns:r="http://schemas.openxmlformats.org/officeDocument/2006/relationships" id="269" r:id="R94c5d79d1f5d47cb"/>
    <p:sldId xmlns:r="http://schemas.openxmlformats.org/officeDocument/2006/relationships" id="270" r:id="Rbc4223b9b5ef4925"/>
    <p:sldId xmlns:r="http://schemas.openxmlformats.org/officeDocument/2006/relationships" id="271" r:id="R09225cfb740c4599"/>
    <p:sldId xmlns:r="http://schemas.openxmlformats.org/officeDocument/2006/relationships" id="272" r:id="Rb7ae8760a62b4230"/>
    <p:sldId xmlns:r="http://schemas.openxmlformats.org/officeDocument/2006/relationships" id="273" r:id="R297dc623af574e2d"/>
    <p:sldId xmlns:r="http://schemas.openxmlformats.org/officeDocument/2006/relationships" id="274" r:id="R7bbd827bc32342d2"/>
    <p:sldId xmlns:r="http://schemas.openxmlformats.org/officeDocument/2006/relationships" id="275" r:id="Rc3cdc01e9bb94c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dd4039618c463e" /><Relationship Type="http://schemas.openxmlformats.org/officeDocument/2006/relationships/slideMaster" Target="/ppt/slideMasters/slideMaster1.xml" Id="R52cf469e9cc247e1" /><Relationship Type="http://schemas.openxmlformats.org/officeDocument/2006/relationships/notesMaster" Target="/ppt/notesMasters/notesMaster1.xml" Id="R26e1e1d238824fd0" /><Relationship Type="http://schemas.openxmlformats.org/officeDocument/2006/relationships/presProps" Target="/ppt/presProps.xml" Id="R5d221bc0aff14134" /><Relationship Type="http://schemas.openxmlformats.org/officeDocument/2006/relationships/tableStyles" Target="/ppt/tableStyles.xml" Id="R6835bade8be64226" /><Relationship Type="http://schemas.openxmlformats.org/officeDocument/2006/relationships/slide" Target="/ppt/slides/slide1.xml" Id="R14a8f850c6bb4187" /><Relationship Type="http://schemas.openxmlformats.org/officeDocument/2006/relationships/slide" Target="/ppt/slides/slide2.xml" Id="Rfe93f5deb88c4276" /><Relationship Type="http://schemas.openxmlformats.org/officeDocument/2006/relationships/slide" Target="/ppt/slides/slide3.xml" Id="R3003ac53946145f3" /><Relationship Type="http://schemas.openxmlformats.org/officeDocument/2006/relationships/slide" Target="/ppt/slides/slide4.xml" Id="R653f7677fea8421a" /><Relationship Type="http://schemas.openxmlformats.org/officeDocument/2006/relationships/slide" Target="/ppt/slides/slide5.xml" Id="R3779cbfd1f664681" /><Relationship Type="http://schemas.openxmlformats.org/officeDocument/2006/relationships/slide" Target="/ppt/slides/slide6.xml" Id="Rc22f10e38ce0428e" /><Relationship Type="http://schemas.openxmlformats.org/officeDocument/2006/relationships/slide" Target="/ppt/slides/slide7.xml" Id="R6fd833bc03c546be" /><Relationship Type="http://schemas.openxmlformats.org/officeDocument/2006/relationships/slide" Target="/ppt/slides/slide8.xml" Id="R0c57387e67f548b0" /><Relationship Type="http://schemas.openxmlformats.org/officeDocument/2006/relationships/slide" Target="/ppt/slides/slide9.xml" Id="Rec668b578cb64001" /><Relationship Type="http://schemas.openxmlformats.org/officeDocument/2006/relationships/slide" Target="/ppt/slides/slide10.xml" Id="R15539d08400f4e9b" /><Relationship Type="http://schemas.openxmlformats.org/officeDocument/2006/relationships/slide" Target="/ppt/slides/slide11.xml" Id="Rf1fd7537484e4190" /><Relationship Type="http://schemas.openxmlformats.org/officeDocument/2006/relationships/slide" Target="/ppt/slides/slide12.xml" Id="R421615986cba466d" /><Relationship Type="http://schemas.openxmlformats.org/officeDocument/2006/relationships/slide" Target="/ppt/slides/slide13.xml" Id="R10612402006343ca" /><Relationship Type="http://schemas.openxmlformats.org/officeDocument/2006/relationships/slide" Target="/ppt/slides/slide14.xml" Id="R94c5d79d1f5d47cb" /><Relationship Type="http://schemas.openxmlformats.org/officeDocument/2006/relationships/slide" Target="/ppt/slides/slide15.xml" Id="Rbc4223b9b5ef4925" /><Relationship Type="http://schemas.openxmlformats.org/officeDocument/2006/relationships/slide" Target="/ppt/slides/slide16.xml" Id="R09225cfb740c4599" /><Relationship Type="http://schemas.openxmlformats.org/officeDocument/2006/relationships/slide" Target="/ppt/slides/slide17.xml" Id="Rb7ae8760a62b4230" /><Relationship Type="http://schemas.openxmlformats.org/officeDocument/2006/relationships/slide" Target="/ppt/slides/slide18.xml" Id="R297dc623af574e2d" /><Relationship Type="http://schemas.openxmlformats.org/officeDocument/2006/relationships/slide" Target="/ppt/slides/slide19.xml" Id="R7bbd827bc32342d2" /><Relationship Type="http://schemas.openxmlformats.org/officeDocument/2006/relationships/slide" Target="/ppt/slides/slide20.xml" Id="Rc3cdc01e9bb94c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601c69895f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3cecd5c18e4fc2" /><Relationship Type="http://schemas.openxmlformats.org/officeDocument/2006/relationships/notesMaster" Target="/ppt/notesMasters/notesMaster1.xml" Id="Ra31fe7982aa343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086aa048cf4d37" /><Relationship Type="http://schemas.openxmlformats.org/officeDocument/2006/relationships/notesMaster" Target="/ppt/notesMasters/notesMaster1.xml" Id="R06a7a14584fa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d5ac5c549c4b0d" /><Relationship Type="http://schemas.openxmlformats.org/officeDocument/2006/relationships/notesMaster" Target="/ppt/notesMasters/notesMaster1.xml" Id="R6b4d5f8ed0dc46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ae8a531e864a9f" /><Relationship Type="http://schemas.openxmlformats.org/officeDocument/2006/relationships/notesMaster" Target="/ppt/notesMasters/notesMaster1.xml" Id="Rfaa37fd1489047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72cd100f5849c3" /><Relationship Type="http://schemas.openxmlformats.org/officeDocument/2006/relationships/notesMaster" Target="/ppt/notesMasters/notesMaster1.xml" Id="Rcecb595c360c4a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76397a46c0474a" /><Relationship Type="http://schemas.openxmlformats.org/officeDocument/2006/relationships/notesMaster" Target="/ppt/notesMasters/notesMaster1.xml" Id="R135a7260854b49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b435547c534a1a" /><Relationship Type="http://schemas.openxmlformats.org/officeDocument/2006/relationships/notesMaster" Target="/ppt/notesMasters/notesMaster1.xml" Id="R5c51d31138cb4b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0623bc1ebe4857" /><Relationship Type="http://schemas.openxmlformats.org/officeDocument/2006/relationships/notesMaster" Target="/ppt/notesMasters/notesMaster1.xml" Id="R13edb1ff035d48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1381ba4b8a478e" /><Relationship Type="http://schemas.openxmlformats.org/officeDocument/2006/relationships/notesMaster" Target="/ppt/notesMasters/notesMaster1.xml" Id="R5dd59139844945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3637c6fe7c4ac4" /><Relationship Type="http://schemas.openxmlformats.org/officeDocument/2006/relationships/notesMaster" Target="/ppt/notesMasters/notesMaster1.xml" Id="Re1375d97044848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7b4b1f584b4554" /><Relationship Type="http://schemas.openxmlformats.org/officeDocument/2006/relationships/notesMaster" Target="/ppt/notesMasters/notesMaster1.xml" Id="R790a10d813c543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4e37e77a284dbc" /><Relationship Type="http://schemas.openxmlformats.org/officeDocument/2006/relationships/notesMaster" Target="/ppt/notesMasters/notesMaster1.xml" Id="R491faccd31924c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d78a516b234e40" /><Relationship Type="http://schemas.openxmlformats.org/officeDocument/2006/relationships/notesMaster" Target="/ppt/notesMasters/notesMaster1.xml" Id="R3c8e54f35bd649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79e124aff24d8a" /><Relationship Type="http://schemas.openxmlformats.org/officeDocument/2006/relationships/notesMaster" Target="/ppt/notesMasters/notesMaster1.xml" Id="R479027371ad446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dcf1891f1b4a8f" /><Relationship Type="http://schemas.openxmlformats.org/officeDocument/2006/relationships/notesMaster" Target="/ppt/notesMasters/notesMaster1.xml" Id="Re5d3c7cbb2bf40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86ad0b8b1e45fd" /><Relationship Type="http://schemas.openxmlformats.org/officeDocument/2006/relationships/notesMaster" Target="/ppt/notesMasters/notesMaster1.xml" Id="R1c337cfb24d54b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795806f9424cb4" /><Relationship Type="http://schemas.openxmlformats.org/officeDocument/2006/relationships/notesMaster" Target="/ppt/notesMasters/notesMaster1.xml" Id="R3f01b33deaf841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403794a39b4bde" /><Relationship Type="http://schemas.openxmlformats.org/officeDocument/2006/relationships/notesMaster" Target="/ppt/notesMasters/notesMaster1.xml" Id="R4693c3de5fdf42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14c549e52c4d29" /><Relationship Type="http://schemas.openxmlformats.org/officeDocument/2006/relationships/notesMaster" Target="/ppt/notesMasters/notesMaster1.xml" Id="R4c03dda719c64be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d425521ce17403e" /><Relationship Type="http://schemas.openxmlformats.org/officeDocument/2006/relationships/notesMaster" Target="/ppt/notesMasters/notesMaster1.xml" Id="Ra4ccaa3a523241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캠페인 탠저린.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b9961480842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454a75830a4265" /><Relationship Type="http://schemas.openxmlformats.org/officeDocument/2006/relationships/slideLayout" Target="/ppt/slideLayouts/slideLayout1.xml" Id="R711ced5ef06845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ced5ef06845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8781e34eb4133" /><Relationship Type="http://schemas.openxmlformats.org/officeDocument/2006/relationships/notesSlide" Target="/ppt/notesSlides/notesSlide1.xml" Id="Rc12155d08f6342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d67e2ab184dd5" /><Relationship Type="http://schemas.openxmlformats.org/officeDocument/2006/relationships/notesSlide" Target="/ppt/notesSlides/notesSlide2.xml" Id="R36a5f504a5164a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f227866c24c81" /><Relationship Type="http://schemas.openxmlformats.org/officeDocument/2006/relationships/notesSlide" Target="/ppt/notesSlides/notesSlide3.xml" Id="Rd4fb0ed7ae5140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4cf34fa6b4bf2" /><Relationship Type="http://schemas.openxmlformats.org/officeDocument/2006/relationships/notesSlide" Target="/ppt/notesSlides/notesSlide4.xml" Id="Re7dd5b3686974c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f8dcf88604b39" /><Relationship Type="http://schemas.openxmlformats.org/officeDocument/2006/relationships/notesSlide" Target="/ppt/notesSlides/notesSlide5.xml" Id="R0c9d611ec54147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81c30c5f9422f" /><Relationship Type="http://schemas.openxmlformats.org/officeDocument/2006/relationships/notesSlide" Target="/ppt/notesSlides/notesSlide6.xml" Id="Rd626d7a1cfca4c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9235b6d3541e8" /><Relationship Type="http://schemas.openxmlformats.org/officeDocument/2006/relationships/notesSlide" Target="/ppt/notesSlides/notesSlide7.xml" Id="R92f008a791eb49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07ebe68e04f3b" /><Relationship Type="http://schemas.openxmlformats.org/officeDocument/2006/relationships/notesSlide" Target="/ppt/notesSlides/notesSlide8.xml" Id="R2dde0ac8ecce41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0aecd2cac4b52" /><Relationship Type="http://schemas.openxmlformats.org/officeDocument/2006/relationships/notesSlide" Target="/ppt/notesSlides/notesSlide9.xml" Id="R03341a83b38241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10f5afd6442d2" /><Relationship Type="http://schemas.openxmlformats.org/officeDocument/2006/relationships/notesSlide" Target="/ppt/notesSlides/notesSlide10.xml" Id="Raaa73884f7e44b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a0168ff97425e" /><Relationship Type="http://schemas.openxmlformats.org/officeDocument/2006/relationships/notesSlide" Target="/ppt/notesSlides/notesSlide11.xml" Id="Rf79b0c4df44141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c091ea8594e21" /><Relationship Type="http://schemas.openxmlformats.org/officeDocument/2006/relationships/notesSlide" Target="/ppt/notesSlides/notesSlide12.xml" Id="Ra639bed2a84545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9c72a086245f9" /><Relationship Type="http://schemas.openxmlformats.org/officeDocument/2006/relationships/notesSlide" Target="/ppt/notesSlides/notesSlide13.xml" Id="Rf51b4695ac6845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baad052bd460f" /><Relationship Type="http://schemas.openxmlformats.org/officeDocument/2006/relationships/notesSlide" Target="/ppt/notesSlides/notesSlide14.xml" Id="Rf1162e3b7d3443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8efdcd7984b76" /><Relationship Type="http://schemas.openxmlformats.org/officeDocument/2006/relationships/notesSlide" Target="/ppt/notesSlides/notesSlide15.xml" Id="R4e41e276440740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2fea0a64d47bf" /><Relationship Type="http://schemas.openxmlformats.org/officeDocument/2006/relationships/notesSlide" Target="/ppt/notesSlides/notesSlide16.xml" Id="Rdabdcf2e288349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d24b35a624add" /><Relationship Type="http://schemas.openxmlformats.org/officeDocument/2006/relationships/notesSlide" Target="/ppt/notesSlides/notesSlide17.xml" Id="Ra6330e7c866846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28385c3674fb8" /><Relationship Type="http://schemas.openxmlformats.org/officeDocument/2006/relationships/notesSlide" Target="/ppt/notesSlides/notesSlide18.xml" Id="R778df9bb1f3945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6ee51bda346df" /><Relationship Type="http://schemas.openxmlformats.org/officeDocument/2006/relationships/notesSlide" Target="/ppt/notesSlides/notesSlide19.xml" Id="R1acb77c0d2b24c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2b2d73ab040d3" /><Relationship Type="http://schemas.openxmlformats.org/officeDocument/2006/relationships/notesSlide" Target="/ppt/notesSlides/notesSlide20.xml" Id="Rbd1313407bf341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8AC0B88-F2D4-4ED9-9CBF-56D60C0A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3286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FAAD2D0-4159-4213-BD5C-1E8F4E3B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33625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6B63498-1D8A-4362-BE5B-BBA3549E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573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3FC1D93-44B3-4F54-B382-44F7CEC9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578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12415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F26F529-7EAA-445E-A16C-19D65D3E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ED9E773-52EA-430D-81E9-3DF22130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2EFEFBF-7902-43C7-AAD1-2C1BEB19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CE6D1A2-3290-4050-83DD-65E2E4A5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B7BE3C2-7A2A-43F3-9A59-FB557713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0C27D63-DCC2-4030-A1F3-E4DC3B6F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0D96B71-AA16-42A1-B76D-B7DE6DF7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D80EECF-D56C-469D-9F5A-8554158B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9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AA77419-98D3-49BE-8238-8248FC47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AFB4A09-F337-4CE5-B124-D05752DD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D996559-31DD-4A8C-B00A-5D8BBCE1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708B8016-056A-4B80-8238-ECDD442C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2844724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32D5864-36AF-4566-B662-96BF4D7A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FAE9031-93B6-478F-8EB9-21B3C7B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FE0894F-D584-4816-ABE4-DE4BAC70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4287997-9A8E-4558-985B-4BA958AD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BBD2E6D-8EBE-48B6-8853-EBD87975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8A658F2-E2EC-4FE5-9606-FA4006AD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F1DBE6F-1C7A-46FE-8D1A-0B42B2D4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FA0F0D5-6C96-4F9F-8E61-E774F0B0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966894B-1FE2-4912-8746-D52CB6D7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4551C558-AE06-4FB0-A3D3-2F0A1469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581BD999-67FC-4CAA-BF2E-01A03E29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19404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AB6143C-0ABC-49FE-9144-ED982B0F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EA32E1E-564A-4578-8FD5-5884C227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6C2B0BD-3A2A-4439-A61D-29493CC6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E7151C0-BC9B-48F5-A1B9-655FDCDA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E5303B9-9CF4-4B15-91E8-5F1DA3FC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546D74D-F863-461D-9BA3-E31290AE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D4B0CDD-BD48-40B9-B623-F9B5C50F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914EC6A-200B-4CB6-8049-0C3DB38F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13151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858F342-18EA-4550-992B-6952677B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D35C051-BAD5-400D-845B-9686D9C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BC0D4A1-BADF-49C6-90EB-8631EA38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3FEAF10-28DE-4E9B-A7DB-5EE40160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3658A77-DB74-4386-AE88-28603124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655599D-732B-409C-A483-507B1909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662CBC1-1EEB-4C80-9A94-99586704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5958802-FE68-4DC8-86C0-C449EC6A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F91C7F6-1DAF-422F-BA93-5363AC2F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D55863A1-9280-4EBB-B15B-169042F8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999274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56DAED2-F35C-4640-9401-909091CB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604C886-97EE-4AAB-ABFA-F159D3C4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B4A7BA8-1B48-4BA2-A217-4DD56BBD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54A823D-230A-477C-8A22-8F674006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78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B40201F-4A4D-42F9-BC86-5059B027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3B46742-157B-455D-87B6-82E8527E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D4BBC72-62A1-42CF-9036-E0AEA8BC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E529408-635D-4206-BA11-48881C39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906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D6FCED1-CA1D-4225-9661-C3F8FAB0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71F28C6F-3EB5-43B0-BA5D-14D0AA0C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A6BE379-B6B3-4C16-84B5-665B2713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AE6E214-EFB6-48C1-98C1-09F1400A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C2C1EE0-872B-48F4-85B7-3100EE9F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C8542C6-4401-44F5-AE87-B300BE62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DCF3AC0-E965-4B03-AA58-A591840C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71ACA33-E30F-4990-A0E1-64E9CD84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17BB3FF-6A71-451D-BE33-4DAF16A9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8A6058C-3D0F-4900-84A2-32B56B52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81660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FD306BA-108F-4CC1-8FAC-DDA968BD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4AF6E9A-F930-4A76-A156-F1DBF3B0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7BC03AC-14E5-4B10-97C6-08C6FED7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C8763B4-59E8-4031-817A-FCB2D8E2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F58EA0F-FEAB-4575-B3A8-EC9CC7FA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E1090D9-E19E-488D-91EB-2DC1A93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CEBCF55-F660-4DE5-8026-59398625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977261B-BA9B-4FFA-A27B-F5CE15C2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8B14CCA-07A3-45B1-A764-E8A4AA5F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7B1B7E2-588E-4F0C-88A7-62FCB69D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4B48069-376A-4D47-B2FA-DF0BD457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21EBCE1D-1DE0-4CA6-B5A3-5A9E1D0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2F4744EF-ADED-491C-8DB3-4A3C49E9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C1D83BD-CFF0-4A88-9318-FCEB644C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C425D212-C971-42C1-9BDF-4B8B75A5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86CBF638-B619-4E9A-B2C9-382987D1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80048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CD6CA99-B7F1-4C5E-ABF6-5CE98F57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CAB329D-1414-443D-ABC2-CC678105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30FD6C8-4D6E-4E5B-8E63-D24F8215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9806D22-2EC9-4DF8-9962-BFB6EC2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F74CB1D-24AD-4F52-AD41-AB08D5A0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ED74D32-4B69-4553-B3A7-E1FB94C4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60085C2-D315-47DC-8A4C-0DC2BA0E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2A0283E-5815-4C40-9E66-FEFC1C53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219774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58E03E7-4AC0-4C5C-83F9-75A6E753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6146420-7DDE-414D-A337-585870C2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95D4484-CDC2-40B7-BD29-0FB10BFB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9234715-FF35-40CA-BC03-331E4DF7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359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DCDF855-250A-4ED9-B32B-275199F8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B698525-2114-4941-8A01-E4C5A81D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3A5C67B-8453-4839-B921-CA6AD474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245E475-EBAB-4609-A9D6-DA6A956F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662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C514398-E869-4951-AD60-98F3DB77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49ED691-FD84-49EA-8A92-13A4E010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73B9F9C-091B-418D-BD51-074EEDD1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A1EE41B-8565-4669-A61A-45D19724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3567EFA-1D5B-42AE-8AC4-9C2BCE5C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9E67929-AE2C-4F26-B83E-8342FF20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E9F4C01-31F4-4C55-91B3-599F6AC3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0161D43-DF9A-4474-80DC-D200C46C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2221277-D2EB-4A17-8F4D-07D3224E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398FD9E-FE55-47D4-859B-C6382756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B2DEA28-9A13-4D0C-8EE7-8029CD3D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9EFABA57-C7D0-45C6-A23C-75BC5289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50210573-8D9E-40B2-BA8F-D39B7A59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5D2FEBE-BDB7-4FD2-ABBF-8EE244C9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2E5DB72E-5595-4FB7-B380-D8749B4E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D919FC5F-A8C1-4F92-A3D9-4E21D0F7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923165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83E3B97-8FF6-4770-87CA-9AA67A89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E536819-240B-4721-AD1E-0A7209BA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EA37A61-AB22-4E26-940D-2EDCDE55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09E573C-8A28-41A6-B92A-D0249494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10F4091-A1F6-41DA-8E2A-E7770D2A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0EC3EDE-CC05-4157-B7D2-B0CD1413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9647EF3-3E77-4782-A581-FC19EE23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79BD0DE-3311-4AD1-9355-614C9DF8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F8B15E0-A2F9-4BBF-B0AC-14769734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7CCD8D8-EF2E-4604-BC8F-817A5C50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206381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1C485A1-060D-4DD9-A7A1-72652FEC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FA87785-2382-40FD-8335-D0C4FC9B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8A68EEE-C67B-46EC-AE7A-48C50CE6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68EC054-82EC-448F-A24E-F91D6A1A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8597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776FA48-9F74-46F4-A657-89466D5B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546CC1D-6507-4BE8-8B01-EA8401E1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C706A06-24BD-438B-8476-BAFBD037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698D8EF-4AD7-4CE0-B4EC-A45AB318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1AFA65A-1D48-4EEE-A481-BB7A6F91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770E011-20EA-40DF-BD0D-51337603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B53602A-580E-4A5C-9BBF-BD3286AC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645C34C-C828-4B61-AF26-9280ACB2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946167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AF2031C-BDA1-4C0A-9413-9C5AF064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8E53B2E-71B2-42B9-BC39-329C4782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AEC63B8-A44B-448D-9F40-89DDB7EF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2280150-8C60-4252-AA31-361204DC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0436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0293E3D-FD2F-4963-8AF1-44596EB3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E5CC102-1B48-4101-82AE-E7787899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26611F2-A60B-43B0-9C3B-DF412492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8C0B174-F322-4481-8B4C-C0677E2F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6CD2A63-7897-453D-8751-6638A501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88DE901-0371-4220-BA0A-56098536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4FE03A8-5CB2-40F8-9E53-B1F7528B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E493B77-1FAD-489C-8CB8-DC515B15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244359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42265D2-35C4-49A8-9297-86696556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46D92E5-E6A0-471C-A2A1-80C40245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F84F534-6825-4EE5-ADD5-0C82339E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A3300C0-9D91-486E-B078-01FF0CAE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B85E2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E8D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3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9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4211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525B0C9-2B86-4AB3-A13B-D41DA7F2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3286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0" b="1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2362ADE-7A69-4FC7-ABEA-6E79475A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33625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503828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3CC0A2F-80FA-4636-9593-EA02B326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573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EEEC7B7-2B58-4B6D-A163-677C8B54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578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B85E25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69005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2026-09-25T07:47:19.1070000Z</dcterms:created>
  <dcterms:modified xsi:type="dcterms:W3CDTF">2026-09-25T07:47:19.1070000Z</dcterms:modified>
</coreProperties>
</file>