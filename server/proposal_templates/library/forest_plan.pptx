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7cd78769f64686" /><Relationship Type="http://schemas.openxmlformats.org/officeDocument/2006/relationships/extended-properties" Target="/docProps/app.xml" Id="R97371bd3c89f44e0" /><Relationship Type="http://schemas.openxmlformats.org/officeDocument/2006/relationships/officeDocument" Target="/ppt/presentation.xml" Id="R624d2e6bf3234a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81d8c4487f47f4"/>
  </p:sldMasterIdLst>
  <p:notesMasterIdLst>
    <p:notesMasterId xmlns:r="http://schemas.openxmlformats.org/officeDocument/2006/relationships" r:id="Re72f90da148e4914"/>
  </p:notesMasterIdLst>
  <p:sldIdLst>
    <p:sldId xmlns:r="http://schemas.openxmlformats.org/officeDocument/2006/relationships" id="256" r:id="R5265b5fa05f04a12"/>
    <p:sldId xmlns:r="http://schemas.openxmlformats.org/officeDocument/2006/relationships" id="257" r:id="Rf9b623ba7836484e"/>
    <p:sldId xmlns:r="http://schemas.openxmlformats.org/officeDocument/2006/relationships" id="258" r:id="R3f192d93b62e4fd5"/>
    <p:sldId xmlns:r="http://schemas.openxmlformats.org/officeDocument/2006/relationships" id="259" r:id="R70715a81a0d54e65"/>
    <p:sldId xmlns:r="http://schemas.openxmlformats.org/officeDocument/2006/relationships" id="260" r:id="Rff3bc9ddc6b84c85"/>
    <p:sldId xmlns:r="http://schemas.openxmlformats.org/officeDocument/2006/relationships" id="261" r:id="R4e8ff3853363401d"/>
    <p:sldId xmlns:r="http://schemas.openxmlformats.org/officeDocument/2006/relationships" id="262" r:id="R53fa074c24ae4a3a"/>
    <p:sldId xmlns:r="http://schemas.openxmlformats.org/officeDocument/2006/relationships" id="263" r:id="R3b128c2a75764663"/>
    <p:sldId xmlns:r="http://schemas.openxmlformats.org/officeDocument/2006/relationships" id="264" r:id="R0ee9eab06c2a4061"/>
    <p:sldId xmlns:r="http://schemas.openxmlformats.org/officeDocument/2006/relationships" id="265" r:id="R0e700a7becd34bfa"/>
    <p:sldId xmlns:r="http://schemas.openxmlformats.org/officeDocument/2006/relationships" id="266" r:id="R445d4a552a4d42a2"/>
    <p:sldId xmlns:r="http://schemas.openxmlformats.org/officeDocument/2006/relationships" id="267" r:id="R9dfdfcba860d4227"/>
    <p:sldId xmlns:r="http://schemas.openxmlformats.org/officeDocument/2006/relationships" id="268" r:id="R376e82c8a0bf42e8"/>
    <p:sldId xmlns:r="http://schemas.openxmlformats.org/officeDocument/2006/relationships" id="269" r:id="R9b0960e2ed0e4e12"/>
    <p:sldId xmlns:r="http://schemas.openxmlformats.org/officeDocument/2006/relationships" id="270" r:id="Rd6ad481647b049fe"/>
    <p:sldId xmlns:r="http://schemas.openxmlformats.org/officeDocument/2006/relationships" id="271" r:id="R2fd5e0cdbc4947da"/>
    <p:sldId xmlns:r="http://schemas.openxmlformats.org/officeDocument/2006/relationships" id="272" r:id="R407fe00f108d47fe"/>
    <p:sldId xmlns:r="http://schemas.openxmlformats.org/officeDocument/2006/relationships" id="273" r:id="R14c4aa01259643d4"/>
    <p:sldId xmlns:r="http://schemas.openxmlformats.org/officeDocument/2006/relationships" id="274" r:id="Rd9ee368ac3cf4412"/>
    <p:sldId xmlns:r="http://schemas.openxmlformats.org/officeDocument/2006/relationships" id="275" r:id="R9b6fff8986744a2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f0172af3b04df2" /><Relationship Type="http://schemas.openxmlformats.org/officeDocument/2006/relationships/slideMaster" Target="/ppt/slideMasters/slideMaster1.xml" Id="Rd481d8c4487f47f4" /><Relationship Type="http://schemas.openxmlformats.org/officeDocument/2006/relationships/notesMaster" Target="/ppt/notesMasters/notesMaster1.xml" Id="Re72f90da148e4914" /><Relationship Type="http://schemas.openxmlformats.org/officeDocument/2006/relationships/presProps" Target="/ppt/presProps.xml" Id="Re209361564fe4365" /><Relationship Type="http://schemas.openxmlformats.org/officeDocument/2006/relationships/tableStyles" Target="/ppt/tableStyles.xml" Id="R116b8fec6c084df3" /><Relationship Type="http://schemas.openxmlformats.org/officeDocument/2006/relationships/slide" Target="/ppt/slides/slide1.xml" Id="R5265b5fa05f04a12" /><Relationship Type="http://schemas.openxmlformats.org/officeDocument/2006/relationships/slide" Target="/ppt/slides/slide2.xml" Id="Rf9b623ba7836484e" /><Relationship Type="http://schemas.openxmlformats.org/officeDocument/2006/relationships/slide" Target="/ppt/slides/slide3.xml" Id="R3f192d93b62e4fd5" /><Relationship Type="http://schemas.openxmlformats.org/officeDocument/2006/relationships/slide" Target="/ppt/slides/slide4.xml" Id="R70715a81a0d54e65" /><Relationship Type="http://schemas.openxmlformats.org/officeDocument/2006/relationships/slide" Target="/ppt/slides/slide5.xml" Id="Rff3bc9ddc6b84c85" /><Relationship Type="http://schemas.openxmlformats.org/officeDocument/2006/relationships/slide" Target="/ppt/slides/slide6.xml" Id="R4e8ff3853363401d" /><Relationship Type="http://schemas.openxmlformats.org/officeDocument/2006/relationships/slide" Target="/ppt/slides/slide7.xml" Id="R53fa074c24ae4a3a" /><Relationship Type="http://schemas.openxmlformats.org/officeDocument/2006/relationships/slide" Target="/ppt/slides/slide8.xml" Id="R3b128c2a75764663" /><Relationship Type="http://schemas.openxmlformats.org/officeDocument/2006/relationships/slide" Target="/ppt/slides/slide9.xml" Id="R0ee9eab06c2a4061" /><Relationship Type="http://schemas.openxmlformats.org/officeDocument/2006/relationships/slide" Target="/ppt/slides/slide10.xml" Id="R0e700a7becd34bfa" /><Relationship Type="http://schemas.openxmlformats.org/officeDocument/2006/relationships/slide" Target="/ppt/slides/slide11.xml" Id="R445d4a552a4d42a2" /><Relationship Type="http://schemas.openxmlformats.org/officeDocument/2006/relationships/slide" Target="/ppt/slides/slide12.xml" Id="R9dfdfcba860d4227" /><Relationship Type="http://schemas.openxmlformats.org/officeDocument/2006/relationships/slide" Target="/ppt/slides/slide13.xml" Id="R376e82c8a0bf42e8" /><Relationship Type="http://schemas.openxmlformats.org/officeDocument/2006/relationships/slide" Target="/ppt/slides/slide14.xml" Id="R9b0960e2ed0e4e12" /><Relationship Type="http://schemas.openxmlformats.org/officeDocument/2006/relationships/slide" Target="/ppt/slides/slide15.xml" Id="Rd6ad481647b049fe" /><Relationship Type="http://schemas.openxmlformats.org/officeDocument/2006/relationships/slide" Target="/ppt/slides/slide16.xml" Id="R2fd5e0cdbc4947da" /><Relationship Type="http://schemas.openxmlformats.org/officeDocument/2006/relationships/slide" Target="/ppt/slides/slide17.xml" Id="R407fe00f108d47fe" /><Relationship Type="http://schemas.openxmlformats.org/officeDocument/2006/relationships/slide" Target="/ppt/slides/slide18.xml" Id="R14c4aa01259643d4" /><Relationship Type="http://schemas.openxmlformats.org/officeDocument/2006/relationships/slide" Target="/ppt/slides/slide19.xml" Id="Rd9ee368ac3cf4412" /><Relationship Type="http://schemas.openxmlformats.org/officeDocument/2006/relationships/slide" Target="/ppt/slides/slide20.xml" Id="R9b6fff8986744a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577fa164ed4c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2b7732526f46b8" /><Relationship Type="http://schemas.openxmlformats.org/officeDocument/2006/relationships/notesMaster" Target="/ppt/notesMasters/notesMaster1.xml" Id="R05671b5098b24c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076db9ebbe4a6f" /><Relationship Type="http://schemas.openxmlformats.org/officeDocument/2006/relationships/notesMaster" Target="/ppt/notesMasters/notesMaster1.xml" Id="R1cc9ea3f718e41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8d3c8ffb744134" /><Relationship Type="http://schemas.openxmlformats.org/officeDocument/2006/relationships/notesMaster" Target="/ppt/notesMasters/notesMaster1.xml" Id="Rf9e525c9e2f448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1fdf5d8d4064a84" /><Relationship Type="http://schemas.openxmlformats.org/officeDocument/2006/relationships/notesMaster" Target="/ppt/notesMasters/notesMaster1.xml" Id="Ra2fc4ef9f0cd49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1f44b2fa89049a3" /><Relationship Type="http://schemas.openxmlformats.org/officeDocument/2006/relationships/notesMaster" Target="/ppt/notesMasters/notesMaster1.xml" Id="Raf900481dd1843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cf66702f294e1f" /><Relationship Type="http://schemas.openxmlformats.org/officeDocument/2006/relationships/notesMaster" Target="/ppt/notesMasters/notesMaster1.xml" Id="R2ee1247dd8e440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d71547720e34dd4" /><Relationship Type="http://schemas.openxmlformats.org/officeDocument/2006/relationships/notesMaster" Target="/ppt/notesMasters/notesMaster1.xml" Id="R852a4bb2afb04c3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bae3658669348ca" /><Relationship Type="http://schemas.openxmlformats.org/officeDocument/2006/relationships/notesMaster" Target="/ppt/notesMasters/notesMaster1.xml" Id="Rcffbec202c9c401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ced28a06d654fa8" /><Relationship Type="http://schemas.openxmlformats.org/officeDocument/2006/relationships/notesMaster" Target="/ppt/notesMasters/notesMaster1.xml" Id="Rd9664c4cf5c9463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9a76a36be7a44c8" /><Relationship Type="http://schemas.openxmlformats.org/officeDocument/2006/relationships/notesMaster" Target="/ppt/notesMasters/notesMaster1.xml" Id="Re5607292c2f9482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fb2552f5e5d41fc" /><Relationship Type="http://schemas.openxmlformats.org/officeDocument/2006/relationships/notesMaster" Target="/ppt/notesMasters/notesMaster1.xml" Id="R4c7a537bcfab479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b6290d60f624e84" /><Relationship Type="http://schemas.openxmlformats.org/officeDocument/2006/relationships/notesMaster" Target="/ppt/notesMasters/notesMaster1.xml" Id="R79ba0fd69c234d4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f18a79fa54a4858" /><Relationship Type="http://schemas.openxmlformats.org/officeDocument/2006/relationships/notesMaster" Target="/ppt/notesMasters/notesMaster1.xml" Id="R2c1bfb0ff6944b9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c8110d7973247b8" /><Relationship Type="http://schemas.openxmlformats.org/officeDocument/2006/relationships/notesMaster" Target="/ppt/notesMasters/notesMaster1.xml" Id="Rdef1f8d2fa3a4b3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168509682df456d" /><Relationship Type="http://schemas.openxmlformats.org/officeDocument/2006/relationships/notesMaster" Target="/ppt/notesMasters/notesMaster1.xml" Id="R468138613c6e4d5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444c22a73bf4825" /><Relationship Type="http://schemas.openxmlformats.org/officeDocument/2006/relationships/notesMaster" Target="/ppt/notesMasters/notesMaster1.xml" Id="R6443628adc84430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158d4e0bf564173" /><Relationship Type="http://schemas.openxmlformats.org/officeDocument/2006/relationships/notesMaster" Target="/ppt/notesMasters/notesMaster1.xml" Id="R0281cfc7eaa74f1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2abbd54c4524a39" /><Relationship Type="http://schemas.openxmlformats.org/officeDocument/2006/relationships/notesMaster" Target="/ppt/notesMasters/notesMaster1.xml" Id="Rd91dc2ff205d482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ca342a143c34abb" /><Relationship Type="http://schemas.openxmlformats.org/officeDocument/2006/relationships/notesMaster" Target="/ppt/notesMasters/notesMaster1.xml" Id="Rf5a819cf8ff24fe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3f541eaff97418d" /><Relationship Type="http://schemas.openxmlformats.org/officeDocument/2006/relationships/notesMaster" Target="/ppt/notesMasters/notesMaster1.xml" Id="Rfb8c909fc54f4c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포레스트 플랜. Role: cover.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포레스트 플랜. Role: contents.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포레스트 플랜. Role: summary.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포레스트 플랜. Role: problem.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포레스트 플랜. Role: objective.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포레스트 플랜. Role: compliance.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포레스트 플랜. Role: evaluation.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포레스트 플랜. Role: strategy.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포레스트 플랜. Role: process.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포레스트 플랜. Role: domain.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포레스트 플랜. Role: timeline.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포레스트 플랜. Role: organization.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포레스트 플랜. Role: governance.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포레스트 플랜. Role: quality.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포레스트 플랜. Role: risk.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포레스트 플랜. Role: security.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포레스트 플랜. Role: metrics.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포레스트 플랜. Role: evidence.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포레스트 플랜. Role: outcomes.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포레스트 플랜. Role: closing.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72f4fd97e443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b272b93888415e" /><Relationship Type="http://schemas.openxmlformats.org/officeDocument/2006/relationships/slideLayout" Target="/ppt/slideLayouts/slideLayout1.xml" Id="Re277e5a1e3194b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77e5a1e3194b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3ad19a742d45d3" /><Relationship Type="http://schemas.openxmlformats.org/officeDocument/2006/relationships/image" Target="/ppt/media/image.png" Id="R59cc18a046f64b0a" /><Relationship Type="http://schemas.openxmlformats.org/officeDocument/2006/relationships/notesSlide" Target="/ppt/notesSlides/notesSlide1.xml" Id="R54f497b2d22440d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a4fce59d0d4e59" /><Relationship Type="http://schemas.openxmlformats.org/officeDocument/2006/relationships/notesSlide" Target="/ppt/notesSlides/notesSlide2.xml" Id="R01c024ed12d74f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7d1e84114a4108" /><Relationship Type="http://schemas.openxmlformats.org/officeDocument/2006/relationships/notesSlide" Target="/ppt/notesSlides/notesSlide3.xml" Id="R6b843c214b6447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e0128ba67c4ea4" /><Relationship Type="http://schemas.openxmlformats.org/officeDocument/2006/relationships/notesSlide" Target="/ppt/notesSlides/notesSlide4.xml" Id="Rdd72177336e34e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4087309ea34f56" /><Relationship Type="http://schemas.openxmlformats.org/officeDocument/2006/relationships/notesSlide" Target="/ppt/notesSlides/notesSlide5.xml" Id="Re50aa5c78bb149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b3c0a4c747450c" /><Relationship Type="http://schemas.openxmlformats.org/officeDocument/2006/relationships/notesSlide" Target="/ppt/notesSlides/notesSlide6.xml" Id="Ra115b691ea2a4b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fd444261634614" /><Relationship Type="http://schemas.openxmlformats.org/officeDocument/2006/relationships/notesSlide" Target="/ppt/notesSlides/notesSlide7.xml" Id="Rcf42918df179405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5effac35b24d99" /><Relationship Type="http://schemas.openxmlformats.org/officeDocument/2006/relationships/notesSlide" Target="/ppt/notesSlides/notesSlide8.xml" Id="R7695dca0bd6446b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2985e98e3d4286" /><Relationship Type="http://schemas.openxmlformats.org/officeDocument/2006/relationships/notesSlide" Target="/ppt/notesSlides/notesSlide9.xml" Id="R47542daabc7a47f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4f74d7730f4276" /><Relationship Type="http://schemas.openxmlformats.org/officeDocument/2006/relationships/notesSlide" Target="/ppt/notesSlides/notesSlide10.xml" Id="R56aa60461ea8448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883ce688334159" /><Relationship Type="http://schemas.openxmlformats.org/officeDocument/2006/relationships/notesSlide" Target="/ppt/notesSlides/notesSlide11.xml" Id="R33c0ce82174b46f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cb79062cab4441" /><Relationship Type="http://schemas.openxmlformats.org/officeDocument/2006/relationships/notesSlide" Target="/ppt/notesSlides/notesSlide12.xml" Id="R2bb06f8df18f40a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d191cec94046e7" /><Relationship Type="http://schemas.openxmlformats.org/officeDocument/2006/relationships/notesSlide" Target="/ppt/notesSlides/notesSlide13.xml" Id="R9fceb80d731e4a3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be35b432514aab" /><Relationship Type="http://schemas.openxmlformats.org/officeDocument/2006/relationships/notesSlide" Target="/ppt/notesSlides/notesSlide14.xml" Id="Rc1fac9417da94c7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60497dc9184fdc" /><Relationship Type="http://schemas.openxmlformats.org/officeDocument/2006/relationships/notesSlide" Target="/ppt/notesSlides/notesSlide15.xml" Id="R7beba803d07049d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0d01fcdcdd4043" /><Relationship Type="http://schemas.openxmlformats.org/officeDocument/2006/relationships/notesSlide" Target="/ppt/notesSlides/notesSlide16.xml" Id="R7708ab3b73c64c7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2c93c7e97744f6" /><Relationship Type="http://schemas.openxmlformats.org/officeDocument/2006/relationships/notesSlide" Target="/ppt/notesSlides/notesSlide17.xml" Id="R3fe0e402001a49e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6d0cb67bfa47a9" /><Relationship Type="http://schemas.openxmlformats.org/officeDocument/2006/relationships/notesSlide" Target="/ppt/notesSlides/notesSlide18.xml" Id="Ra121301885434b1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64afc5ea4746b3" /><Relationship Type="http://schemas.openxmlformats.org/officeDocument/2006/relationships/notesSlide" Target="/ppt/notesSlides/notesSlide19.xml" Id="Raf85d7c89ffc49a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b3b90688fc4999" /><Relationship Type="http://schemas.openxmlformats.org/officeDocument/2006/relationships/image" Target="/ppt/media/image2.png" Id="R5e9cd9084c094bea" /><Relationship Type="http://schemas.openxmlformats.org/officeDocument/2006/relationships/notesSlide" Target="/ppt/notesSlides/notesSlide20.xml" Id="R013345540cd34f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23E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cc18a046f64b0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id3-fixed-eyebrow">
            <a:extLst xmlns:a="http://schemas.openxmlformats.org/drawingml/2006/main">
              <a:ext uri="{FF2B5EF4-FFF2-40B4-BE49-F238E27FC236}">
                <a16:creationId xmlns:a16="http://schemas.microsoft.com/office/drawing/2014/main" id="{35992FA2-6273-4C11-940B-FB468190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477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사업 제안서</a:t>
            </a:r>
          </a:p>
        </p:txBody>
      </p:sp>
      <p:sp>
        <p:nvSpPr>
          <p:cNvPr id="3" name="bid3-title">
            <a:extLst xmlns:a="http://schemas.openxmlformats.org/drawingml/2006/main">
              <a:ext uri="{FF2B5EF4-FFF2-40B4-BE49-F238E27FC236}">
                <a16:creationId xmlns:a16="http://schemas.microsoft.com/office/drawing/2014/main" id="{E21D4909-CA6D-4CA0-AF28-B4A41666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74771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[사업명]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F469F693-A461-4600-AC7A-B3D017BB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9575"/>
            <a:ext cx="7477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발주기관 확인 필요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9510F2B9-D5E0-4BD0-9882-E200B673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74771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제안사 확인 필요 · 제출일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1155357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bid3-title">
            <a:extLst xmlns:a="http://schemas.openxmlformats.org/drawingml/2006/main">
              <a:ext uri="{FF2B5EF4-FFF2-40B4-BE49-F238E27FC236}">
                <a16:creationId xmlns:a16="http://schemas.microsoft.com/office/drawing/2014/main" id="{FF74DBBE-F8E4-4F96-8EF9-10486516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제안의 구성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0C33BCDB-C748-4629-9F6F-8030E831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CF2A5F92-8BE6-4EBD-8EF1-176F4892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2E7627B4-729A-4280-9148-E5B7D2F7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ECBD9583-5325-456E-8FE1-B2608F7C4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43100"/>
            <a:ext cx="10210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사업 이해와 제안 방향</a:t>
            </a:r>
          </a:p>
        </p:txBody>
      </p:sp>
      <p:sp>
        <p:nvSpPr>
          <p:cNvPr id="6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627DFE6F-EFF6-40BE-8322-D9F7C9BE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78A32B2B-27ED-42DB-B8A5-870CCE81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95600"/>
            <a:ext cx="10210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수행 방법과 운영 체계</a:t>
            </a:r>
          </a:p>
        </p:txBody>
      </p:sp>
      <p:sp>
        <p:nvSpPr>
          <p:cNvPr id="8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38803BC7-8CFA-4477-A0BC-725A11AF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CDE810D2-2308-4A08-8FD8-0B6DAC43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48100"/>
            <a:ext cx="10210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품질·위험·보안 관리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56A63992-E191-4A9F-ABC8-73393E75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9F52E3DD-EDD8-421E-A191-D1D69320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00600"/>
            <a:ext cx="10210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검증 근거와 성과 관리</a:t>
            </a:r>
          </a:p>
        </p:txBody>
      </p:sp>
    </p:spTree>
    <p:extLst>
      <p:ext uri="{BB962C8B-B14F-4D97-AF65-F5344CB8AC3E}">
        <p14:creationId xmlns:p14="http://schemas.microsoft.com/office/powerpoint/2010/main" val="14778585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id3-title">
            <a:extLst xmlns:a="http://schemas.openxmlformats.org/drawingml/2006/main">
              <a:ext uri="{FF2B5EF4-FFF2-40B4-BE49-F238E27FC236}">
                <a16:creationId xmlns:a16="http://schemas.microsoft.com/office/drawing/2014/main" id="{B2C359AD-8DDA-49F4-9042-C5A53051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제안 요약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03B2BE5E-C365-4D88-BABF-C3170679F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46D01B16-90C6-4A2C-A29F-6CABD9E5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EDC6E242-37E6-4148-9C9D-F5A90468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핵심 제안 내용 확인 필요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9BE074E9-29F4-4F9E-B707-29313E28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345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사업의 목적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7DB59DDB-B673-46CB-B536-2ED545FC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34544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29300E2B-3573-4EA4-B65E-F197EB8B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3381375"/>
            <a:ext cx="345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주요 수행 내용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B179393C-D7E2-443C-94E2-61785C6A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4267200"/>
            <a:ext cx="34544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03F614F6-2BDF-465B-B28A-AD19070D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3381375"/>
            <a:ext cx="345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완료 기준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CD7C50CC-DD2D-4212-9856-21DC6788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4267200"/>
            <a:ext cx="34544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9483573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CB43ED0E-381C-4BF5-8C6E-51482740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사업 이해와 핵심 과제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3D9BD74C-F1BD-4DC0-9CA6-8ECC551D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2D484199-A894-4BE8-B0B4-253CB598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5F315D21-EE1D-43A0-BDC1-6873363C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발주처의 현황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57B89569-AA25-4633-B392-B227FA28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911996BD-F597-443A-A921-4A738B4C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해결해야 할 과제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59FBF763-AF00-46D4-92CD-72A3C65C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21231300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98A7AB04-D203-49AA-A091-4CED3B0C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사업 목표와 적용 범위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7D96AAC3-2AED-404F-954A-86D65908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3A8930FE-1599-4E3B-AEB3-AED1FEB6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259B85EA-854B-4C87-8987-52EDC160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대상과 범위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2E8B1152-E2F5-433D-AD63-B1117B18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F8AC0426-65F5-472F-9EF5-3949AD9E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정량 목표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38152083-74AF-4308-AB28-33C270C5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8182E6CD-F877-4C44-ABFA-665B7F6A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적용 조건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D5EF1F0A-7934-4BD8-A970-9C931EA67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8384894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B9BC683F-13E0-443D-AEAF-A07A45DD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요구사항 대응 계획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0F4039E8-6B85-4A0D-95D7-EC182190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713ABCD6-954B-4912-AD41-A72D8418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요구사항</a:t>
                      </a:r>
                    </a:p>
                  </a:txBody>
                  <a:tcPr marL="171450" marR="171450" marT="152400" marB="114300" anchor="ctr">
                    <a:solidFill>
                      <a:srgbClr val="447A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수행 방안</a:t>
                      </a:r>
                    </a:p>
                  </a:txBody>
                  <a:tcPr marL="171450" marR="171450" marT="152400" marB="114300" anchor="ctr">
                    <a:solidFill>
                      <a:srgbClr val="447A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근거</a:t>
                      </a:r>
                    </a:p>
                  </a:txBody>
                  <a:tcPr marL="171450" marR="171450" marT="152400" marB="114300" anchor="ctr">
                    <a:solidFill>
                      <a:srgbClr val="447A4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6EF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EF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EFE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AF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6EF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EF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EFE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A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68317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A6B6A4D6-DE1F-43BE-A582-091924F8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평가항목별 제안 근거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0989171C-433B-42B1-A278-751CAB996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0F11FCA8-04B6-431E-A7A8-72A41F33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평가항목</a:t>
                      </a:r>
                    </a:p>
                  </a:txBody>
                  <a:tcPr marL="171450" marR="171450" marT="152400" marB="114300" anchor="ctr">
                    <a:solidFill>
                      <a:srgbClr val="447A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제안 내용</a:t>
                      </a:r>
                    </a:p>
                  </a:txBody>
                  <a:tcPr marL="171450" marR="171450" marT="152400" marB="114300" anchor="ctr">
                    <a:solidFill>
                      <a:srgbClr val="447A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증빙·관련 페이지</a:t>
                      </a:r>
                    </a:p>
                  </a:txBody>
                  <a:tcPr marL="171450" marR="171450" marT="152400" marB="114300" anchor="ctr">
                    <a:solidFill>
                      <a:srgbClr val="447A4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6EF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EF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EFE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AF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6EF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EF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EFE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A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39259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08D6AA2E-6350-48B6-AE4D-3198192B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핵심 수행 전략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A0A06D3C-8DB1-4188-AC71-85B4AD4ED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1B3CA62F-0A81-4B20-A6BF-CD89E407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57DCF659-2998-4945-80CC-69D2DA87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접근 방법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C8555B51-6E8C-42CD-A3BC-05CD1392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4F32A2B3-F751-4760-83DA-C49C07AE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수행의 차별점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550EC3A9-48C3-4474-83A1-33378BA3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AF7806C6-9549-4FB8-8711-304125C1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실행 조건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CF61DCA0-2559-46E0-BF73-9C11133C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1002174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id3-title">
            <a:extLst xmlns:a="http://schemas.openxmlformats.org/drawingml/2006/main">
              <a:ext uri="{FF2B5EF4-FFF2-40B4-BE49-F238E27FC236}">
                <a16:creationId xmlns:a16="http://schemas.microsoft.com/office/drawing/2014/main" id="{D455FD1C-9A70-440F-AA2E-2F4B9A11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단계별 수행 절차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DBE3720F-820F-4470-B5A9-4D12B197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83FC7F83-5598-41D8-ACB0-FAF08B91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5E8261D2-77AC-4050-B802-41E64E9F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39F21812-6DA0-4B78-A54C-0D74E05A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9431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착수·요건 확인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6966566E-FDFD-44AF-A0FF-6AAF7CD7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907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7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36EE145B-1EC9-4442-90DE-28EFBC35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777B9CCD-AE2D-4745-A855-6900D3E2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337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설계·준비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D1B46AFF-63C8-4856-B958-D1C2C352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813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5EED22FE-010A-492B-8077-95660E29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B10A2C25-AFA0-4B56-880F-E6F288D2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243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실행·점검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18CE5B1A-F9FE-483D-897B-F6780003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719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13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796FE9A5-22A2-4F7B-8A9C-54C11B8F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43F306C3-100B-4F4E-ACB1-DA4F1BEE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149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검증·인계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13102449-9EC9-4701-AF14-FE08E123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625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</p:spTree>
    <p:extLst>
      <p:ext uri="{BB962C8B-B14F-4D97-AF65-F5344CB8AC3E}">
        <p14:creationId xmlns:p14="http://schemas.microsoft.com/office/powerpoint/2010/main" val="20089645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9543A4C5-E58F-4171-8D38-EDA2D897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세부 과업 수행 방안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DA571494-ADDD-4FD7-B6BB-F5444795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C4B47C87-927D-4567-8CEB-C383AA22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3C1B9606-BDB1-4C3E-B2F8-0157F4BC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주요 과업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4F54C862-3CA8-4A25-BBA6-00D565EB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172D11E4-C4D8-4341-BCFA-449DB0E3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수행 방법과 산출물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83A88FB5-C06C-4631-AB0B-B2DBB940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3689412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7AA03A5E-746D-42CC-A19F-FFD9529C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추진 일정과 마일스톤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695A2295-BF9F-4B81-81D1-152F5F68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1AD1049D-B820-4B80-91A1-EB76A2DC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171450" marR="171450" marT="152400" marB="114300" anchor="ctr">
                    <a:solidFill>
                      <a:srgbClr val="447A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기간</a:t>
                      </a:r>
                    </a:p>
                  </a:txBody>
                  <a:tcPr marL="171450" marR="171450" marT="152400" marB="114300" anchor="ctr">
                    <a:solidFill>
                      <a:srgbClr val="447A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활동</a:t>
                      </a:r>
                    </a:p>
                  </a:txBody>
                  <a:tcPr marL="171450" marR="171450" marT="152400" marB="114300" anchor="ctr">
                    <a:solidFill>
                      <a:srgbClr val="447A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기준</a:t>
                      </a:r>
                    </a:p>
                  </a:txBody>
                  <a:tcPr marL="171450" marR="171450" marT="152400" marB="114300" anchor="ctr">
                    <a:solidFill>
                      <a:srgbClr val="447A4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6EF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EF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EF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EFE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AF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6EF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EF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EF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EFE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A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857334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A21DDCB1-E06F-4B92-9715-E1649D0C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수행 조직과 역할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9D618274-C341-4F64-8191-DE737C1A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AFAB29AE-8A80-4264-9CBA-AB8DA677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</a:t>
                      </a:r>
                    </a:p>
                  </a:txBody>
                  <a:tcPr marL="171450" marR="171450" marT="152400" marB="114300" anchor="ctr">
                    <a:solidFill>
                      <a:srgbClr val="447A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담당·투입 조건</a:t>
                      </a:r>
                    </a:p>
                  </a:txBody>
                  <a:tcPr marL="171450" marR="171450" marT="152400" marB="114300" anchor="ctr">
                    <a:solidFill>
                      <a:srgbClr val="447A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책임과 수행 내용</a:t>
                      </a:r>
                    </a:p>
                  </a:txBody>
                  <a:tcPr marL="171450" marR="171450" marT="152400" marB="114300" anchor="ctr">
                    <a:solidFill>
                      <a:srgbClr val="447A4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6EF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EF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EFE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AF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6EF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EF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EFE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A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172250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id3-title">
            <a:extLst xmlns:a="http://schemas.openxmlformats.org/drawingml/2006/main">
              <a:ext uri="{FF2B5EF4-FFF2-40B4-BE49-F238E27FC236}">
                <a16:creationId xmlns:a16="http://schemas.microsoft.com/office/drawing/2014/main" id="{151B0EAD-CCC8-4D44-B62D-6BD44B89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보고와 의사결정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61A94FC0-34E7-471F-A1FF-0B7A4934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DED73763-EA4D-4802-AF03-5DC2601C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8A2CCC36-652A-40EC-800E-91B4A090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F1619E6E-C1DA-436B-94D6-D20BA293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9431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진행 현황 보고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90363D71-42B7-4BF8-8F91-A084EDB7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907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7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D0BE3FAD-4839-452A-90D4-B23E6D7B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EBEC7642-C1BA-4ADB-978B-88D80B3A2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337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쟁점 검토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721647F1-ED93-4421-A5A9-5B697CF0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813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9AA101AF-679A-4A16-97E3-19195F34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45D4E14C-9A3A-4AD2-B71F-005C9637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243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발주처 협의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FF2959C8-B29B-442E-9FDF-39FEE7B1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719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13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DB2783EB-5420-4F3D-8E67-0DDE74CF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D83DC50B-D86F-4C87-B473-1BA4E680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149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변경사항 반영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1985C867-0F8A-4CEB-82BD-B872E611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625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11133316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407B8E1B-F595-4F2D-A40B-07D6C7EE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품질관리와 검수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74927F9B-E514-4924-961D-48F39DE2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1DD567C7-1343-4893-B65E-35C3CA92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97F374B1-AFD3-4D81-98D8-004F2D35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품질 기준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0217B7B2-B4ED-4CA2-B57E-A605766A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D05D4598-7E73-41FB-94F7-816567E5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검증 방법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60421A16-F2CD-410B-A38A-DA60E7730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450B887A-CEB0-43F4-AAC6-519B8001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보완과 재검수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0CDBE8DB-8752-4631-809F-E07C5C9C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98044472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73041667-BF66-41C2-8E45-4BECBF5F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위험과 대응 계획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8C2CBFFC-E5C8-4E02-9C0F-C727876C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A7138224-9794-4AE9-ACA6-1409A62C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위험 요인</a:t>
                      </a:r>
                    </a:p>
                  </a:txBody>
                  <a:tcPr marL="171450" marR="171450" marT="152400" marB="114300" anchor="ctr">
                    <a:solidFill>
                      <a:srgbClr val="447A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예방·대응 방안</a:t>
                      </a:r>
                    </a:p>
                  </a:txBody>
                  <a:tcPr marL="171450" marR="171450" marT="152400" marB="114300" anchor="ctr">
                    <a:solidFill>
                      <a:srgbClr val="447A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담당·점검 기준</a:t>
                      </a:r>
                    </a:p>
                  </a:txBody>
                  <a:tcPr marL="171450" marR="171450" marT="152400" marB="114300" anchor="ctr">
                    <a:solidFill>
                      <a:srgbClr val="447A4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6EF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EF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EFE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AF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6EF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EF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EFE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A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22491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AFEFB7E9-04BA-44FD-974D-92A27C0E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정보보호와 준수사항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E5A9B122-928F-4CC6-BE73-D57FB230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C9091235-3145-406C-AC75-C9C22D62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2BF585D4-6084-49BE-9533-A16073F7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보호 대상과 준수 기준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C71B2AB4-9628-4D6E-9199-E6C8E60C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05FEC0E8-0927-4301-9E06-368CC91E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통제 방법과 점검 기록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979297E1-FF31-4C74-ACE5-B3522398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93517509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B4AAE72A-EF1B-4C85-94AF-C501DE47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성과지표와 측정 방법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F06F732A-9D37-44E4-9F18-1402517F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94B4F972-AD81-481D-9A76-A968C964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성과지표</a:t>
                      </a:r>
                    </a:p>
                  </a:txBody>
                  <a:tcPr marL="171450" marR="171450" marT="152400" marB="114300" anchor="ctr">
                    <a:solidFill>
                      <a:srgbClr val="447A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목표·근거</a:t>
                      </a:r>
                    </a:p>
                  </a:txBody>
                  <a:tcPr marL="171450" marR="171450" marT="152400" marB="114300" anchor="ctr">
                    <a:solidFill>
                      <a:srgbClr val="447A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방법·주기</a:t>
                      </a:r>
                    </a:p>
                  </a:txBody>
                  <a:tcPr marL="171450" marR="171450" marT="152400" marB="114300" anchor="ctr">
                    <a:solidFill>
                      <a:srgbClr val="447A4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6EF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EF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EFE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AF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6EF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EF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EFE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A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416526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9F46A4D8-017A-4E4E-9F8D-DA8BD00B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수행 역량과 검증 자료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ADCA0431-0336-4DAC-8780-0A3F3AB28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E189E618-3256-4533-8D35-DA1A1E05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65E1E56B-8ED0-459D-AFCD-7A3C3162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관련 역량과 수행 경험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7BBC0049-5090-4CDF-9E96-BBF07145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F3E4BC3F-D331-4446-B3D7-0A904243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확인 가능한 증빙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3558DA6F-5704-4876-BF3C-B0DE3314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23770859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6EDCF6C0-F0D4-4195-8804-C3C0EE10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산출물과 완료 기준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3F3E6534-FB42-459E-A375-220D44B9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2CC4BDDE-CB25-442E-A355-70B8BD10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산출물</a:t>
                      </a:r>
                    </a:p>
                  </a:txBody>
                  <a:tcPr marL="171450" marR="171450" marT="152400" marB="114300" anchor="ctr">
                    <a:solidFill>
                      <a:srgbClr val="447A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제출·인계 방법</a:t>
                      </a:r>
                    </a:p>
                  </a:txBody>
                  <a:tcPr marL="171450" marR="171450" marT="152400" marB="114300" anchor="ctr">
                    <a:solidFill>
                      <a:srgbClr val="447A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기준</a:t>
                      </a:r>
                    </a:p>
                  </a:txBody>
                  <a:tcPr marL="171450" marR="171450" marT="152400" marB="114300" anchor="ctr">
                    <a:solidFill>
                      <a:srgbClr val="447A4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6EF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EF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EFE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AF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6EF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EF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EFE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E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A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487905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223E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9cd9084c094be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id3-fixed-eyebrow">
            <a:extLst xmlns:a="http://schemas.openxmlformats.org/drawingml/2006/main">
              <a:ext uri="{FF2B5EF4-FFF2-40B4-BE49-F238E27FC236}">
                <a16:creationId xmlns:a16="http://schemas.microsoft.com/office/drawing/2014/main" id="{C1E408E8-B2EB-4372-8D96-836E9214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477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제안의 핵심</a:t>
            </a:r>
          </a:p>
        </p:txBody>
      </p:sp>
      <p:sp>
        <p:nvSpPr>
          <p:cNvPr id="3" name="bid3-title">
            <a:extLst xmlns:a="http://schemas.openxmlformats.org/drawingml/2006/main">
              <a:ext uri="{FF2B5EF4-FFF2-40B4-BE49-F238E27FC236}">
                <a16:creationId xmlns:a16="http://schemas.microsoft.com/office/drawing/2014/main" id="{D5482B24-0C76-45C1-A2C1-5EC99B63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74771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223E30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223E30"/>
                </a:solidFill>
                <a:latin typeface="Malgun Gothic"/>
                <a:ea typeface="Malgun Gothic"/>
                <a:cs typeface="Malgun Gothic"/>
              </a:rPr>
              <a:t>수행 범위 확인 필요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F6F6E4C4-019D-412A-BF68-0A2E6FC4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9575"/>
            <a:ext cx="7477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실행 원칙 확인 필요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AA7EBA09-C9A6-4037-881E-2C603395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74771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47A46"/>
                </a:solidFill>
                <a:latin typeface="Malgun Gothic"/>
                <a:ea typeface="Malgun Gothic"/>
                <a:cs typeface="Malgun Gothic"/>
              </a:rPr>
              <a:t>협의 사항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8206682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2026-09-25T07:46:13.3540000Z</dcterms:created>
  <dcterms:modified xsi:type="dcterms:W3CDTF">2026-09-25T07:46:13.3540000Z</dcterms:modified>
</coreProperties>
</file>