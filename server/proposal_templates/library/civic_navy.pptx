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94f21c91664fe3" /><Relationship Type="http://schemas.openxmlformats.org/officeDocument/2006/relationships/extended-properties" Target="/docProps/app.xml" Id="R18cf0d9ea6f54c45" /><Relationship Type="http://schemas.openxmlformats.org/officeDocument/2006/relationships/officeDocument" Target="/ppt/presentation.xml" Id="R33eb661972e64a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95a391b9074c28"/>
  </p:sldMasterIdLst>
  <p:notesMasterIdLst>
    <p:notesMasterId xmlns:r="http://schemas.openxmlformats.org/officeDocument/2006/relationships" r:id="R9500c2fda1ae49a6"/>
  </p:notesMasterIdLst>
  <p:sldIdLst>
    <p:sldId xmlns:r="http://schemas.openxmlformats.org/officeDocument/2006/relationships" id="256" r:id="R444d6aa302894731"/>
    <p:sldId xmlns:r="http://schemas.openxmlformats.org/officeDocument/2006/relationships" id="257" r:id="R3cc55a743a284cb9"/>
    <p:sldId xmlns:r="http://schemas.openxmlformats.org/officeDocument/2006/relationships" id="258" r:id="R06d30dbd9521482a"/>
    <p:sldId xmlns:r="http://schemas.openxmlformats.org/officeDocument/2006/relationships" id="259" r:id="R40de4206b0a3422a"/>
    <p:sldId xmlns:r="http://schemas.openxmlformats.org/officeDocument/2006/relationships" id="260" r:id="Rcf9cbc5e0b534616"/>
    <p:sldId xmlns:r="http://schemas.openxmlformats.org/officeDocument/2006/relationships" id="261" r:id="R3d9c444f5430484a"/>
    <p:sldId xmlns:r="http://schemas.openxmlformats.org/officeDocument/2006/relationships" id="262" r:id="R9f14e3e46a2245bc"/>
    <p:sldId xmlns:r="http://schemas.openxmlformats.org/officeDocument/2006/relationships" id="263" r:id="R7df6cc1b9f8a4f80"/>
    <p:sldId xmlns:r="http://schemas.openxmlformats.org/officeDocument/2006/relationships" id="264" r:id="Reb3b4d7928e345bd"/>
    <p:sldId xmlns:r="http://schemas.openxmlformats.org/officeDocument/2006/relationships" id="265" r:id="R5c49e8db27fb457d"/>
    <p:sldId xmlns:r="http://schemas.openxmlformats.org/officeDocument/2006/relationships" id="266" r:id="Re84325eb50824000"/>
    <p:sldId xmlns:r="http://schemas.openxmlformats.org/officeDocument/2006/relationships" id="267" r:id="R1a83f22f60cc4360"/>
    <p:sldId xmlns:r="http://schemas.openxmlformats.org/officeDocument/2006/relationships" id="268" r:id="R8cfbc177984e4c02"/>
    <p:sldId xmlns:r="http://schemas.openxmlformats.org/officeDocument/2006/relationships" id="269" r:id="R1471e64e751f4757"/>
    <p:sldId xmlns:r="http://schemas.openxmlformats.org/officeDocument/2006/relationships" id="270" r:id="R7d753209ae5141a8"/>
    <p:sldId xmlns:r="http://schemas.openxmlformats.org/officeDocument/2006/relationships" id="271" r:id="R1074aafd2a5043b1"/>
    <p:sldId xmlns:r="http://schemas.openxmlformats.org/officeDocument/2006/relationships" id="272" r:id="R3602b8e5ac9b429d"/>
    <p:sldId xmlns:r="http://schemas.openxmlformats.org/officeDocument/2006/relationships" id="273" r:id="R39ea454b9b3d4f75"/>
    <p:sldId xmlns:r="http://schemas.openxmlformats.org/officeDocument/2006/relationships" id="274" r:id="Ra3ae68d2b44d4ef6"/>
    <p:sldId xmlns:r="http://schemas.openxmlformats.org/officeDocument/2006/relationships" id="275" r:id="R422af986ba8b4b0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22210b36d44acb" /><Relationship Type="http://schemas.openxmlformats.org/officeDocument/2006/relationships/slideMaster" Target="/ppt/slideMasters/slideMaster1.xml" Id="R9695a391b9074c28" /><Relationship Type="http://schemas.openxmlformats.org/officeDocument/2006/relationships/notesMaster" Target="/ppt/notesMasters/notesMaster1.xml" Id="R9500c2fda1ae49a6" /><Relationship Type="http://schemas.openxmlformats.org/officeDocument/2006/relationships/presProps" Target="/ppt/presProps.xml" Id="R2c65fe59bfc24841" /><Relationship Type="http://schemas.openxmlformats.org/officeDocument/2006/relationships/tableStyles" Target="/ppt/tableStyles.xml" Id="Rbd1b7ec4228c4888" /><Relationship Type="http://schemas.openxmlformats.org/officeDocument/2006/relationships/slide" Target="/ppt/slides/slide1.xml" Id="R444d6aa302894731" /><Relationship Type="http://schemas.openxmlformats.org/officeDocument/2006/relationships/slide" Target="/ppt/slides/slide2.xml" Id="R3cc55a743a284cb9" /><Relationship Type="http://schemas.openxmlformats.org/officeDocument/2006/relationships/slide" Target="/ppt/slides/slide3.xml" Id="R06d30dbd9521482a" /><Relationship Type="http://schemas.openxmlformats.org/officeDocument/2006/relationships/slide" Target="/ppt/slides/slide4.xml" Id="R40de4206b0a3422a" /><Relationship Type="http://schemas.openxmlformats.org/officeDocument/2006/relationships/slide" Target="/ppt/slides/slide5.xml" Id="Rcf9cbc5e0b534616" /><Relationship Type="http://schemas.openxmlformats.org/officeDocument/2006/relationships/slide" Target="/ppt/slides/slide6.xml" Id="R3d9c444f5430484a" /><Relationship Type="http://schemas.openxmlformats.org/officeDocument/2006/relationships/slide" Target="/ppt/slides/slide7.xml" Id="R9f14e3e46a2245bc" /><Relationship Type="http://schemas.openxmlformats.org/officeDocument/2006/relationships/slide" Target="/ppt/slides/slide8.xml" Id="R7df6cc1b9f8a4f80" /><Relationship Type="http://schemas.openxmlformats.org/officeDocument/2006/relationships/slide" Target="/ppt/slides/slide9.xml" Id="Reb3b4d7928e345bd" /><Relationship Type="http://schemas.openxmlformats.org/officeDocument/2006/relationships/slide" Target="/ppt/slides/slide10.xml" Id="R5c49e8db27fb457d" /><Relationship Type="http://schemas.openxmlformats.org/officeDocument/2006/relationships/slide" Target="/ppt/slides/slide11.xml" Id="Re84325eb50824000" /><Relationship Type="http://schemas.openxmlformats.org/officeDocument/2006/relationships/slide" Target="/ppt/slides/slide12.xml" Id="R1a83f22f60cc4360" /><Relationship Type="http://schemas.openxmlformats.org/officeDocument/2006/relationships/slide" Target="/ppt/slides/slide13.xml" Id="R8cfbc177984e4c02" /><Relationship Type="http://schemas.openxmlformats.org/officeDocument/2006/relationships/slide" Target="/ppt/slides/slide14.xml" Id="R1471e64e751f4757" /><Relationship Type="http://schemas.openxmlformats.org/officeDocument/2006/relationships/slide" Target="/ppt/slides/slide15.xml" Id="R7d753209ae5141a8" /><Relationship Type="http://schemas.openxmlformats.org/officeDocument/2006/relationships/slide" Target="/ppt/slides/slide16.xml" Id="R1074aafd2a5043b1" /><Relationship Type="http://schemas.openxmlformats.org/officeDocument/2006/relationships/slide" Target="/ppt/slides/slide17.xml" Id="R3602b8e5ac9b429d" /><Relationship Type="http://schemas.openxmlformats.org/officeDocument/2006/relationships/slide" Target="/ppt/slides/slide18.xml" Id="R39ea454b9b3d4f75" /><Relationship Type="http://schemas.openxmlformats.org/officeDocument/2006/relationships/slide" Target="/ppt/slides/slide19.xml" Id="Ra3ae68d2b44d4ef6" /><Relationship Type="http://schemas.openxmlformats.org/officeDocument/2006/relationships/slide" Target="/ppt/slides/slide20.xml" Id="R422af986ba8b4b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be54125dcd40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bc3764fa834621" /><Relationship Type="http://schemas.openxmlformats.org/officeDocument/2006/relationships/notesMaster" Target="/ppt/notesMasters/notesMaster1.xml" Id="R37dd0cadcb9e45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749257edcb4939" /><Relationship Type="http://schemas.openxmlformats.org/officeDocument/2006/relationships/notesMaster" Target="/ppt/notesMasters/notesMaster1.xml" Id="Rb21cd678885a42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22eb553fc241a7" /><Relationship Type="http://schemas.openxmlformats.org/officeDocument/2006/relationships/notesMaster" Target="/ppt/notesMasters/notesMaster1.xml" Id="Re39791be25b843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85c64705da4913" /><Relationship Type="http://schemas.openxmlformats.org/officeDocument/2006/relationships/notesMaster" Target="/ppt/notesMasters/notesMaster1.xml" Id="R6907156227b746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06c62d999147f9" /><Relationship Type="http://schemas.openxmlformats.org/officeDocument/2006/relationships/notesMaster" Target="/ppt/notesMasters/notesMaster1.xml" Id="R3984d903ec0b4f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54febef54d4eba" /><Relationship Type="http://schemas.openxmlformats.org/officeDocument/2006/relationships/notesMaster" Target="/ppt/notesMasters/notesMaster1.xml" Id="R0354b1ff55bb41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56deede0004998" /><Relationship Type="http://schemas.openxmlformats.org/officeDocument/2006/relationships/notesMaster" Target="/ppt/notesMasters/notesMaster1.xml" Id="Rb1d081a535f244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57f9c72db44a0e" /><Relationship Type="http://schemas.openxmlformats.org/officeDocument/2006/relationships/notesMaster" Target="/ppt/notesMasters/notesMaster1.xml" Id="R4e008339b5e94b5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864ae3255c74001" /><Relationship Type="http://schemas.openxmlformats.org/officeDocument/2006/relationships/notesMaster" Target="/ppt/notesMasters/notesMaster1.xml" Id="R47889ce936284af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d4f62c9e72841bb" /><Relationship Type="http://schemas.openxmlformats.org/officeDocument/2006/relationships/notesMaster" Target="/ppt/notesMasters/notesMaster1.xml" Id="R7cb5ea6308b242f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dc7a65c0f2648f1" /><Relationship Type="http://schemas.openxmlformats.org/officeDocument/2006/relationships/notesMaster" Target="/ppt/notesMasters/notesMaster1.xml" Id="R8bcf1ac63430499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ea027a8579443ff" /><Relationship Type="http://schemas.openxmlformats.org/officeDocument/2006/relationships/notesMaster" Target="/ppt/notesMasters/notesMaster1.xml" Id="R4cd535acb778445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7e4e5cdb4634c47" /><Relationship Type="http://schemas.openxmlformats.org/officeDocument/2006/relationships/notesMaster" Target="/ppt/notesMasters/notesMaster1.xml" Id="R035de8d7918b430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99e19e2bcbd424e" /><Relationship Type="http://schemas.openxmlformats.org/officeDocument/2006/relationships/notesMaster" Target="/ppt/notesMasters/notesMaster1.xml" Id="R4bbfe0eac67f4f8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a7097956e2e4198" /><Relationship Type="http://schemas.openxmlformats.org/officeDocument/2006/relationships/notesMaster" Target="/ppt/notesMasters/notesMaster1.xml" Id="Rd2a3b75d63144b3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37151a87e634e34" /><Relationship Type="http://schemas.openxmlformats.org/officeDocument/2006/relationships/notesMaster" Target="/ppt/notesMasters/notesMaster1.xml" Id="R90ee051b5991493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2c9aea9c7724a09" /><Relationship Type="http://schemas.openxmlformats.org/officeDocument/2006/relationships/notesMaster" Target="/ppt/notesMasters/notesMaster1.xml" Id="Rc8dcdef15d3e4fc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fe30fa47cf640ce" /><Relationship Type="http://schemas.openxmlformats.org/officeDocument/2006/relationships/notesMaster" Target="/ppt/notesMasters/notesMaster1.xml" Id="R7f90d6d03f2b44b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ec0df8946ec4119" /><Relationship Type="http://schemas.openxmlformats.org/officeDocument/2006/relationships/notesMaster" Target="/ppt/notesMasters/notesMaster1.xml" Id="Rdb599a1a8a1f456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30cde5be4d249ca" /><Relationship Type="http://schemas.openxmlformats.org/officeDocument/2006/relationships/notesMaster" Target="/ppt/notesMasters/notesMaster1.xml" Id="Rb762aad534c14f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시빅 네이비. Role: cover.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시빅 네이비. Role: contents.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시빅 네이비. Role: summary.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시빅 네이비. Role: problem.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시빅 네이비. Role: objective.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시빅 네이비. Role: compliance.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시빅 네이비. Role: evaluation.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시빅 네이비. Role: strategy.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시빅 네이비. Role: process.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시빅 네이비. Role: domain.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시빅 네이비. Role: timeline.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시빅 네이비. Role: organization.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시빅 네이비. Role: governance.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시빅 네이비. Role: quality.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시빅 네이비. Role: risk.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시빅 네이비. Role: security.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시빅 네이비. Role: metrics.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시빅 네이비. Role: evidence.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시빅 네이비. Role: outcomes.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시빅 네이비. Role: closing.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34b6524a8348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eab7425b384283" /><Relationship Type="http://schemas.openxmlformats.org/officeDocument/2006/relationships/slideLayout" Target="/ppt/slideLayouts/slideLayout1.xml" Id="R5b81ca7c4e1f43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81ca7c4e1f43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30e2a54d0f4d1b" /><Relationship Type="http://schemas.openxmlformats.org/officeDocument/2006/relationships/image" Target="/ppt/media/image.png" Id="Rc442ae8f6cd74ebe" /><Relationship Type="http://schemas.openxmlformats.org/officeDocument/2006/relationships/notesSlide" Target="/ppt/notesSlides/notesSlide1.xml" Id="Rb438fc07711e42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b34c2ceccf480e" /><Relationship Type="http://schemas.openxmlformats.org/officeDocument/2006/relationships/notesSlide" Target="/ppt/notesSlides/notesSlide2.xml" Id="R3f2d373e940044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ac85fc8dad4642" /><Relationship Type="http://schemas.openxmlformats.org/officeDocument/2006/relationships/notesSlide" Target="/ppt/notesSlides/notesSlide3.xml" Id="R29e7f9e54f5c42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ce1a2d37304859" /><Relationship Type="http://schemas.openxmlformats.org/officeDocument/2006/relationships/notesSlide" Target="/ppt/notesSlides/notesSlide4.xml" Id="R432c243bf2cc43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2c1d3d7e264df5" /><Relationship Type="http://schemas.openxmlformats.org/officeDocument/2006/relationships/notesSlide" Target="/ppt/notesSlides/notesSlide5.xml" Id="R83b9bc6b78e546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d758ffae54bc3" /><Relationship Type="http://schemas.openxmlformats.org/officeDocument/2006/relationships/notesSlide" Target="/ppt/notesSlides/notesSlide6.xml" Id="R3d6a012e663e45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5c79533ee64a97" /><Relationship Type="http://schemas.openxmlformats.org/officeDocument/2006/relationships/notesSlide" Target="/ppt/notesSlides/notesSlide7.xml" Id="R447ff24e142747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ab87c85b7e49bb" /><Relationship Type="http://schemas.openxmlformats.org/officeDocument/2006/relationships/notesSlide" Target="/ppt/notesSlides/notesSlide8.xml" Id="Ra923e933158645b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edf4b84575465a" /><Relationship Type="http://schemas.openxmlformats.org/officeDocument/2006/relationships/notesSlide" Target="/ppt/notesSlides/notesSlide9.xml" Id="R9fd586d369c34ae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b33f48a96845dc" /><Relationship Type="http://schemas.openxmlformats.org/officeDocument/2006/relationships/notesSlide" Target="/ppt/notesSlides/notesSlide10.xml" Id="R04b2a811ca864f8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af1c97b9044c0b" /><Relationship Type="http://schemas.openxmlformats.org/officeDocument/2006/relationships/notesSlide" Target="/ppt/notesSlides/notesSlide11.xml" Id="Rc6ff92c529af44b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af1dd86cf445bc" /><Relationship Type="http://schemas.openxmlformats.org/officeDocument/2006/relationships/notesSlide" Target="/ppt/notesSlides/notesSlide12.xml" Id="Rc0e27da6de11450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ff4f58e9b84113" /><Relationship Type="http://schemas.openxmlformats.org/officeDocument/2006/relationships/notesSlide" Target="/ppt/notesSlides/notesSlide13.xml" Id="R13a1b29bc0fa42a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e43c8bee304964" /><Relationship Type="http://schemas.openxmlformats.org/officeDocument/2006/relationships/notesSlide" Target="/ppt/notesSlides/notesSlide14.xml" Id="R4727aabd16b24f2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af4d8ab50947cd" /><Relationship Type="http://schemas.openxmlformats.org/officeDocument/2006/relationships/notesSlide" Target="/ppt/notesSlides/notesSlide15.xml" Id="R77c057f66e65431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49012612304363" /><Relationship Type="http://schemas.openxmlformats.org/officeDocument/2006/relationships/notesSlide" Target="/ppt/notesSlides/notesSlide16.xml" Id="Rada858b9c79643e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406546f934722" /><Relationship Type="http://schemas.openxmlformats.org/officeDocument/2006/relationships/notesSlide" Target="/ppt/notesSlides/notesSlide17.xml" Id="Re9f9c493c9a84b2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3170b428044d2a" /><Relationship Type="http://schemas.openxmlformats.org/officeDocument/2006/relationships/notesSlide" Target="/ppt/notesSlides/notesSlide18.xml" Id="R9cd118d6eb084fa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3bbfac9ab6407c" /><Relationship Type="http://schemas.openxmlformats.org/officeDocument/2006/relationships/notesSlide" Target="/ppt/notesSlides/notesSlide19.xml" Id="R46fcb80a3b9848e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e0065cb4e41b0" /><Relationship Type="http://schemas.openxmlformats.org/officeDocument/2006/relationships/image" Target="/ppt/media/image2.png" Id="Rffab2f1ce9f74e4e" /><Relationship Type="http://schemas.openxmlformats.org/officeDocument/2006/relationships/notesSlide" Target="/ppt/notesSlides/notesSlide20.xml" Id="Rcd5263273ff748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42ae8f6cd74eb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id3-fixed-eyebrow">
            <a:extLst xmlns:a="http://schemas.openxmlformats.org/drawingml/2006/main">
              <a:ext uri="{FF2B5EF4-FFF2-40B4-BE49-F238E27FC236}">
                <a16:creationId xmlns:a16="http://schemas.microsoft.com/office/drawing/2014/main" id="{E7142CE9-7AF1-4566-8166-E4762A2F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477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9E7F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D9E7FE"/>
                </a:solidFill>
                <a:latin typeface="Malgun Gothic"/>
                <a:ea typeface="Malgun Gothic"/>
                <a:cs typeface="Malgun Gothic"/>
              </a:rPr>
              <a:t>사업 제안서</a:t>
            </a:r>
          </a:p>
        </p:txBody>
      </p:sp>
      <p:sp>
        <p:nvSpPr>
          <p:cNvPr id="3" name="bid3-title">
            <a:extLst xmlns:a="http://schemas.openxmlformats.org/drawingml/2006/main">
              <a:ext uri="{FF2B5EF4-FFF2-40B4-BE49-F238E27FC236}">
                <a16:creationId xmlns:a16="http://schemas.microsoft.com/office/drawing/2014/main" id="{FDCD2F17-477F-4896-AEC6-D5A70279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74771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[사업명]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CDED23D9-86B0-4437-89E7-25E1573B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7477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7F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D9E7FE"/>
                </a:solidFill>
                <a:latin typeface="Malgun Gothic"/>
                <a:ea typeface="Malgun Gothic"/>
                <a:cs typeface="Malgun Gothic"/>
              </a:rPr>
              <a:t>발주기관 확인 필요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C26C1FED-1D30-4E60-B6E6-8C10C64B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7477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E7F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D9E7FE"/>
                </a:solidFill>
                <a:latin typeface="Malgun Gothic"/>
                <a:ea typeface="Malgun Gothic"/>
                <a:cs typeface="Malgun Gothic"/>
              </a:rPr>
              <a:t>제안사 확인 필요 · 제출일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8128025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id3-title">
            <a:extLst xmlns:a="http://schemas.openxmlformats.org/drawingml/2006/main">
              <a:ext uri="{FF2B5EF4-FFF2-40B4-BE49-F238E27FC236}">
                <a16:creationId xmlns:a16="http://schemas.microsoft.com/office/drawing/2014/main" id="{8CAC0CB4-BB44-4CB6-A12B-300E4082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제안의 구성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B7B9F58E-CFFD-4C7F-9F22-42F1710D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220FA419-374C-46CB-AEE2-1DA77BC1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A36FC8C2-06D3-4C32-B9A3-6A83BA60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AC5C30A6-0250-41DF-9168-0411FE4F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43100"/>
            <a:ext cx="43910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사업 이해와 제안 방향</a:t>
            </a:r>
          </a:p>
        </p:txBody>
      </p:sp>
      <p:sp>
        <p:nvSpPr>
          <p:cNvPr id="6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4CCD3425-3C66-4D22-B4AE-5AB6AB06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431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4ED22E9F-F0E5-4D3D-8039-5DE5542E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43100"/>
            <a:ext cx="43910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수행 방법과 운영 체계</a:t>
            </a:r>
          </a:p>
        </p:txBody>
      </p:sp>
      <p:sp>
        <p:nvSpPr>
          <p:cNvPr id="8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76AA6592-9BB3-4252-A819-D0921E32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B64A4B7D-6549-4D2C-BCF4-AE86C949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95725"/>
            <a:ext cx="43910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품질·위험·보안 관리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1D24E0A0-65CB-4CC6-B139-684ABC5E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9572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1AA619C4-1EB1-482E-946F-EA806DC0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895725"/>
            <a:ext cx="43910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검증 근거와 성과 관리</a:t>
            </a:r>
          </a:p>
        </p:txBody>
      </p:sp>
    </p:spTree>
    <p:extLst>
      <p:ext uri="{BB962C8B-B14F-4D97-AF65-F5344CB8AC3E}">
        <p14:creationId xmlns:p14="http://schemas.microsoft.com/office/powerpoint/2010/main" val="14246154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id3-title">
            <a:extLst xmlns:a="http://schemas.openxmlformats.org/drawingml/2006/main">
              <a:ext uri="{FF2B5EF4-FFF2-40B4-BE49-F238E27FC236}">
                <a16:creationId xmlns:a16="http://schemas.microsoft.com/office/drawing/2014/main" id="{D582D4A0-0B85-432D-9F24-2B7038EF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제안 요약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C8A2FB7B-6E69-4068-9E14-63C8584E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C2BF6C6C-9666-4108-84F8-CB530EF7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D2BF0718-BE3B-422A-A361-3ABEA789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4718304" cy="388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핵심 제안</a:t>
            </a:r>
          </a:p>
          <a:p xmlns:a="http://schemas.openxmlformats.org/drawingml/2006/main">
            <a:pPr algn="l">
              <a:defRPr sz="3075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내용 확인 필요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64851419-7239-4F2B-9EF1-6A0F19FB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548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사업의 목적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760ED504-87CA-4F10-8A2D-FFE55BFE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28875"/>
            <a:ext cx="5486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4BCD3FA5-64BB-4D52-874F-26D6133D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76600"/>
            <a:ext cx="548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주요 수행 내용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4CA9ACD4-C66A-4170-B3D9-D3B3B145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62375"/>
            <a:ext cx="5486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7B30C37E-D87B-437F-B79D-AED258FA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10100"/>
            <a:ext cx="548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완료 기준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9796927E-4803-4410-93BC-69ABCD7D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95875"/>
            <a:ext cx="5486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1300881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A7C96936-5278-4396-A248-81B636AB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사업 이해와 핵심 과제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784CAEF0-9BC6-4603-B1A9-00808D98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AB3ED75E-3CC9-4CD3-A4FD-0CBED5B4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5305B7BE-577B-4642-8524-AF236DF0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발주처의 현황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96B031AD-9ECF-4E71-B164-547C4EF1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887A9F04-8AD6-4B17-A31D-E2149230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해결해야 할 과제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29717311-B9A8-4D01-9042-318DDB59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980306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6916DF63-5E66-471E-B2E0-63ED4785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사업 목표와 적용 범위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DD8EB75C-359C-472A-8DEF-41A7435C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BDBC53CB-D76E-439E-A275-C93D36EA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98AAEF55-772F-44E8-BF0B-815C15CC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대상과 범위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7C4F51B1-0A61-4FA4-A803-4802BD26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0C1E8053-F1DF-4F56-B892-F5F8AAD7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정량 목표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C33FAB40-5E5B-4507-AD0D-6112DCEB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870503C7-1459-44EF-8C3B-02BC5C1E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적용 조건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025E8C3B-EDB0-469D-BB43-DFF373B3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4713359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60819BE0-9EC7-46E2-88E6-3600175A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요구사항 대응 계획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98F04D74-92C8-41D1-A78C-BFFF6FCA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BF09FC39-8344-4AAE-BD1E-77C73638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</a:t>
                      </a:r>
                    </a:p>
                  </a:txBody>
                  <a:tcPr marL="171450" marR="171450" marT="152400" marB="114300" anchor="ctr">
                    <a:solidFill>
                      <a:srgbClr val="2659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수행 방안</a:t>
                      </a:r>
                    </a:p>
                  </a:txBody>
                  <a:tcPr marL="171450" marR="171450" marT="152400" marB="114300" anchor="ctr">
                    <a:solidFill>
                      <a:srgbClr val="2659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근거</a:t>
                      </a:r>
                    </a:p>
                  </a:txBody>
                  <a:tcPr marL="171450" marR="171450" marT="152400" marB="114300" anchor="ctr">
                    <a:solidFill>
                      <a:srgbClr val="2659A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DF2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DF2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85573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D604EC11-BD93-4B95-9695-FEFC7678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평가항목별 제안 근거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A1AAA11F-345F-4597-A898-0F056EEB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89999B75-130A-4EF9-A46A-6DB1210C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평가항목</a:t>
                      </a:r>
                    </a:p>
                  </a:txBody>
                  <a:tcPr marL="171450" marR="171450" marT="152400" marB="114300" anchor="ctr">
                    <a:solidFill>
                      <a:srgbClr val="2659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제안 내용</a:t>
                      </a:r>
                    </a:p>
                  </a:txBody>
                  <a:tcPr marL="171450" marR="171450" marT="152400" marB="114300" anchor="ctr">
                    <a:solidFill>
                      <a:srgbClr val="2659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증빙·관련 페이지</a:t>
                      </a:r>
                    </a:p>
                  </a:txBody>
                  <a:tcPr marL="171450" marR="171450" marT="152400" marB="114300" anchor="ctr">
                    <a:solidFill>
                      <a:srgbClr val="2659A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DF2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DF2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04722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A54CA24D-5D58-4971-96EF-3FB12896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핵심 수행 전략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2F55F525-1AA2-4DA7-9DD3-D64CFF79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1721EDA2-8284-4096-B9A7-2662BB6B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37EC7404-DDB3-4E59-8698-8CBD18EA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접근 방법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3B3FB96A-F813-4ABF-9736-371D1324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682BBA7B-4110-49C1-A462-FB67DE65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수행의 차별점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57D6363F-E1BC-445C-BDF3-CDE054DD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EDC1D714-0C2A-48D1-8C3A-CD699557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실행 조건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605780AA-5CD0-488C-9F36-5DD9D265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4731088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title">
            <a:extLst xmlns:a="http://schemas.openxmlformats.org/drawingml/2006/main">
              <a:ext uri="{FF2B5EF4-FFF2-40B4-BE49-F238E27FC236}">
                <a16:creationId xmlns:a16="http://schemas.microsoft.com/office/drawing/2014/main" id="{F9482F1F-6457-41CC-978E-1E14DDBA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단계별 수행 절차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F7AA7FE7-292B-445C-80C7-38BF6C46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54B9CB47-C782-4F4B-98F5-DCEF5855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781341C6-C9AC-42B8-8680-E4489A8E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9EF1C4B3-BE45-4B03-AF0B-E663AD10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9431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착수·요건 확인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3DC99079-EC16-49B0-A4C2-AF4BECE3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907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7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E6112A33-3FB9-456F-977F-86426DD2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F853E015-BBD4-4708-968E-F744398B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337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설계·준비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0D0C31E2-A908-4A28-8A29-2ABCE8CE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813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9DB549A5-69D6-4D60-946F-D982B90C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25F85AA7-1749-4DFE-A82B-DB0E97FD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243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실행·점검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A8899B29-A3EE-45B9-9594-5139768E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719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13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22CA0B6D-2A7D-4AAD-9F6E-090ACCFC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E2110549-C54F-49A5-8325-CFD24AB5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149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검증·인계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3E5A9767-DADB-43F4-9A17-D3DBF1D2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625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</p:spTree>
    <p:extLst>
      <p:ext uri="{BB962C8B-B14F-4D97-AF65-F5344CB8AC3E}">
        <p14:creationId xmlns:p14="http://schemas.microsoft.com/office/powerpoint/2010/main" val="679791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91851F10-8BE9-484C-B239-1A234BBB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세부 과업 수행 방안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E1A05582-9643-40D0-AD5B-13A8D83B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BEF7839D-5CDD-43EB-B7D8-51E4FBC5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7F1CAEBA-EB39-4094-AEAE-6D4F1D6E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주요 과업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E098BB1C-3678-4DE9-9E42-5AE2820A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846CAEDA-2AEF-4080-AFE2-781CF7CC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수행 방법과 산출물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F55A7C80-C710-4DF3-9DA1-DE3C01B6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7128912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3255794E-1828-41AE-BCFB-F146177D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추진 일정과 마일스톤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D646B15D-4730-4188-A755-D11A30A9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85629326-E390-4477-BD83-4BDC3977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171450" marR="171450" marT="152400" marB="114300" anchor="ctr">
                    <a:solidFill>
                      <a:srgbClr val="2659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</a:t>
                      </a:r>
                    </a:p>
                  </a:txBody>
                  <a:tcPr marL="171450" marR="171450" marT="152400" marB="114300" anchor="ctr">
                    <a:solidFill>
                      <a:srgbClr val="2659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활동</a:t>
                      </a:r>
                    </a:p>
                  </a:txBody>
                  <a:tcPr marL="171450" marR="171450" marT="152400" marB="114300" anchor="ctr">
                    <a:solidFill>
                      <a:srgbClr val="2659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71450" marR="171450" marT="152400" marB="114300" anchor="ctr">
                    <a:solidFill>
                      <a:srgbClr val="2659A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DF2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DF2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07692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4A6486A8-FC4E-4224-B10F-13E33E5E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수행 조직과 역할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0C627EEC-C9CA-4649-926E-AE08E2B6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6DFE392C-60BB-4195-9FDC-1D3B0414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171450" marR="171450" marT="152400" marB="114300" anchor="ctr">
                    <a:solidFill>
                      <a:srgbClr val="2659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담당·투입 조건</a:t>
                      </a:r>
                    </a:p>
                  </a:txBody>
                  <a:tcPr marL="171450" marR="171450" marT="152400" marB="114300" anchor="ctr">
                    <a:solidFill>
                      <a:srgbClr val="2659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책임과 수행 내용</a:t>
                      </a:r>
                    </a:p>
                  </a:txBody>
                  <a:tcPr marL="171450" marR="171450" marT="152400" marB="114300" anchor="ctr">
                    <a:solidFill>
                      <a:srgbClr val="2659A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DF2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DF2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87849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title">
            <a:extLst xmlns:a="http://schemas.openxmlformats.org/drawingml/2006/main">
              <a:ext uri="{FF2B5EF4-FFF2-40B4-BE49-F238E27FC236}">
                <a16:creationId xmlns:a16="http://schemas.microsoft.com/office/drawing/2014/main" id="{A638A9B0-7B79-408B-B725-0F1176B8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보고와 의사결정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CABB09F3-7472-4F14-9918-4183B58A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2A146E0C-9E85-4321-BB82-CFC781ED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2FFC6482-61A2-46F2-A18F-A984EC48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3ED0E0D4-FAA7-4A06-9A73-4803257C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9431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진행 현황 보고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0114FFBF-E63E-49E9-AC7A-53F241FC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907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7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4B4B0918-8BB4-4FF1-819A-CB60D46A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AD2D2B02-70EB-446E-B935-8C70E38B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337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쟁점 검토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5E83E6AA-6012-4E30-B77B-506DB7FF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813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D9ACBF6B-5B13-4C10-ADFC-DF232EBD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8BA1DDC1-5A48-426E-BB75-0EA557F4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243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발주처 협의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C7328ED3-B4AF-490D-8FA1-E2A82D41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719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13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09C6C469-AB7C-409C-9D62-C4469554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7B3D0381-B7ED-4508-9041-A1177DC0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149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변경사항 반영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B74EB929-2D37-4613-8B0C-639DBED0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625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</p:spTree>
    <p:extLst>
      <p:ext uri="{BB962C8B-B14F-4D97-AF65-F5344CB8AC3E}">
        <p14:creationId xmlns:p14="http://schemas.microsoft.com/office/powerpoint/2010/main" val="347258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9C774B80-AABA-4298-92CB-E0296F19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품질관리와 검수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1A97ECD3-B45C-4A95-AB35-DB8A1CE1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386CF08D-260E-4D04-9044-4B5DA470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25F9C723-7F73-4120-819F-B802110F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품질 기준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FD92FBF0-AF9B-446A-898F-E6CD6FC5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2ED1A48D-FB25-431D-8292-79D5C5E6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검증 방법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0FE18792-AA7C-410B-8590-36ED1DE7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174F3D0D-9B9E-4D2F-9C26-46B51113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보완과 재검수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21888B36-7F34-4B3C-ACD6-56932603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38091123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F531F4A8-123F-4C83-B952-662AD559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위험과 대응 계획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55D7D04B-5A34-456E-A468-54A8838A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92D5B987-227F-423E-B2B1-612A7F47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 요인</a:t>
                      </a:r>
                    </a:p>
                  </a:txBody>
                  <a:tcPr marL="171450" marR="171450" marT="152400" marB="114300" anchor="ctr">
                    <a:solidFill>
                      <a:srgbClr val="2659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예방·대응 방안</a:t>
                      </a:r>
                    </a:p>
                  </a:txBody>
                  <a:tcPr marL="171450" marR="171450" marT="152400" marB="114300" anchor="ctr">
                    <a:solidFill>
                      <a:srgbClr val="2659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담당·점검 기준</a:t>
                      </a:r>
                    </a:p>
                  </a:txBody>
                  <a:tcPr marL="171450" marR="171450" marT="152400" marB="114300" anchor="ctr">
                    <a:solidFill>
                      <a:srgbClr val="2659A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DF2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DF2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464537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7930906F-0262-4399-B70B-23E654EB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정보보호와 준수사항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6AFB0DFB-227B-4FCF-B2F7-A1116295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D93951A0-CC2C-4BD5-A36B-F7705F7A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BD4BC037-5E50-4F99-9A98-E0BB24E2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보호 대상과 준수 기준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5C0BE0EE-5E2E-4F3C-BB56-60C52863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55AFB565-50AB-47DE-A010-46FB5E24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통제 방법과 점검 기록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7EC531CD-1E52-4462-AD0C-8F9B7B99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204523639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342F4365-6D40-46A8-B178-26AFE6BE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성과지표와 측정 방법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5A87218B-C94F-40E7-A654-B61ADD08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BD338F03-F60C-46E7-AAF1-4407DA0F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성과지표</a:t>
                      </a:r>
                    </a:p>
                  </a:txBody>
                  <a:tcPr marL="171450" marR="171450" marT="152400" marB="114300" anchor="ctr">
                    <a:solidFill>
                      <a:srgbClr val="2659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목표·근거</a:t>
                      </a:r>
                    </a:p>
                  </a:txBody>
                  <a:tcPr marL="171450" marR="171450" marT="152400" marB="114300" anchor="ctr">
                    <a:solidFill>
                      <a:srgbClr val="2659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방법·주기</a:t>
                      </a:r>
                    </a:p>
                  </a:txBody>
                  <a:tcPr marL="171450" marR="171450" marT="152400" marB="114300" anchor="ctr">
                    <a:solidFill>
                      <a:srgbClr val="2659A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DF2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DF2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289904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A25FE043-56E6-4607-B658-F5D035E0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수행 역량과 검증 자료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F89786C8-95E1-422F-B08D-DAB97BA9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5EE6D201-3C93-4713-8E0F-1A4AEE25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4E2A527F-5658-4767-A9B9-D2B02281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관련 역량과 수행 경험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D6B839E0-369D-4CBE-98C5-63D25E2E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B60C9C2B-CEE7-421E-95C3-4451F8B4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확인 가능한 증빙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5B162920-DDBF-4CF6-A3CE-2B2865E4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76059310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E7F22917-1DFB-4759-AAC9-070AC9C2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72C48"/>
                </a:solidFill>
                <a:latin typeface="Malgun Gothic"/>
                <a:ea typeface="Malgun Gothic"/>
                <a:cs typeface="Malgun Gothic"/>
              </a:rPr>
              <a:t>산출물과 완료 기준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9E226758-F452-4759-8F23-98C05CFD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4DC15DF4-C3AC-4D0C-98BD-C8C8A716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659A6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산출물</a:t>
                      </a:r>
                    </a:p>
                  </a:txBody>
                  <a:tcPr marL="171450" marR="171450" marT="152400" marB="114300" anchor="ctr">
                    <a:solidFill>
                      <a:srgbClr val="2659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제출·인계 방법</a:t>
                      </a:r>
                    </a:p>
                  </a:txBody>
                  <a:tcPr marL="171450" marR="171450" marT="152400" marB="114300" anchor="ctr">
                    <a:solidFill>
                      <a:srgbClr val="2659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71450" marR="171450" marT="152400" marB="114300" anchor="ctr">
                    <a:solidFill>
                      <a:srgbClr val="2659A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DF2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DF2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953709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ab2f1ce9f74e4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id3-fixed-eyebrow">
            <a:extLst xmlns:a="http://schemas.openxmlformats.org/drawingml/2006/main">
              <a:ext uri="{FF2B5EF4-FFF2-40B4-BE49-F238E27FC236}">
                <a16:creationId xmlns:a16="http://schemas.microsoft.com/office/drawing/2014/main" id="{87A771F9-47D2-4322-9245-EAE09C2E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477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9E7F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D9E7FE"/>
                </a:solidFill>
                <a:latin typeface="Malgun Gothic"/>
                <a:ea typeface="Malgun Gothic"/>
                <a:cs typeface="Malgun Gothic"/>
              </a:rPr>
              <a:t>제안의 핵심</a:t>
            </a:r>
          </a:p>
        </p:txBody>
      </p:sp>
      <p:sp>
        <p:nvSpPr>
          <p:cNvPr id="3" name="bid3-title">
            <a:extLst xmlns:a="http://schemas.openxmlformats.org/drawingml/2006/main">
              <a:ext uri="{FF2B5EF4-FFF2-40B4-BE49-F238E27FC236}">
                <a16:creationId xmlns:a16="http://schemas.microsoft.com/office/drawing/2014/main" id="{E642AFDA-1DC2-4C07-BEB3-9D59935B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74771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수행 범위 확인 필요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E63A8B19-0339-4C0E-8F51-9006F371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7477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7F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D9E7FE"/>
                </a:solidFill>
                <a:latin typeface="Malgun Gothic"/>
                <a:ea typeface="Malgun Gothic"/>
                <a:cs typeface="Malgun Gothic"/>
              </a:rPr>
              <a:t>실행 원칙 확인 필요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33D7CB7A-237A-4FA5-83A3-2E31CF96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7477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E7F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D9E7FE"/>
                </a:solidFill>
                <a:latin typeface="Malgun Gothic"/>
                <a:ea typeface="Malgun Gothic"/>
                <a:cs typeface="Malgun Gothic"/>
              </a:rPr>
              <a:t>협의 사항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5088718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2026-09-25T07:44:41.0660000Z</dcterms:created>
  <dcterms:modified xsi:type="dcterms:W3CDTF">2026-09-25T07:44:41.0660000Z</dcterms:modified>
</coreProperties>
</file>