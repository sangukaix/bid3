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8d9f07125448c" /><Relationship Type="http://schemas.openxmlformats.org/officeDocument/2006/relationships/extended-properties" Target="/docProps/app.xml" Id="Rfbfaf55258144ad9" /><Relationship Type="http://schemas.openxmlformats.org/officeDocument/2006/relationships/officeDocument" Target="/ppt/presentation.xml" Id="R5e44d4e8e302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951b74a5664351"/>
  </p:sldMasterIdLst>
  <p:notesMasterIdLst>
    <p:notesMasterId xmlns:r="http://schemas.openxmlformats.org/officeDocument/2006/relationships" r:id="Rbecb2a7a70e94fbe"/>
  </p:notesMasterIdLst>
  <p:sldIdLst>
    <p:sldId xmlns:r="http://schemas.openxmlformats.org/officeDocument/2006/relationships" id="256" r:id="R9f27facb827d4d5f"/>
    <p:sldId xmlns:r="http://schemas.openxmlformats.org/officeDocument/2006/relationships" id="257" r:id="Ra57a51fd674247ed"/>
    <p:sldId xmlns:r="http://schemas.openxmlformats.org/officeDocument/2006/relationships" id="258" r:id="R4938dda35def469a"/>
    <p:sldId xmlns:r="http://schemas.openxmlformats.org/officeDocument/2006/relationships" id="259" r:id="R90bd8e12bf894526"/>
    <p:sldId xmlns:r="http://schemas.openxmlformats.org/officeDocument/2006/relationships" id="260" r:id="Re24c733669f34bae"/>
    <p:sldId xmlns:r="http://schemas.openxmlformats.org/officeDocument/2006/relationships" id="261" r:id="Rbeca586f7dc14c50"/>
    <p:sldId xmlns:r="http://schemas.openxmlformats.org/officeDocument/2006/relationships" id="262" r:id="R87392f07aee643bd"/>
    <p:sldId xmlns:r="http://schemas.openxmlformats.org/officeDocument/2006/relationships" id="263" r:id="R52659e4bfe764969"/>
    <p:sldId xmlns:r="http://schemas.openxmlformats.org/officeDocument/2006/relationships" id="264" r:id="Rb22cc711170f4b5f"/>
    <p:sldId xmlns:r="http://schemas.openxmlformats.org/officeDocument/2006/relationships" id="265" r:id="R41ef96a2e9754b30"/>
    <p:sldId xmlns:r="http://schemas.openxmlformats.org/officeDocument/2006/relationships" id="266" r:id="Rf61ba5aafbfd4c56"/>
    <p:sldId xmlns:r="http://schemas.openxmlformats.org/officeDocument/2006/relationships" id="267" r:id="Rfbb88c7945554ff1"/>
    <p:sldId xmlns:r="http://schemas.openxmlformats.org/officeDocument/2006/relationships" id="268" r:id="Re9046574a3864b18"/>
    <p:sldId xmlns:r="http://schemas.openxmlformats.org/officeDocument/2006/relationships" id="269" r:id="R54b6d3928e094f20"/>
    <p:sldId xmlns:r="http://schemas.openxmlformats.org/officeDocument/2006/relationships" id="270" r:id="R93457584927a4c12"/>
    <p:sldId xmlns:r="http://schemas.openxmlformats.org/officeDocument/2006/relationships" id="271" r:id="Rc2b6755b6e464a49"/>
    <p:sldId xmlns:r="http://schemas.openxmlformats.org/officeDocument/2006/relationships" id="272" r:id="Rc4d9a3a61faf47f4"/>
    <p:sldId xmlns:r="http://schemas.openxmlformats.org/officeDocument/2006/relationships" id="273" r:id="Rfe4087a241d945d5"/>
    <p:sldId xmlns:r="http://schemas.openxmlformats.org/officeDocument/2006/relationships" id="274" r:id="Rb250c0d9ab0949fc"/>
    <p:sldId xmlns:r="http://schemas.openxmlformats.org/officeDocument/2006/relationships" id="275" r:id="Rede956a27b3740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45d36ff83493d" /><Relationship Type="http://schemas.openxmlformats.org/officeDocument/2006/relationships/slideMaster" Target="/ppt/slideMasters/slideMaster1.xml" Id="R8f951b74a5664351" /><Relationship Type="http://schemas.openxmlformats.org/officeDocument/2006/relationships/notesMaster" Target="/ppt/notesMasters/notesMaster1.xml" Id="Rbecb2a7a70e94fbe" /><Relationship Type="http://schemas.openxmlformats.org/officeDocument/2006/relationships/presProps" Target="/ppt/presProps.xml" Id="Re8e26085282a4bfe" /><Relationship Type="http://schemas.openxmlformats.org/officeDocument/2006/relationships/tableStyles" Target="/ppt/tableStyles.xml" Id="R0bd02f513a5f42b8" /><Relationship Type="http://schemas.openxmlformats.org/officeDocument/2006/relationships/slide" Target="/ppt/slides/slide1.xml" Id="R9f27facb827d4d5f" /><Relationship Type="http://schemas.openxmlformats.org/officeDocument/2006/relationships/slide" Target="/ppt/slides/slide2.xml" Id="Ra57a51fd674247ed" /><Relationship Type="http://schemas.openxmlformats.org/officeDocument/2006/relationships/slide" Target="/ppt/slides/slide3.xml" Id="R4938dda35def469a" /><Relationship Type="http://schemas.openxmlformats.org/officeDocument/2006/relationships/slide" Target="/ppt/slides/slide4.xml" Id="R90bd8e12bf894526" /><Relationship Type="http://schemas.openxmlformats.org/officeDocument/2006/relationships/slide" Target="/ppt/slides/slide5.xml" Id="Re24c733669f34bae" /><Relationship Type="http://schemas.openxmlformats.org/officeDocument/2006/relationships/slide" Target="/ppt/slides/slide6.xml" Id="Rbeca586f7dc14c50" /><Relationship Type="http://schemas.openxmlformats.org/officeDocument/2006/relationships/slide" Target="/ppt/slides/slide7.xml" Id="R87392f07aee643bd" /><Relationship Type="http://schemas.openxmlformats.org/officeDocument/2006/relationships/slide" Target="/ppt/slides/slide8.xml" Id="R52659e4bfe764969" /><Relationship Type="http://schemas.openxmlformats.org/officeDocument/2006/relationships/slide" Target="/ppt/slides/slide9.xml" Id="Rb22cc711170f4b5f" /><Relationship Type="http://schemas.openxmlformats.org/officeDocument/2006/relationships/slide" Target="/ppt/slides/slide10.xml" Id="R41ef96a2e9754b30" /><Relationship Type="http://schemas.openxmlformats.org/officeDocument/2006/relationships/slide" Target="/ppt/slides/slide11.xml" Id="Rf61ba5aafbfd4c56" /><Relationship Type="http://schemas.openxmlformats.org/officeDocument/2006/relationships/slide" Target="/ppt/slides/slide12.xml" Id="Rfbb88c7945554ff1" /><Relationship Type="http://schemas.openxmlformats.org/officeDocument/2006/relationships/slide" Target="/ppt/slides/slide13.xml" Id="Re9046574a3864b18" /><Relationship Type="http://schemas.openxmlformats.org/officeDocument/2006/relationships/slide" Target="/ppt/slides/slide14.xml" Id="R54b6d3928e094f20" /><Relationship Type="http://schemas.openxmlformats.org/officeDocument/2006/relationships/slide" Target="/ppt/slides/slide15.xml" Id="R93457584927a4c12" /><Relationship Type="http://schemas.openxmlformats.org/officeDocument/2006/relationships/slide" Target="/ppt/slides/slide16.xml" Id="Rc2b6755b6e464a49" /><Relationship Type="http://schemas.openxmlformats.org/officeDocument/2006/relationships/slide" Target="/ppt/slides/slide17.xml" Id="Rc4d9a3a61faf47f4" /><Relationship Type="http://schemas.openxmlformats.org/officeDocument/2006/relationships/slide" Target="/ppt/slides/slide18.xml" Id="Rfe4087a241d945d5" /><Relationship Type="http://schemas.openxmlformats.org/officeDocument/2006/relationships/slide" Target="/ppt/slides/slide19.xml" Id="Rb250c0d9ab0949fc" /><Relationship Type="http://schemas.openxmlformats.org/officeDocument/2006/relationships/slide" Target="/ppt/slides/slide20.xml" Id="Rede956a27b3740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93b6ccc8247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8859818e764c7e" /><Relationship Type="http://schemas.openxmlformats.org/officeDocument/2006/relationships/notesMaster" Target="/ppt/notesMasters/notesMaster1.xml" Id="R80df2ccc0de4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46abd793ea4264" /><Relationship Type="http://schemas.openxmlformats.org/officeDocument/2006/relationships/notesMaster" Target="/ppt/notesMasters/notesMaster1.xml" Id="Re122563f7969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0c7b1e38c349b6" /><Relationship Type="http://schemas.openxmlformats.org/officeDocument/2006/relationships/notesMaster" Target="/ppt/notesMasters/notesMaster1.xml" Id="R903a128c9636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b2fbf8d9cc4298" /><Relationship Type="http://schemas.openxmlformats.org/officeDocument/2006/relationships/notesMaster" Target="/ppt/notesMasters/notesMaster1.xml" Id="Rb9ed56e07500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921a6814c9404b" /><Relationship Type="http://schemas.openxmlformats.org/officeDocument/2006/relationships/notesMaster" Target="/ppt/notesMasters/notesMaster1.xml" Id="R5274853becfc4e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fe6b2c6bd4e38" /><Relationship Type="http://schemas.openxmlformats.org/officeDocument/2006/relationships/notesMaster" Target="/ppt/notesMasters/notesMaster1.xml" Id="R0f91ca24a4a743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3cb3ecd464455a" /><Relationship Type="http://schemas.openxmlformats.org/officeDocument/2006/relationships/notesMaster" Target="/ppt/notesMasters/notesMaster1.xml" Id="R748eddc415ac44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455972f634718" /><Relationship Type="http://schemas.openxmlformats.org/officeDocument/2006/relationships/notesMaster" Target="/ppt/notesMasters/notesMaster1.xml" Id="R5347d91ce02f4e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b3858e3c8e4fb0" /><Relationship Type="http://schemas.openxmlformats.org/officeDocument/2006/relationships/notesMaster" Target="/ppt/notesMasters/notesMaster1.xml" Id="Re78d77d53fca4e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e6bf322ca444df" /><Relationship Type="http://schemas.openxmlformats.org/officeDocument/2006/relationships/notesMaster" Target="/ppt/notesMasters/notesMaster1.xml" Id="R8d428eebcefb4c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49cec1ca784833" /><Relationship Type="http://schemas.openxmlformats.org/officeDocument/2006/relationships/notesMaster" Target="/ppt/notesMasters/notesMaster1.xml" Id="R6a68016576e44d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4431ea644e4156" /><Relationship Type="http://schemas.openxmlformats.org/officeDocument/2006/relationships/notesMaster" Target="/ppt/notesMasters/notesMaster1.xml" Id="R1350548ff6734a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16a6810e964840" /><Relationship Type="http://schemas.openxmlformats.org/officeDocument/2006/relationships/notesMaster" Target="/ppt/notesMasters/notesMaster1.xml" Id="R6f6e2d88453343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0179f804a34034" /><Relationship Type="http://schemas.openxmlformats.org/officeDocument/2006/relationships/notesMaster" Target="/ppt/notesMasters/notesMaster1.xml" Id="R76912a19cb4049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5c8c42c1bb470c" /><Relationship Type="http://schemas.openxmlformats.org/officeDocument/2006/relationships/notesMaster" Target="/ppt/notesMasters/notesMaster1.xml" Id="R0ade85c207c84e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e29b3e518148dd" /><Relationship Type="http://schemas.openxmlformats.org/officeDocument/2006/relationships/notesMaster" Target="/ppt/notesMasters/notesMaster1.xml" Id="R3d7b2809ceef4d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39d374e429498b" /><Relationship Type="http://schemas.openxmlformats.org/officeDocument/2006/relationships/notesMaster" Target="/ppt/notesMasters/notesMaster1.xml" Id="Rf6019b4a1f0846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c43c466f654a4b" /><Relationship Type="http://schemas.openxmlformats.org/officeDocument/2006/relationships/notesMaster" Target="/ppt/notesMasters/notesMaster1.xml" Id="Rc662db80a86942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69fb887b7e4eec" /><Relationship Type="http://schemas.openxmlformats.org/officeDocument/2006/relationships/notesMaster" Target="/ppt/notesMasters/notesMaster1.xml" Id="R5eb2e5760ebd4d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1d813a7f1545c4" /><Relationship Type="http://schemas.openxmlformats.org/officeDocument/2006/relationships/notesMaster" Target="/ppt/notesMasters/notesMaster1.xml" Id="R006b3d5c8e304b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이그제큐티브 와인.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e41cca3a841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249821d42443b" /><Relationship Type="http://schemas.openxmlformats.org/officeDocument/2006/relationships/slideLayout" Target="/ppt/slideLayouts/slideLayout1.xml" Id="Rb3428f502aa14e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28f502aa14e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44203391f41a4" /><Relationship Type="http://schemas.openxmlformats.org/officeDocument/2006/relationships/image" Target="/ppt/media/image.png" Id="Rd220ee16a1014115" /><Relationship Type="http://schemas.openxmlformats.org/officeDocument/2006/relationships/notesSlide" Target="/ppt/notesSlides/notesSlide1.xml" Id="R54be8dcfcc4b4e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db5937daf4dc5" /><Relationship Type="http://schemas.openxmlformats.org/officeDocument/2006/relationships/notesSlide" Target="/ppt/notesSlides/notesSlide2.xml" Id="R1e98433f35cb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3b227f567472d" /><Relationship Type="http://schemas.openxmlformats.org/officeDocument/2006/relationships/notesSlide" Target="/ppt/notesSlides/notesSlide3.xml" Id="Rc088b5237dd04a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98dde629e40b8" /><Relationship Type="http://schemas.openxmlformats.org/officeDocument/2006/relationships/notesSlide" Target="/ppt/notesSlides/notesSlide4.xml" Id="Ra7d3696603df47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f7665a17c41e0" /><Relationship Type="http://schemas.openxmlformats.org/officeDocument/2006/relationships/notesSlide" Target="/ppt/notesSlides/notesSlide5.xml" Id="R7b9ed8b7360243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41438908c4934" /><Relationship Type="http://schemas.openxmlformats.org/officeDocument/2006/relationships/notesSlide" Target="/ppt/notesSlides/notesSlide6.xml" Id="R556b69e70a6c42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5df3b08ba4156" /><Relationship Type="http://schemas.openxmlformats.org/officeDocument/2006/relationships/notesSlide" Target="/ppt/notesSlides/notesSlide7.xml" Id="R8a0da67b8f19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6f25659c54bc3" /><Relationship Type="http://schemas.openxmlformats.org/officeDocument/2006/relationships/notesSlide" Target="/ppt/notesSlides/notesSlide8.xml" Id="R74095f330b3247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d1f3c015544e4" /><Relationship Type="http://schemas.openxmlformats.org/officeDocument/2006/relationships/notesSlide" Target="/ppt/notesSlides/notesSlide9.xml" Id="R8b0a0a0d74c942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a8267620349ff" /><Relationship Type="http://schemas.openxmlformats.org/officeDocument/2006/relationships/notesSlide" Target="/ppt/notesSlides/notesSlide10.xml" Id="Radac9321b28f40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a823ba5ce4b66" /><Relationship Type="http://schemas.openxmlformats.org/officeDocument/2006/relationships/notesSlide" Target="/ppt/notesSlides/notesSlide11.xml" Id="R5d3d4190252d4b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0b9229e854e29" /><Relationship Type="http://schemas.openxmlformats.org/officeDocument/2006/relationships/notesSlide" Target="/ppt/notesSlides/notesSlide12.xml" Id="R7bcd0b664f7b40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30d40905d44c5" /><Relationship Type="http://schemas.openxmlformats.org/officeDocument/2006/relationships/notesSlide" Target="/ppt/notesSlides/notesSlide13.xml" Id="R1038bf53d18e45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fffeb32d248dc" /><Relationship Type="http://schemas.openxmlformats.org/officeDocument/2006/relationships/notesSlide" Target="/ppt/notesSlides/notesSlide14.xml" Id="Rbc221cc6f5a14e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ebb0ef4d84de4" /><Relationship Type="http://schemas.openxmlformats.org/officeDocument/2006/relationships/notesSlide" Target="/ppt/notesSlides/notesSlide15.xml" Id="R71d46152be3044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995becd634fd9" /><Relationship Type="http://schemas.openxmlformats.org/officeDocument/2006/relationships/notesSlide" Target="/ppt/notesSlides/notesSlide16.xml" Id="R91858132a7b046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5ca361c224da8" /><Relationship Type="http://schemas.openxmlformats.org/officeDocument/2006/relationships/notesSlide" Target="/ppt/notesSlides/notesSlide17.xml" Id="R3a23ff90cf0842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42990e834420a" /><Relationship Type="http://schemas.openxmlformats.org/officeDocument/2006/relationships/notesSlide" Target="/ppt/notesSlides/notesSlide18.xml" Id="Rae8af36e3e6d42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27bdde3184145" /><Relationship Type="http://schemas.openxmlformats.org/officeDocument/2006/relationships/notesSlide" Target="/ppt/notesSlides/notesSlide19.xml" Id="R1123ae393cd04f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f5f34de644458" /><Relationship Type="http://schemas.openxmlformats.org/officeDocument/2006/relationships/image" Target="/ppt/media/image2.png" Id="R19c4a10e12cd41b0" /><Relationship Type="http://schemas.openxmlformats.org/officeDocument/2006/relationships/notesSlide" Target="/ppt/notesSlides/notesSlide20.xml" Id="R49dfdd47537f45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0ee16a10141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C6A47B09-54D8-49EB-859D-E312B08E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4A76D9CB-B760-46DC-8B3A-FA281551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2D25BB3-B3E5-4590-8835-7D8025F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95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D648B98-6631-4087-B162-3929E66C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01874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3F7DA9D-0989-48F6-96D8-D5A2FD3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3A3B024-BA8B-439E-B875-D20D4A21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207DF8-3D8C-4A5A-BF88-BC2E5600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34CEACA-D00C-4497-8AFC-C054FD88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D21F64C-5B26-433C-858C-575B9648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1F370B5-9D53-413B-914F-D6A7F7D7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F03E984-3923-4935-9BAA-9323C637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83903B9-64A4-4499-ACF6-04D9BE0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E5A8166-499F-4470-B524-C6A296F7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238647E-85DE-44E2-A9C9-B926EBBC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A143804-D6F4-4509-B5D1-CCC44F4A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936523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1395A6EE-3C4A-462B-B65B-B15C9E2E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0DE9B05-B096-428B-BE33-5ECC007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EA47504-998D-4169-9EDB-D8E48B8B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C7750F0-98FD-44C5-B250-69E790F2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B716E4-321A-46B6-A6CB-E236A00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FFDFE8C-C374-4E60-963B-B8C7835A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64792D3-4815-4101-B2D7-61976683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FF952AB-327D-44A0-A5CE-A692BEF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91EBE12-AD60-4132-9F4E-B4B62713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A6492E6-63D5-423B-8090-E67BED0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98261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BC39AA43-A49B-4443-B3F7-E5F3CFB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70CC539-384F-4C66-B026-285ED8C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F672B8B-9719-4ABB-A4B6-738D497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60A949D-2957-496F-B48F-0F0B4044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C77C17-93B5-42C5-867F-6608FA35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54C4D95-98A6-4234-A971-7F11511D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798D20B-0A40-4C75-B612-536A496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26972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16DF991-5844-46AA-9D87-D5E5C7B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5FDAA31-4929-4451-A676-8B456075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A263CF2-3D7C-4DB9-97D5-93C9CD6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21FB33D-7CE5-48B1-A276-62BD9A62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299C095-8A90-48B7-AD59-2FE316B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57BFFC6-3802-440A-9C3E-06F645E3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E49FFE0-4394-4997-BFBE-7C8AE6E8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3ACD0F5-CAD5-47F8-A60D-EC8033CD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7F2BF57-906A-4294-A6D4-AE5C4CA3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63200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6FE0456-B0AC-49A8-87BC-ECE43F4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B1D821A-AF68-4282-8DC0-E6A1A45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4DF4C3F-A443-4C35-B97C-54084A8D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895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8D7BC9F-8418-4499-B803-45D0167E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F27AA81-D547-4058-B9FD-5CFA0DD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CB1A63F-7B28-4472-8EC9-F77BFB33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277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16BAE37-324B-42F3-8957-1B74E3C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135504A-B5C7-4EA9-82F0-1D9FA14C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79198E-EABC-4143-A4CB-14627FFB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4051724-BE80-448C-BAB6-1ECE6EF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9DC6AF9-C15B-4B3A-B73A-52F363C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D060153-29F3-4984-9F5F-8FE67B16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D7E35D2-0D33-45D8-8C74-9074B208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8D4361C-DBB6-4152-B8D9-F804A95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764F6A5-8629-4F17-93AE-548A273E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34860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3ED9B249-2CCB-42C1-8BB3-4F7B4C3F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48FDFE8-3611-4243-AA05-3068CA4E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77CA894-F20E-45B1-BDDD-E107000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DD13147-A8B0-4476-B990-7429E799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CBBB744-FF2B-424F-A140-9FC61D3B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781ED17-EC2A-4851-86A9-2690D33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1D33103-3180-4DA4-8380-D19020FF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4992819-B030-47F0-85CB-61FBB781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4595100-2A43-4995-B3C7-770382CA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590184A-7767-40CA-9B09-4B1E8B7F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D3C7E5D-FC6F-441A-8130-BA6FD98D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9C4343FA-206F-401E-8AAD-7F7BD827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FEAD6D3-98AF-4938-8007-5A8FD77E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9F7500D-46EE-4F30-830C-F8909BC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C72F7D7-F3EF-4DA9-94F9-F50FD10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76630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481D30C-EA5F-4A08-BB0E-12813409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55D5545-9B30-42C3-A79E-DC68F348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67EA2DB-5331-4E77-92CD-1379B27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9BA4E5E-D95E-49BC-B442-82CE4C71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A8B3C50-E727-4224-A295-749E110A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A269FFA-1ACA-4BA8-BC37-784647F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1DBB961-D166-43DC-9D42-81DE4C0B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99173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6ABA6FB-E59B-44E5-B834-942CCD0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6E2520-332C-4410-B797-70FC54A4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2333260-3583-432B-B817-99C1BB6B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907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D051D43-3D66-4247-B727-07945D7C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97FBB55-28A6-42EE-AE11-07A59C4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8BB5049-2C40-4742-9596-1129D65B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613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1F5A4726-9A60-4E9A-B235-D9E51616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4F8B9D3-1203-49B3-9ED0-7F7CA30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4630224-E654-4623-B282-C995EB7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48529A2-9933-4527-9FAC-85101AC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D8EDD03-AAE2-4997-A5A0-2C6DA8E6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FCBFD4C-3CC9-4F31-9286-6D27C09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C7CB84A-55BC-448A-8DE0-2D60D211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F2B6B9A-2900-4350-A9FD-428BBB31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4CD19C7-7CC5-43C7-B561-CC593654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A72B057-F937-48CB-8600-B2254E15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5815170-1A50-42F7-ADFB-4477B58A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328C1A5-167E-4378-B6C1-8517CD70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A55C56C-8306-4FF6-BE06-8880C30D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E1EBBDFE-ED80-4E23-9478-4534BCB4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AB134845-61A1-4270-876B-0A3C0048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14982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0C93C94-2A46-41C0-A024-695A48EF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267E446-201A-4CBC-AA14-05BC5ECC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4AAB5BC-7944-48C6-928A-4D0C51CE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9BA6BBF-6908-441A-B027-23E3E60B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0F3A05E-4BA6-465B-B99D-0F55633D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860A8A1-5940-4C07-850F-9282D3FB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A05F7E3-D2F6-40FD-92F0-CBCE2959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257DB74-C33F-405F-80F8-C628EF6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4A321E8-79F8-4C1E-9A08-7733961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8973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E46076C-832B-4D77-B3F0-5E7D5A02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3CACAA0-9C5E-4188-B65E-3A822D7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26A4B86-9A24-4F3D-961D-F03E4980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36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0FCEAB4-29A7-47D9-9636-A647A491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54A4C14-1322-4E1B-94F6-24C1348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9CA02B5-11BC-454A-ADF8-9671810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12DF237-3E6F-4529-9389-24943620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96C7DEE-6B7D-40A9-8E92-FABC4C58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73DA305-917E-4DF2-AD3E-30BABE51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F71BE62-CE67-4E7E-BC3A-AC52246C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217641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C4B05A4-F6E1-425A-B5A6-D04D0D71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CB84E19-B013-40E9-BB6F-842E1DE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E05E17E-BB30-4E39-9A15-1E8EF33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170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FEBCDD4A-8114-4CA6-902C-C10F2BDF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5A71029-8FA6-452C-B923-9BCA824D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CC906D1-4E25-40C3-9777-83DEB6D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75F6AF5-2A7C-429D-894A-B140004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342E29-B7E8-4985-B1A8-6C5C1007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BB7AE4-96C3-425A-B056-16DC681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0AAFD4-9BA8-4E83-9CA9-EA4241E6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02554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E51E28-E427-4D1F-B19F-C3E9E337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158FD56-BB28-4E58-8ADB-3976325D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63A3AB6-8254-4699-8AC9-61DA3F2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8B38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7E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72C3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455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4a10e12cd41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D4664758-850C-4D65-A33C-908D907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AFB6FF40-340F-40A0-B401-6E21ECBD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수행 범위</a:t>
            </a:r>
          </a:p>
          <a:p xmlns:a="http://schemas.openxmlformats.org/drawingml/2006/main">
            <a:pPr algn="l">
              <a:defRPr sz="5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72C37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5CBBB72-73A0-420B-AFFD-83D1B06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95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EFEAF42-10E6-4580-B504-8EAFE184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85D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3714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2026-09-25T07:51:57.2580000Z</dcterms:created>
  <dcterms:modified xsi:type="dcterms:W3CDTF">2026-09-25T07:51:57.2580000Z</dcterms:modified>
</coreProperties>
</file>