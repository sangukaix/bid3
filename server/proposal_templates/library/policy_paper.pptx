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6078a65c4445bd" /><Relationship Type="http://schemas.openxmlformats.org/officeDocument/2006/relationships/extended-properties" Target="/docProps/app.xml" Id="Rc3dddff2adb04942" /><Relationship Type="http://schemas.openxmlformats.org/officeDocument/2006/relationships/officeDocument" Target="/ppt/presentation.xml" Id="R353652b9e0264a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c6bbd1faa8404f"/>
  </p:sldMasterIdLst>
  <p:notesMasterIdLst>
    <p:notesMasterId xmlns:r="http://schemas.openxmlformats.org/officeDocument/2006/relationships" r:id="R552dde10c5a74f78"/>
  </p:notesMasterIdLst>
  <p:sldIdLst>
    <p:sldId xmlns:r="http://schemas.openxmlformats.org/officeDocument/2006/relationships" id="256" r:id="R192814bf7e324c02"/>
    <p:sldId xmlns:r="http://schemas.openxmlformats.org/officeDocument/2006/relationships" id="257" r:id="R63c0bd12e5f8466d"/>
    <p:sldId xmlns:r="http://schemas.openxmlformats.org/officeDocument/2006/relationships" id="258" r:id="R39a710685e6d4a8a"/>
    <p:sldId xmlns:r="http://schemas.openxmlformats.org/officeDocument/2006/relationships" id="259" r:id="R44950798b3564b38"/>
    <p:sldId xmlns:r="http://schemas.openxmlformats.org/officeDocument/2006/relationships" id="260" r:id="R2d5d17c2616a41b7"/>
    <p:sldId xmlns:r="http://schemas.openxmlformats.org/officeDocument/2006/relationships" id="261" r:id="Rb9c3bc8dcf5641e3"/>
    <p:sldId xmlns:r="http://schemas.openxmlformats.org/officeDocument/2006/relationships" id="262" r:id="Rf2286e60fc99444e"/>
    <p:sldId xmlns:r="http://schemas.openxmlformats.org/officeDocument/2006/relationships" id="263" r:id="R3bd334113856499e"/>
    <p:sldId xmlns:r="http://schemas.openxmlformats.org/officeDocument/2006/relationships" id="264" r:id="Rf5456719c9ae415c"/>
    <p:sldId xmlns:r="http://schemas.openxmlformats.org/officeDocument/2006/relationships" id="265" r:id="R3c71e89291024904"/>
    <p:sldId xmlns:r="http://schemas.openxmlformats.org/officeDocument/2006/relationships" id="266" r:id="R4d5be787d6a44129"/>
    <p:sldId xmlns:r="http://schemas.openxmlformats.org/officeDocument/2006/relationships" id="267" r:id="R4bb04775dae74bd4"/>
    <p:sldId xmlns:r="http://schemas.openxmlformats.org/officeDocument/2006/relationships" id="268" r:id="Rc2f98f0665dd41e2"/>
    <p:sldId xmlns:r="http://schemas.openxmlformats.org/officeDocument/2006/relationships" id="269" r:id="Rca2ad7eccb7c4069"/>
    <p:sldId xmlns:r="http://schemas.openxmlformats.org/officeDocument/2006/relationships" id="270" r:id="R2b788eb7c7d5460c"/>
    <p:sldId xmlns:r="http://schemas.openxmlformats.org/officeDocument/2006/relationships" id="271" r:id="Rd3231074fe6846dc"/>
    <p:sldId xmlns:r="http://schemas.openxmlformats.org/officeDocument/2006/relationships" id="272" r:id="Re935723f5aa44f8b"/>
    <p:sldId xmlns:r="http://schemas.openxmlformats.org/officeDocument/2006/relationships" id="273" r:id="R51abc90a70424fe9"/>
    <p:sldId xmlns:r="http://schemas.openxmlformats.org/officeDocument/2006/relationships" id="274" r:id="R5f0b586564ab4447"/>
    <p:sldId xmlns:r="http://schemas.openxmlformats.org/officeDocument/2006/relationships" id="275" r:id="Rc1f32bda62634c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973cb049e04585" /><Relationship Type="http://schemas.openxmlformats.org/officeDocument/2006/relationships/slideMaster" Target="/ppt/slideMasters/slideMaster1.xml" Id="R48c6bbd1faa8404f" /><Relationship Type="http://schemas.openxmlformats.org/officeDocument/2006/relationships/notesMaster" Target="/ppt/notesMasters/notesMaster1.xml" Id="R552dde10c5a74f78" /><Relationship Type="http://schemas.openxmlformats.org/officeDocument/2006/relationships/presProps" Target="/ppt/presProps.xml" Id="Rc667e024d7394b8d" /><Relationship Type="http://schemas.openxmlformats.org/officeDocument/2006/relationships/tableStyles" Target="/ppt/tableStyles.xml" Id="Rb3722d480fb5489d" /><Relationship Type="http://schemas.openxmlformats.org/officeDocument/2006/relationships/slide" Target="/ppt/slides/slide1.xml" Id="R192814bf7e324c02" /><Relationship Type="http://schemas.openxmlformats.org/officeDocument/2006/relationships/slide" Target="/ppt/slides/slide2.xml" Id="R63c0bd12e5f8466d" /><Relationship Type="http://schemas.openxmlformats.org/officeDocument/2006/relationships/slide" Target="/ppt/slides/slide3.xml" Id="R39a710685e6d4a8a" /><Relationship Type="http://schemas.openxmlformats.org/officeDocument/2006/relationships/slide" Target="/ppt/slides/slide4.xml" Id="R44950798b3564b38" /><Relationship Type="http://schemas.openxmlformats.org/officeDocument/2006/relationships/slide" Target="/ppt/slides/slide5.xml" Id="R2d5d17c2616a41b7" /><Relationship Type="http://schemas.openxmlformats.org/officeDocument/2006/relationships/slide" Target="/ppt/slides/slide6.xml" Id="Rb9c3bc8dcf5641e3" /><Relationship Type="http://schemas.openxmlformats.org/officeDocument/2006/relationships/slide" Target="/ppt/slides/slide7.xml" Id="Rf2286e60fc99444e" /><Relationship Type="http://schemas.openxmlformats.org/officeDocument/2006/relationships/slide" Target="/ppt/slides/slide8.xml" Id="R3bd334113856499e" /><Relationship Type="http://schemas.openxmlformats.org/officeDocument/2006/relationships/slide" Target="/ppt/slides/slide9.xml" Id="Rf5456719c9ae415c" /><Relationship Type="http://schemas.openxmlformats.org/officeDocument/2006/relationships/slide" Target="/ppt/slides/slide10.xml" Id="R3c71e89291024904" /><Relationship Type="http://schemas.openxmlformats.org/officeDocument/2006/relationships/slide" Target="/ppt/slides/slide11.xml" Id="R4d5be787d6a44129" /><Relationship Type="http://schemas.openxmlformats.org/officeDocument/2006/relationships/slide" Target="/ppt/slides/slide12.xml" Id="R4bb04775dae74bd4" /><Relationship Type="http://schemas.openxmlformats.org/officeDocument/2006/relationships/slide" Target="/ppt/slides/slide13.xml" Id="Rc2f98f0665dd41e2" /><Relationship Type="http://schemas.openxmlformats.org/officeDocument/2006/relationships/slide" Target="/ppt/slides/slide14.xml" Id="Rca2ad7eccb7c4069" /><Relationship Type="http://schemas.openxmlformats.org/officeDocument/2006/relationships/slide" Target="/ppt/slides/slide15.xml" Id="R2b788eb7c7d5460c" /><Relationship Type="http://schemas.openxmlformats.org/officeDocument/2006/relationships/slide" Target="/ppt/slides/slide16.xml" Id="Rd3231074fe6846dc" /><Relationship Type="http://schemas.openxmlformats.org/officeDocument/2006/relationships/slide" Target="/ppt/slides/slide17.xml" Id="Re935723f5aa44f8b" /><Relationship Type="http://schemas.openxmlformats.org/officeDocument/2006/relationships/slide" Target="/ppt/slides/slide18.xml" Id="R51abc90a70424fe9" /><Relationship Type="http://schemas.openxmlformats.org/officeDocument/2006/relationships/slide" Target="/ppt/slides/slide19.xml" Id="R5f0b586564ab4447" /><Relationship Type="http://schemas.openxmlformats.org/officeDocument/2006/relationships/slide" Target="/ppt/slides/slide20.xml" Id="Rc1f32bda62634c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8b7bae86ba42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09fa26583d48cf" /><Relationship Type="http://schemas.openxmlformats.org/officeDocument/2006/relationships/notesMaster" Target="/ppt/notesMasters/notesMaster1.xml" Id="R2d6409fe9da848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3c594343db4497" /><Relationship Type="http://schemas.openxmlformats.org/officeDocument/2006/relationships/notesMaster" Target="/ppt/notesMasters/notesMaster1.xml" Id="R80b9be1d1cd149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10fd6c670643d4" /><Relationship Type="http://schemas.openxmlformats.org/officeDocument/2006/relationships/notesMaster" Target="/ppt/notesMasters/notesMaster1.xml" Id="R2bd4931d910a4e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2cfe481b744ada" /><Relationship Type="http://schemas.openxmlformats.org/officeDocument/2006/relationships/notesMaster" Target="/ppt/notesMasters/notesMaster1.xml" Id="R61f2f35c9fea44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661eb16a8f4869" /><Relationship Type="http://schemas.openxmlformats.org/officeDocument/2006/relationships/notesMaster" Target="/ppt/notesMasters/notesMaster1.xml" Id="Rb791951001e742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2fd1275e1e4636" /><Relationship Type="http://schemas.openxmlformats.org/officeDocument/2006/relationships/notesMaster" Target="/ppt/notesMasters/notesMaster1.xml" Id="R1ff1eb4252bd45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de6ffabf11434a" /><Relationship Type="http://schemas.openxmlformats.org/officeDocument/2006/relationships/notesMaster" Target="/ppt/notesMasters/notesMaster1.xml" Id="Rf24adcded4714c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00c4e983f54499" /><Relationship Type="http://schemas.openxmlformats.org/officeDocument/2006/relationships/notesMaster" Target="/ppt/notesMasters/notesMaster1.xml" Id="R289ae30c43f24d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50c3e4ccdc4a7f" /><Relationship Type="http://schemas.openxmlformats.org/officeDocument/2006/relationships/notesMaster" Target="/ppt/notesMasters/notesMaster1.xml" Id="R952d2956647b48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f8fb9985d94209" /><Relationship Type="http://schemas.openxmlformats.org/officeDocument/2006/relationships/notesMaster" Target="/ppt/notesMasters/notesMaster1.xml" Id="Ra1b5955b12104f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3b5ac9a70f4361" /><Relationship Type="http://schemas.openxmlformats.org/officeDocument/2006/relationships/notesMaster" Target="/ppt/notesMasters/notesMaster1.xml" Id="R291b707c08474a5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3dda5dc8754d76" /><Relationship Type="http://schemas.openxmlformats.org/officeDocument/2006/relationships/notesMaster" Target="/ppt/notesMasters/notesMaster1.xml" Id="R1b23fd6b910946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d525ca3f36046c5" /><Relationship Type="http://schemas.openxmlformats.org/officeDocument/2006/relationships/notesMaster" Target="/ppt/notesMasters/notesMaster1.xml" Id="R630cb094f4d7442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5b1c7f44ee546f6" /><Relationship Type="http://schemas.openxmlformats.org/officeDocument/2006/relationships/notesMaster" Target="/ppt/notesMasters/notesMaster1.xml" Id="R8194d14256f44e2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19af9b3bddd4e7e" /><Relationship Type="http://schemas.openxmlformats.org/officeDocument/2006/relationships/notesMaster" Target="/ppt/notesMasters/notesMaster1.xml" Id="R96e3f69b81594dc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67b2d81bc15455d" /><Relationship Type="http://schemas.openxmlformats.org/officeDocument/2006/relationships/notesMaster" Target="/ppt/notesMasters/notesMaster1.xml" Id="Rea510e5f8ddc496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e018fd2fc0d460c" /><Relationship Type="http://schemas.openxmlformats.org/officeDocument/2006/relationships/notesMaster" Target="/ppt/notesMasters/notesMaster1.xml" Id="Rdaac66953f4c43d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3d3c0c24dc44d32" /><Relationship Type="http://schemas.openxmlformats.org/officeDocument/2006/relationships/notesMaster" Target="/ppt/notesMasters/notesMaster1.xml" Id="R0fb987e7e955497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585802f77564436" /><Relationship Type="http://schemas.openxmlformats.org/officeDocument/2006/relationships/notesMaster" Target="/ppt/notesMasters/notesMaster1.xml" Id="Rf875caff54e0456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79ec6d9ee8f4e29" /><Relationship Type="http://schemas.openxmlformats.org/officeDocument/2006/relationships/notesMaster" Target="/ppt/notesMasters/notesMaster1.xml" Id="Re87c63e1936e4c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폴리시 페이퍼. Role: cover.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폴리시 페이퍼. Role: contents.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폴리시 페이퍼. Role: summary.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폴리시 페이퍼. Role: problem.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폴리시 페이퍼. Role: objective.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폴리시 페이퍼. Role: compliance.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폴리시 페이퍼. Role: evaluation.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폴리시 페이퍼. Role: strategy.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폴리시 페이퍼. Role: process.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폴리시 페이퍼. Role: domain.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폴리시 페이퍼. Role: timeline.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폴리시 페이퍼. Role: organization.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폴리시 페이퍼. Role: governance.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폴리시 페이퍼. Role: quality.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폴리시 페이퍼. Role: risk.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폴리시 페이퍼. Role: security.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폴리시 페이퍼. Role: metrics.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폴리시 페이퍼. Role: evidence.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폴리시 페이퍼. Role: outcomes.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폴리시 페이퍼. Role: closing.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cb2a2f36a240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8da712e7a44af5" /><Relationship Type="http://schemas.openxmlformats.org/officeDocument/2006/relationships/slideLayout" Target="/ppt/slideLayouts/slideLayout1.xml" Id="Rda0323f4f47243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0323f4f47243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b77b3a6764516" /><Relationship Type="http://schemas.openxmlformats.org/officeDocument/2006/relationships/image" Target="/ppt/media/image.png" Id="R61f78a9600ff487f" /><Relationship Type="http://schemas.openxmlformats.org/officeDocument/2006/relationships/notesSlide" Target="/ppt/notesSlides/notesSlide1.xml" Id="R8dcc34c87d9b41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7c96617cd48f4" /><Relationship Type="http://schemas.openxmlformats.org/officeDocument/2006/relationships/notesSlide" Target="/ppt/notesSlides/notesSlide2.xml" Id="R3bb9cb9f81d542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1e270133e4bb4" /><Relationship Type="http://schemas.openxmlformats.org/officeDocument/2006/relationships/notesSlide" Target="/ppt/notesSlides/notesSlide3.xml" Id="Rd17df3b8a8954e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8f65cb83d4c50" /><Relationship Type="http://schemas.openxmlformats.org/officeDocument/2006/relationships/notesSlide" Target="/ppt/notesSlides/notesSlide4.xml" Id="R18aec1eef32b44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f24131ef894cde" /><Relationship Type="http://schemas.openxmlformats.org/officeDocument/2006/relationships/notesSlide" Target="/ppt/notesSlides/notesSlide5.xml" Id="R425fad584df542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3e03899414c5d" /><Relationship Type="http://schemas.openxmlformats.org/officeDocument/2006/relationships/notesSlide" Target="/ppt/notesSlides/notesSlide6.xml" Id="Rff733bbed36541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0be2b78b54de1" /><Relationship Type="http://schemas.openxmlformats.org/officeDocument/2006/relationships/notesSlide" Target="/ppt/notesSlides/notesSlide7.xml" Id="R8db8279c0a5848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592d64d5a4862" /><Relationship Type="http://schemas.openxmlformats.org/officeDocument/2006/relationships/notesSlide" Target="/ppt/notesSlides/notesSlide8.xml" Id="R54a7e8434b0a4e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573e823294c44" /><Relationship Type="http://schemas.openxmlformats.org/officeDocument/2006/relationships/notesSlide" Target="/ppt/notesSlides/notesSlide9.xml" Id="R77dad8bf2c9c4d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9ae91efec4713" /><Relationship Type="http://schemas.openxmlformats.org/officeDocument/2006/relationships/notesSlide" Target="/ppt/notesSlides/notesSlide10.xml" Id="R6fc2eefdadfb47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230d4668540d9" /><Relationship Type="http://schemas.openxmlformats.org/officeDocument/2006/relationships/notesSlide" Target="/ppt/notesSlides/notesSlide11.xml" Id="R8963e553f7e24e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b83459b884766" /><Relationship Type="http://schemas.openxmlformats.org/officeDocument/2006/relationships/notesSlide" Target="/ppt/notesSlides/notesSlide12.xml" Id="Rfdff1663cfbc40e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2af56624a417e" /><Relationship Type="http://schemas.openxmlformats.org/officeDocument/2006/relationships/notesSlide" Target="/ppt/notesSlides/notesSlide13.xml" Id="R790780b69d58435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32c9b366e448b" /><Relationship Type="http://schemas.openxmlformats.org/officeDocument/2006/relationships/notesSlide" Target="/ppt/notesSlides/notesSlide14.xml" Id="Re60f24fb76d145a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1a63f18284918" /><Relationship Type="http://schemas.openxmlformats.org/officeDocument/2006/relationships/notesSlide" Target="/ppt/notesSlides/notesSlide15.xml" Id="Rae10374d294f4a3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11ae769b44bb4" /><Relationship Type="http://schemas.openxmlformats.org/officeDocument/2006/relationships/notesSlide" Target="/ppt/notesSlides/notesSlide16.xml" Id="Rc3fdffcd4be7432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2ef14e2dd4c59" /><Relationship Type="http://schemas.openxmlformats.org/officeDocument/2006/relationships/notesSlide" Target="/ppt/notesSlides/notesSlide17.xml" Id="Rdd16fa30e02d4f0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7ad55c54448f4" /><Relationship Type="http://schemas.openxmlformats.org/officeDocument/2006/relationships/notesSlide" Target="/ppt/notesSlides/notesSlide18.xml" Id="Ra1bd43921c294e5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c1226183a4271" /><Relationship Type="http://schemas.openxmlformats.org/officeDocument/2006/relationships/notesSlide" Target="/ppt/notesSlides/notesSlide19.xml" Id="R7f2ffd4a22864c6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0fb03673c44a5" /><Relationship Type="http://schemas.openxmlformats.org/officeDocument/2006/relationships/image" Target="/ppt/media/image2.png" Id="R9946f11332e943ea" /><Relationship Type="http://schemas.openxmlformats.org/officeDocument/2006/relationships/notesSlide" Target="/ppt/notesSlides/notesSlide20.xml" Id="Ra0dc3d467f9348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f78a9600ff487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eyebrow">
            <a:extLst xmlns:a="http://schemas.openxmlformats.org/drawingml/2006/main">
              <a:ext uri="{FF2B5EF4-FFF2-40B4-BE49-F238E27FC236}">
                <a16:creationId xmlns:a16="http://schemas.microsoft.com/office/drawing/2014/main" id="{BC9B2844-9D80-4104-92FD-C2B0B31E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477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04AF0257-A2CE-45C3-AAA2-7092F7FE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7477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[사업명]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5CD8728E-1F03-4DA8-AF53-F106DF35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7477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발주기관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6736B62-855A-48E3-9A4B-C5A05A6A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7477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제안사 확인 필요 · 제출일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710239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id3-title">
            <a:extLst xmlns:a="http://schemas.openxmlformats.org/drawingml/2006/main">
              <a:ext uri="{FF2B5EF4-FFF2-40B4-BE49-F238E27FC236}">
                <a16:creationId xmlns:a16="http://schemas.microsoft.com/office/drawing/2014/main" id="{C44B99C5-71A3-4337-8859-F22558AE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제안의 구성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14D13FC-AF4F-4123-AD4F-7D769EEA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44110D8-E63A-4C78-90F7-C33E4D02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688388C2-56DC-4CF8-99D1-3986F94A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1283220-1388-48F2-A7C3-5BC00BF2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431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사업 이해와 제안 방향</a:t>
            </a:r>
          </a:p>
        </p:txBody>
      </p:sp>
      <p:sp>
        <p:nvSpPr>
          <p:cNvPr id="6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30C1CD13-EEC2-4FC9-A576-008AA404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72F1A26E-7079-462C-A5D1-0A5A24E4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956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수행 방법과 운영 체계</a:t>
            </a:r>
          </a:p>
        </p:txBody>
      </p:sp>
      <p:sp>
        <p:nvSpPr>
          <p:cNvPr id="8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AF11672E-F247-4CE2-8A3D-D715E67A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875380AC-5E6C-43D9-B666-47B13894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품질·위험·보안 관리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06FFDC86-1721-4299-8AB7-E4E5D42A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D4426436-08E3-4AB0-9E2C-766527F1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006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검증 근거와 성과 관리</a:t>
            </a:r>
          </a:p>
        </p:txBody>
      </p:sp>
    </p:spTree>
    <p:extLst>
      <p:ext uri="{BB962C8B-B14F-4D97-AF65-F5344CB8AC3E}">
        <p14:creationId xmlns:p14="http://schemas.microsoft.com/office/powerpoint/2010/main" val="6803873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title">
            <a:extLst xmlns:a="http://schemas.openxmlformats.org/drawingml/2006/main">
              <a:ext uri="{FF2B5EF4-FFF2-40B4-BE49-F238E27FC236}">
                <a16:creationId xmlns:a16="http://schemas.microsoft.com/office/drawing/2014/main" id="{B1038C29-CFF1-4E18-B525-907C9B38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제안 요약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1EDBEF9-753C-4235-8008-346449E7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6D2DEEF-1028-4667-AD10-AA1432AF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C392F38-3D5B-4CD2-8601-2E7BF2AF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핵심 제안 내용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15A2839-7B78-4768-A20F-338CEFCE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사업의 목적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45431D2-66EB-4150-ABE4-F7E6BDAE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C2232565-9591-4674-97D0-E4C361E8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주요 수행 내용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C369FF81-8D4C-412B-9C9B-A252A00A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EC9012E5-1F42-424D-8569-798C8176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완료 기준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2DDF03A6-B32E-4D4D-BC84-730D94FF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3075194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54D142F6-BD90-4606-AF71-22F99626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사업 이해와 핵심 과제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8AEBF0B-1149-4276-B372-129D3A9F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6FB4C59-1693-4F69-A641-58E4F5F5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70B3318-F683-4938-9C0B-689E2E1F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발주처의 현황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F980EA0-3B00-44C4-991F-1E5EB996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7BF65BB-5FBA-422C-A609-1F6B61BC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해결해야 할 과제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2D89B919-D318-48FC-996D-8498F0BF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45715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8FE6C7E8-5ABE-442D-980F-B5AA754E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사업 목표와 적용 범위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A646993-C840-4057-82BF-48D2A904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98DCEE3-BD34-4B95-9E89-50C49CBA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42A131CD-067B-4753-8F11-81F31478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대상과 범위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A36A51E-D220-4A9D-AE84-90D96371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46AAC81-30B6-4248-936A-53BDF0F8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정량 목표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ECF22C4D-298A-4670-8A0E-321362CC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AFEAFB94-D6CC-4FF0-80C9-E02C40CE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적용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470D2A1E-9564-441F-8A4D-FE6D9E6C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8122928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4201315C-945D-4BF8-8C4D-88C0512D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요구사항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488D9F0-1B20-4849-BFF6-4E300C9F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ECE18CC-F8BE-4B4E-895C-F8C8BF3F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</a:t>
                      </a:r>
                    </a:p>
                  </a:txBody>
                  <a:tcPr marL="171450" marR="171450" marT="152400" marB="114300" anchor="ctr">
                    <a:solidFill>
                      <a:srgbClr val="8C3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수행 방안</a:t>
                      </a:r>
                    </a:p>
                  </a:txBody>
                  <a:tcPr marL="171450" marR="171450" marT="152400" marB="114300" anchor="ctr">
                    <a:solidFill>
                      <a:srgbClr val="8C3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근거</a:t>
                      </a:r>
                    </a:p>
                  </a:txBody>
                  <a:tcPr marL="171450" marR="171450" marT="152400" marB="114300" anchor="ctr">
                    <a:solidFill>
                      <a:srgbClr val="8C33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39646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EEC74FA6-98A6-465D-AD07-25C64D0B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평가항목별 제안 근거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986A167-23A7-4127-89E0-FADE9320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63AECFF-8422-4FFC-B708-03F6E9D8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평가항목</a:t>
                      </a:r>
                    </a:p>
                  </a:txBody>
                  <a:tcPr marL="171450" marR="171450" marT="152400" marB="114300" anchor="ctr">
                    <a:solidFill>
                      <a:srgbClr val="8C3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내용</a:t>
                      </a:r>
                    </a:p>
                  </a:txBody>
                  <a:tcPr marL="171450" marR="171450" marT="152400" marB="114300" anchor="ctr">
                    <a:solidFill>
                      <a:srgbClr val="8C3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증빙·관련 페이지</a:t>
                      </a:r>
                    </a:p>
                  </a:txBody>
                  <a:tcPr marL="171450" marR="171450" marT="152400" marB="114300" anchor="ctr">
                    <a:solidFill>
                      <a:srgbClr val="8C33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76841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C3FD533E-18C2-4F96-88C3-242235BF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핵심 수행 전략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1DDD31F-C3AF-4442-B1F8-0F15A634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D3BF762-05F9-4FB9-AC48-DCD83333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DE23FE8A-7DC6-45BA-BA54-8EEE9CE3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접근 방법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4E854A7-1648-4575-97AC-F03B2D39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572D7F2F-4E12-43B1-9402-617BF6FB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수행의 차별점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27F960E2-F1C3-4ECB-8F12-16E8AC28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2D353C8E-4FAA-4BFF-A6B3-9CF385A6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실행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24CAB71D-9512-4D40-B478-FF0AE1F4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7545231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258B0B7A-7107-42D7-8C68-5F91FC0C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단계별 수행 절차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394D06E-5EE1-4792-B290-C32864C1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367FA0E-CBC7-417C-959A-C62B1E2D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CFDC431C-F5EB-47BE-A7C8-F0B6D087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5CF45A9-FAAB-4B2B-BD27-E8900021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착수·요건 확인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56276ED8-6733-48C8-9B32-A38BBA6E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4BBE1171-6C2A-4BB8-A53D-6B82B128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71DADC2C-F5C3-44C5-BA67-6E3D6763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설계·준비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5A647EE4-2BFF-4A7E-A573-D13EE33F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57C112FE-5FAF-46F5-B1F4-FF87EF04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5F2543C4-F650-4D69-A1CC-3D955EC3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실행·점검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40066EB1-7DD0-4F96-B319-9F70B3E3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CCB8A9BB-155E-41C9-8439-7BFC9683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1FD61689-0D8D-46E0-B783-F7BEE171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검증·인계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FD3351C2-4AE4-4D52-9BAC-70904902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19948190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2B336448-AD2A-4940-A1EB-999713E5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세부 과업 수행 방안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81179D2-92E4-46F7-A014-6FDDE061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D0E51F9-22F4-419F-9A10-8AB3B61D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C6D8C807-5865-460E-AD98-01A210DA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주요 과업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AF17BA3-C4F6-4FC2-8A4F-C7D00EA1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1EC99E1-3DFE-4628-97A1-E6C1B7D8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수행 방법과 산출물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9B6FCBD6-FC2C-4A3D-B09A-BD21EA30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3285755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A6235192-E09E-4E49-9F4E-6CBC7E7E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추진 일정과 마일스톤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F442298-6B1D-4F19-BE7D-DCE268FD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0CB1DA1-CBA9-4A07-AF87-229A8138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71450" marR="171450" marT="152400" marB="114300" anchor="ctr">
                    <a:solidFill>
                      <a:srgbClr val="8C3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171450" marR="171450" marT="152400" marB="114300" anchor="ctr">
                    <a:solidFill>
                      <a:srgbClr val="8C3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활동</a:t>
                      </a:r>
                    </a:p>
                  </a:txBody>
                  <a:tcPr marL="171450" marR="171450" marT="152400" marB="114300" anchor="ctr">
                    <a:solidFill>
                      <a:srgbClr val="8C3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8C33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93146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0A5052FF-A441-4AC1-A618-225EE27F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수행 조직과 역할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B786ED5-5B5E-4FA4-89F4-97384E6F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38C4564-1C14-4E3B-B9CA-A017DD2F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71450" marR="171450" marT="152400" marB="114300" anchor="ctr">
                    <a:solidFill>
                      <a:srgbClr val="8C3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담당·투입 조건</a:t>
                      </a:r>
                    </a:p>
                  </a:txBody>
                  <a:tcPr marL="171450" marR="171450" marT="152400" marB="114300" anchor="ctr">
                    <a:solidFill>
                      <a:srgbClr val="8C3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책임과 수행 내용</a:t>
                      </a:r>
                    </a:p>
                  </a:txBody>
                  <a:tcPr marL="171450" marR="171450" marT="152400" marB="114300" anchor="ctr">
                    <a:solidFill>
                      <a:srgbClr val="8C33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37536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E9A0D94E-0D04-4E38-9F82-9D6C2037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보고와 의사결정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C705031-F37A-4274-9D0B-F6C9B426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F3AE3E4-B2D0-47AC-84B7-B006F000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DA079C21-4990-4870-B538-9FB54FBB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D6A0245-17BB-4612-BD34-7B3C91FB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진행 현황 보고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D7969DA-22B1-4511-BEFD-2095603B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140F6D37-E12B-4EEB-98C8-C794659C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B55871C6-950A-4ADE-B92A-B2EB67DC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쟁점 검토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C7A99657-5964-42A4-B7CE-9CC7E1DF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B7DBA618-7B21-4028-843C-7C684DE3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3A3D7949-F571-4116-A7EE-E2A3CE10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발주처 협의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DB6D5315-D3A4-4516-83A3-16923C75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A4007927-AF40-4C18-8012-260252BC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ABA68E27-CF13-4DD6-94A6-B74760D9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변경사항 반영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2A44C5D6-B26F-4F06-BCE5-9801D19F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8896475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BF90DEC3-7555-46B4-B96B-79BF7D1E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품질관리와 검수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D4482C4-CAFA-44E1-8761-400AD8FE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60D7558-EBDA-493B-9095-9ACA4B0C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F182330-EE76-4991-B281-7E2DDD68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품질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A4EA94B-2096-4EA8-AAC9-48B00476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DA61310E-7EFA-4CD4-81B6-88A87806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검증 방법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A5DB4F31-D74B-49EE-8D0D-ABFFDEFD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8E1F01AF-53DE-4EED-A21B-6AC6D801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보완과 재검수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308B83C5-3E9D-45D7-884E-518C9395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7297628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F6B64415-7831-48DC-A16E-92D06928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위험과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79D4BE2-EE5E-4968-824E-706EC12F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4754A83-D0D8-4BC7-90CC-A723685A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요인</a:t>
                      </a:r>
                    </a:p>
                  </a:txBody>
                  <a:tcPr marL="171450" marR="171450" marT="152400" marB="114300" anchor="ctr">
                    <a:solidFill>
                      <a:srgbClr val="8C3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예방·대응 방안</a:t>
                      </a:r>
                    </a:p>
                  </a:txBody>
                  <a:tcPr marL="171450" marR="171450" marT="152400" marB="114300" anchor="ctr">
                    <a:solidFill>
                      <a:srgbClr val="8C3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담당·점검 기준</a:t>
                      </a:r>
                    </a:p>
                  </a:txBody>
                  <a:tcPr marL="171450" marR="171450" marT="152400" marB="114300" anchor="ctr">
                    <a:solidFill>
                      <a:srgbClr val="8C33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47411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FFBFC284-C5D7-4663-A138-554CAB87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정보보호와 준수사항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E4643AD-8D20-45AB-8BC0-A04699D5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FE0A149-01B8-42E5-A463-68968BF0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396F3B6-2F7B-47B8-91C9-8645DF73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보호 대상과 준수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DDA5A49-9E44-4341-896D-EF2E9991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C4623583-8ECC-4D1A-B45B-537A080E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통제 방법과 점검 기록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9BAE3ABD-B054-4468-BE12-A4964484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3728493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55DF7602-A301-4B0D-9F31-4BAD4E2F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성과지표와 측정 방법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41979C5-DC04-49BD-B6CE-E3C1D911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9CDD756-AD9B-48E2-A690-50D3BAA8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성과지표</a:t>
                      </a:r>
                    </a:p>
                  </a:txBody>
                  <a:tcPr marL="171450" marR="171450" marT="152400" marB="114300" anchor="ctr">
                    <a:solidFill>
                      <a:srgbClr val="8C3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목표·근거</a:t>
                      </a:r>
                    </a:p>
                  </a:txBody>
                  <a:tcPr marL="171450" marR="171450" marT="152400" marB="114300" anchor="ctr">
                    <a:solidFill>
                      <a:srgbClr val="8C3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방법·주기</a:t>
                      </a:r>
                    </a:p>
                  </a:txBody>
                  <a:tcPr marL="171450" marR="171450" marT="152400" marB="114300" anchor="ctr">
                    <a:solidFill>
                      <a:srgbClr val="8C33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73279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A4259087-C84A-4760-8156-5C1B26A1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수행 역량과 검증 자료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FDF69E4-04E2-4189-BC00-B271AA39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FA183E5-4B02-45B0-BD3C-CDDBFFD7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CEEF1C6-8827-4FF4-A616-724A5152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관련 역량과 수행 경험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3CF0E81-9FE3-4F31-97F4-E881CC03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21B65507-8F5E-4D41-93E8-436CCFAE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확인 가능한 증빙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865DC323-606F-4B8B-949E-78BB0804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59895792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81587B79-560C-4F89-9DBE-68AC70F0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산출물과 완료 기준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859F915-E052-445F-AF22-04364664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B58531A-C6B5-4108-A703-E225B6D1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산출물</a:t>
                      </a:r>
                    </a:p>
                  </a:txBody>
                  <a:tcPr marL="171450" marR="171450" marT="152400" marB="114300" anchor="ctr">
                    <a:solidFill>
                      <a:srgbClr val="8C3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제출·인계 방법</a:t>
                      </a:r>
                    </a:p>
                  </a:txBody>
                  <a:tcPr marL="171450" marR="171450" marT="152400" marB="114300" anchor="ctr">
                    <a:solidFill>
                      <a:srgbClr val="8C3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8C33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E5D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3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68343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46f11332e943e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eyebrow">
            <a:extLst xmlns:a="http://schemas.openxmlformats.org/drawingml/2006/main">
              <a:ext uri="{FF2B5EF4-FFF2-40B4-BE49-F238E27FC236}">
                <a16:creationId xmlns:a16="http://schemas.microsoft.com/office/drawing/2014/main" id="{BA82233A-BE7C-4714-AC09-E2807CD6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477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제안의 핵심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72243A64-C834-4CE6-AC6D-187025FF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7477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263342"/>
                </a:solidFill>
                <a:latin typeface="Malgun Gothic"/>
                <a:ea typeface="Malgun Gothic"/>
                <a:cs typeface="Malgun Gothic"/>
              </a:rPr>
              <a:t>수행 범위 확인 필요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3AC141C-C757-455C-B58E-D455E475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7477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실행 원칙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29030A7-0B7D-4F74-84B4-37BC0A83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7477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C333B"/>
                </a:solidFill>
                <a:latin typeface="Malgun Gothic"/>
                <a:ea typeface="Malgun Gothic"/>
                <a:cs typeface="Malgun Gothic"/>
              </a:rPr>
              <a:t>협의 사항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3808665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2026-09-25T07:44:46.8730000Z</dcterms:created>
  <dcterms:modified xsi:type="dcterms:W3CDTF">2026-09-25T07:44:46.8730000Z</dcterms:modified>
</coreProperties>
</file>