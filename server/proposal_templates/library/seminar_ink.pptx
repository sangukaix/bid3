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b4dbeb619441b6" /><Relationship Type="http://schemas.openxmlformats.org/officeDocument/2006/relationships/extended-properties" Target="/docProps/app.xml" Id="R7bb5e94d8a614e31" /><Relationship Type="http://schemas.openxmlformats.org/officeDocument/2006/relationships/officeDocument" Target="/ppt/presentation.xml" Id="R97fb8b9411f344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4b0bb78f14d93"/>
  </p:sldMasterIdLst>
  <p:notesMasterIdLst>
    <p:notesMasterId xmlns:r="http://schemas.openxmlformats.org/officeDocument/2006/relationships" r:id="R280268f0e4124724"/>
  </p:notesMasterIdLst>
  <p:sldIdLst>
    <p:sldId xmlns:r="http://schemas.openxmlformats.org/officeDocument/2006/relationships" id="256" r:id="R4b03d758bdf843a9"/>
    <p:sldId xmlns:r="http://schemas.openxmlformats.org/officeDocument/2006/relationships" id="257" r:id="R063952314dea4067"/>
    <p:sldId xmlns:r="http://schemas.openxmlformats.org/officeDocument/2006/relationships" id="258" r:id="Rcc43801a34a645e2"/>
    <p:sldId xmlns:r="http://schemas.openxmlformats.org/officeDocument/2006/relationships" id="259" r:id="R6e01d8445ad24fb8"/>
    <p:sldId xmlns:r="http://schemas.openxmlformats.org/officeDocument/2006/relationships" id="260" r:id="R2513ba1b5a594084"/>
    <p:sldId xmlns:r="http://schemas.openxmlformats.org/officeDocument/2006/relationships" id="261" r:id="R65a21532714e42db"/>
    <p:sldId xmlns:r="http://schemas.openxmlformats.org/officeDocument/2006/relationships" id="262" r:id="Rd6ed34de0f2b4e57"/>
    <p:sldId xmlns:r="http://schemas.openxmlformats.org/officeDocument/2006/relationships" id="263" r:id="R0d7e2fbf75e34a93"/>
    <p:sldId xmlns:r="http://schemas.openxmlformats.org/officeDocument/2006/relationships" id="264" r:id="R9d5a0ff2524b427b"/>
    <p:sldId xmlns:r="http://schemas.openxmlformats.org/officeDocument/2006/relationships" id="265" r:id="R3a1d45b5309748db"/>
    <p:sldId xmlns:r="http://schemas.openxmlformats.org/officeDocument/2006/relationships" id="266" r:id="R915b436ce9ea4f83"/>
    <p:sldId xmlns:r="http://schemas.openxmlformats.org/officeDocument/2006/relationships" id="267" r:id="R9d439d5fa8524f7b"/>
    <p:sldId xmlns:r="http://schemas.openxmlformats.org/officeDocument/2006/relationships" id="268" r:id="Ref20b38446ce45e6"/>
    <p:sldId xmlns:r="http://schemas.openxmlformats.org/officeDocument/2006/relationships" id="269" r:id="R31682179ed1b44bf"/>
    <p:sldId xmlns:r="http://schemas.openxmlformats.org/officeDocument/2006/relationships" id="270" r:id="R54b3c1bdeee24202"/>
    <p:sldId xmlns:r="http://schemas.openxmlformats.org/officeDocument/2006/relationships" id="271" r:id="Rbe58a7b2d19748c0"/>
    <p:sldId xmlns:r="http://schemas.openxmlformats.org/officeDocument/2006/relationships" id="272" r:id="Rb3056bbcf95f4c09"/>
    <p:sldId xmlns:r="http://schemas.openxmlformats.org/officeDocument/2006/relationships" id="273" r:id="R54233f8c26634ea2"/>
    <p:sldId xmlns:r="http://schemas.openxmlformats.org/officeDocument/2006/relationships" id="274" r:id="R88a0f41f4a574ef9"/>
    <p:sldId xmlns:r="http://schemas.openxmlformats.org/officeDocument/2006/relationships" id="275" r:id="R56d5d3519bef41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93f378317e4680" /><Relationship Type="http://schemas.openxmlformats.org/officeDocument/2006/relationships/slideMaster" Target="/ppt/slideMasters/slideMaster1.xml" Id="R8ca4b0bb78f14d93" /><Relationship Type="http://schemas.openxmlformats.org/officeDocument/2006/relationships/notesMaster" Target="/ppt/notesMasters/notesMaster1.xml" Id="R280268f0e4124724" /><Relationship Type="http://schemas.openxmlformats.org/officeDocument/2006/relationships/presProps" Target="/ppt/presProps.xml" Id="Rb405739b93884ce6" /><Relationship Type="http://schemas.openxmlformats.org/officeDocument/2006/relationships/tableStyles" Target="/ppt/tableStyles.xml" Id="R49bb741a4b85460e" /><Relationship Type="http://schemas.openxmlformats.org/officeDocument/2006/relationships/slide" Target="/ppt/slides/slide1.xml" Id="R4b03d758bdf843a9" /><Relationship Type="http://schemas.openxmlformats.org/officeDocument/2006/relationships/slide" Target="/ppt/slides/slide2.xml" Id="R063952314dea4067" /><Relationship Type="http://schemas.openxmlformats.org/officeDocument/2006/relationships/slide" Target="/ppt/slides/slide3.xml" Id="Rcc43801a34a645e2" /><Relationship Type="http://schemas.openxmlformats.org/officeDocument/2006/relationships/slide" Target="/ppt/slides/slide4.xml" Id="R6e01d8445ad24fb8" /><Relationship Type="http://schemas.openxmlformats.org/officeDocument/2006/relationships/slide" Target="/ppt/slides/slide5.xml" Id="R2513ba1b5a594084" /><Relationship Type="http://schemas.openxmlformats.org/officeDocument/2006/relationships/slide" Target="/ppt/slides/slide6.xml" Id="R65a21532714e42db" /><Relationship Type="http://schemas.openxmlformats.org/officeDocument/2006/relationships/slide" Target="/ppt/slides/slide7.xml" Id="Rd6ed34de0f2b4e57" /><Relationship Type="http://schemas.openxmlformats.org/officeDocument/2006/relationships/slide" Target="/ppt/slides/slide8.xml" Id="R0d7e2fbf75e34a93" /><Relationship Type="http://schemas.openxmlformats.org/officeDocument/2006/relationships/slide" Target="/ppt/slides/slide9.xml" Id="R9d5a0ff2524b427b" /><Relationship Type="http://schemas.openxmlformats.org/officeDocument/2006/relationships/slide" Target="/ppt/slides/slide10.xml" Id="R3a1d45b5309748db" /><Relationship Type="http://schemas.openxmlformats.org/officeDocument/2006/relationships/slide" Target="/ppt/slides/slide11.xml" Id="R915b436ce9ea4f83" /><Relationship Type="http://schemas.openxmlformats.org/officeDocument/2006/relationships/slide" Target="/ppt/slides/slide12.xml" Id="R9d439d5fa8524f7b" /><Relationship Type="http://schemas.openxmlformats.org/officeDocument/2006/relationships/slide" Target="/ppt/slides/slide13.xml" Id="Ref20b38446ce45e6" /><Relationship Type="http://schemas.openxmlformats.org/officeDocument/2006/relationships/slide" Target="/ppt/slides/slide14.xml" Id="R31682179ed1b44bf" /><Relationship Type="http://schemas.openxmlformats.org/officeDocument/2006/relationships/slide" Target="/ppt/slides/slide15.xml" Id="R54b3c1bdeee24202" /><Relationship Type="http://schemas.openxmlformats.org/officeDocument/2006/relationships/slide" Target="/ppt/slides/slide16.xml" Id="Rbe58a7b2d19748c0" /><Relationship Type="http://schemas.openxmlformats.org/officeDocument/2006/relationships/slide" Target="/ppt/slides/slide17.xml" Id="Rb3056bbcf95f4c09" /><Relationship Type="http://schemas.openxmlformats.org/officeDocument/2006/relationships/slide" Target="/ppt/slides/slide18.xml" Id="R54233f8c26634ea2" /><Relationship Type="http://schemas.openxmlformats.org/officeDocument/2006/relationships/slide" Target="/ppt/slides/slide19.xml" Id="R88a0f41f4a574ef9" /><Relationship Type="http://schemas.openxmlformats.org/officeDocument/2006/relationships/slide" Target="/ppt/slides/slide20.xml" Id="R56d5d3519bef41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bb0db931004e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16da386b8f49d5" /><Relationship Type="http://schemas.openxmlformats.org/officeDocument/2006/relationships/notesMaster" Target="/ppt/notesMasters/notesMaster1.xml" Id="Rab843f96a16944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18c2d3db44493b" /><Relationship Type="http://schemas.openxmlformats.org/officeDocument/2006/relationships/notesMaster" Target="/ppt/notesMasters/notesMaster1.xml" Id="R29118948873b4f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4663d8be67465f" /><Relationship Type="http://schemas.openxmlformats.org/officeDocument/2006/relationships/notesMaster" Target="/ppt/notesMasters/notesMaster1.xml" Id="Rf385da034c5741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5a511749b34e8f" /><Relationship Type="http://schemas.openxmlformats.org/officeDocument/2006/relationships/notesMaster" Target="/ppt/notesMasters/notesMaster1.xml" Id="R05e3c70a6a694d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8c9b5276934e67" /><Relationship Type="http://schemas.openxmlformats.org/officeDocument/2006/relationships/notesMaster" Target="/ppt/notesMasters/notesMaster1.xml" Id="Radc881563d784d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10b44614f14897" /><Relationship Type="http://schemas.openxmlformats.org/officeDocument/2006/relationships/notesMaster" Target="/ppt/notesMasters/notesMaster1.xml" Id="R83fca6bd83b24a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7078bbcc1244a7" /><Relationship Type="http://schemas.openxmlformats.org/officeDocument/2006/relationships/notesMaster" Target="/ppt/notesMasters/notesMaster1.xml" Id="R7067c4402c0849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3772b8fac34146" /><Relationship Type="http://schemas.openxmlformats.org/officeDocument/2006/relationships/notesMaster" Target="/ppt/notesMasters/notesMaster1.xml" Id="Rb8a35d24709e4a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dbc57cbd4e4e36" /><Relationship Type="http://schemas.openxmlformats.org/officeDocument/2006/relationships/notesMaster" Target="/ppt/notesMasters/notesMaster1.xml" Id="R33a85f49c0dd46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dc02f26dfb4e53" /><Relationship Type="http://schemas.openxmlformats.org/officeDocument/2006/relationships/notesMaster" Target="/ppt/notesMasters/notesMaster1.xml" Id="Rf048bb38feff46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7a36fb1d03473b" /><Relationship Type="http://schemas.openxmlformats.org/officeDocument/2006/relationships/notesMaster" Target="/ppt/notesMasters/notesMaster1.xml" Id="R4a6a7ff336d941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9db50e7df84779" /><Relationship Type="http://schemas.openxmlformats.org/officeDocument/2006/relationships/notesMaster" Target="/ppt/notesMasters/notesMaster1.xml" Id="R6fe7af1681c34f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87ab0497c24598" /><Relationship Type="http://schemas.openxmlformats.org/officeDocument/2006/relationships/notesMaster" Target="/ppt/notesMasters/notesMaster1.xml" Id="Rcf29d1cf21dd45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772d4a70a04abf" /><Relationship Type="http://schemas.openxmlformats.org/officeDocument/2006/relationships/notesMaster" Target="/ppt/notesMasters/notesMaster1.xml" Id="Rc44e6bccadac43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f5b1be0dc64354" /><Relationship Type="http://schemas.openxmlformats.org/officeDocument/2006/relationships/notesMaster" Target="/ppt/notesMasters/notesMaster1.xml" Id="Rcde7a399c4e645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f9241b53844661" /><Relationship Type="http://schemas.openxmlformats.org/officeDocument/2006/relationships/notesMaster" Target="/ppt/notesMasters/notesMaster1.xml" Id="R2ea3ba316ba84a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5769776aca4f63" /><Relationship Type="http://schemas.openxmlformats.org/officeDocument/2006/relationships/notesMaster" Target="/ppt/notesMasters/notesMaster1.xml" Id="R3d90c9fed30c41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023f0980534f66" /><Relationship Type="http://schemas.openxmlformats.org/officeDocument/2006/relationships/notesMaster" Target="/ppt/notesMasters/notesMaster1.xml" Id="Ra3b824ce2e8e47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3e75c56ec64700" /><Relationship Type="http://schemas.openxmlformats.org/officeDocument/2006/relationships/notesMaster" Target="/ppt/notesMasters/notesMaster1.xml" Id="R3125a554fcc34e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c228386c5c44c6" /><Relationship Type="http://schemas.openxmlformats.org/officeDocument/2006/relationships/notesMaster" Target="/ppt/notesMasters/notesMaster1.xml" Id="Re49f66849b784c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세미나 잉크.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71e185bda47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94c4e624e54c1d" /><Relationship Type="http://schemas.openxmlformats.org/officeDocument/2006/relationships/slideLayout" Target="/ppt/slideLayouts/slideLayout1.xml" Id="Rc7ddddc74f234f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ddddc74f234f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27923cbe6461e" /><Relationship Type="http://schemas.openxmlformats.org/officeDocument/2006/relationships/notesSlide" Target="/ppt/notesSlides/notesSlide1.xml" Id="R34f3dbcab8f54f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e8e8021e14e92" /><Relationship Type="http://schemas.openxmlformats.org/officeDocument/2006/relationships/notesSlide" Target="/ppt/notesSlides/notesSlide2.xml" Id="Ra694ac3abdca41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fb1df538e4089" /><Relationship Type="http://schemas.openxmlformats.org/officeDocument/2006/relationships/notesSlide" Target="/ppt/notesSlides/notesSlide3.xml" Id="Rc0749e700189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6af5880b74e81" /><Relationship Type="http://schemas.openxmlformats.org/officeDocument/2006/relationships/notesSlide" Target="/ppt/notesSlides/notesSlide4.xml" Id="R0dca4f0bb86644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7ae96e0814673" /><Relationship Type="http://schemas.openxmlformats.org/officeDocument/2006/relationships/notesSlide" Target="/ppt/notesSlides/notesSlide5.xml" Id="Re0e8228bb4c94b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4deb5f9084be6" /><Relationship Type="http://schemas.openxmlformats.org/officeDocument/2006/relationships/notesSlide" Target="/ppt/notesSlides/notesSlide6.xml" Id="R2ed05f15e57f48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e0c56151c4351" /><Relationship Type="http://schemas.openxmlformats.org/officeDocument/2006/relationships/notesSlide" Target="/ppt/notesSlides/notesSlide7.xml" Id="Re2470771ae1242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90ec74f984548" /><Relationship Type="http://schemas.openxmlformats.org/officeDocument/2006/relationships/notesSlide" Target="/ppt/notesSlides/notesSlide8.xml" Id="R81640668f0f141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1547da6d04228" /><Relationship Type="http://schemas.openxmlformats.org/officeDocument/2006/relationships/notesSlide" Target="/ppt/notesSlides/notesSlide9.xml" Id="R04d6066891d247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cd81e74864e8a" /><Relationship Type="http://schemas.openxmlformats.org/officeDocument/2006/relationships/notesSlide" Target="/ppt/notesSlides/notesSlide10.xml" Id="R43794b958a6c4e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4eeb7eb66412b" /><Relationship Type="http://schemas.openxmlformats.org/officeDocument/2006/relationships/notesSlide" Target="/ppt/notesSlides/notesSlide11.xml" Id="Radd9212f51a049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5b379770b4ff0" /><Relationship Type="http://schemas.openxmlformats.org/officeDocument/2006/relationships/notesSlide" Target="/ppt/notesSlides/notesSlide12.xml" Id="R056c7c3d017940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b82e727d6433e" /><Relationship Type="http://schemas.openxmlformats.org/officeDocument/2006/relationships/notesSlide" Target="/ppt/notesSlides/notesSlide13.xml" Id="Ra40d79dda29d47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92395d3b8445f" /><Relationship Type="http://schemas.openxmlformats.org/officeDocument/2006/relationships/notesSlide" Target="/ppt/notesSlides/notesSlide14.xml" Id="R86dc6b2788314e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0bb52a71049db" /><Relationship Type="http://schemas.openxmlformats.org/officeDocument/2006/relationships/notesSlide" Target="/ppt/notesSlides/notesSlide15.xml" Id="Rf026e974832041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009b2c2f44df6" /><Relationship Type="http://schemas.openxmlformats.org/officeDocument/2006/relationships/notesSlide" Target="/ppt/notesSlides/notesSlide16.xml" Id="R75273c87f54040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aefe3f9944b2e" /><Relationship Type="http://schemas.openxmlformats.org/officeDocument/2006/relationships/notesSlide" Target="/ppt/notesSlides/notesSlide17.xml" Id="Rd58a2c69f7bd46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40eb122344454" /><Relationship Type="http://schemas.openxmlformats.org/officeDocument/2006/relationships/notesSlide" Target="/ppt/notesSlides/notesSlide18.xml" Id="R271164c51ee74a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e9d34b29c4ccf" /><Relationship Type="http://schemas.openxmlformats.org/officeDocument/2006/relationships/notesSlide" Target="/ppt/notesSlides/notesSlide19.xml" Id="R1ead72a3aae947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0bc242a26447e" /><Relationship Type="http://schemas.openxmlformats.org/officeDocument/2006/relationships/notesSlide" Target="/ppt/notesSlides/notesSlide20.xml" Id="R8851c1c1ca0b44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6D1D180-575E-453D-9FBB-EF74BAF5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62CD69A-8AE2-4F45-B7D9-1708C143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F01C311-2D53-4ACD-8506-F4978775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7500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23540D6-9198-4C16-A82C-7010D5A5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F0347F8-B64F-455F-B095-E54C4896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6EA00D5-3BB3-4A45-B604-D08B492C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BA9261D-8BFC-442E-B552-44054C3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36C4318-746E-456C-A47A-1D75BA95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D25F844-9230-4EFF-96E7-551CA146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1EB7A01-3764-4DC7-B331-9BF8AC1C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2C87091-9BFA-4F1F-902C-8AD7ED0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22DD6A7-168B-41BA-AA85-02E515E3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18965A2-F3A2-4FE9-924C-A41AE49A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7A914FA-5683-43E4-8B7A-B5134ABB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084376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95D27D1B-DB42-4196-89A8-D4776C39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D2893FD-B9EF-44A8-B19A-AB6B34DF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ECE7225-6DE0-45C0-A6BA-22CE360E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630B97C-6188-4955-A0A3-CFB37949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835CC73-5FA6-4B0F-8D55-5E730B8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9F2E92C-6989-46EF-AE7C-430593FA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0A560B5-16D0-4E31-8820-59A17B1C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0E738B9-8310-4642-93EF-30E81482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185226E-3A1C-49C0-B3D5-E0DC4219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F752E29-2B7D-4D17-804B-AF88B012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23682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4829516A-9E10-494F-B1FB-F304D5A3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A45144B-D327-47DF-8B6D-913FAB5F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3BDB5E2-BAD9-4E9D-AC80-346D34EE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B76E954-8947-4C85-89E5-320A086D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862F100-C875-43D8-93AB-10DBDE8D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EDC1642-1185-4973-B322-50F49019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DE8C0AA-5A7F-4432-9906-0CB945AE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45033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199E66F1-3A5C-4BE3-A602-CD09B9D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DEF7762-F9FB-4DE7-A1B6-63E80073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2023343-675A-4087-AF28-FD438E92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47E6A3D-941C-4BB3-A85C-54CFDED5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3A3039C-859A-49EC-9AF6-573FFA79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4765349-360E-4B6D-82A7-600208A7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0CE108F-284A-4E47-8A2F-EDF79C4D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62A772D-F99E-4BBA-AA85-4D197318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150276F-2AB1-4AD7-9AA1-CF1ED72C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130815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7E48818-F40C-4BFE-A953-50AB7295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96C684D-65E0-4BF9-8A14-45CED06A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1948DCB-D2F8-46CA-AD15-3ED5A015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539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26D5C53-174A-4C20-9DB1-459264DD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8CCD51C-DB63-4046-8B72-55985AC4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F8900D7-5DA2-4417-9013-2421D917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48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2A131519-DEFD-4FF8-A084-E23F909B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AA7B7C8-92E2-4FA6-9418-3F7CAFF8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5041168-101B-4F88-BFE0-6CAE40B3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449D30B-1D8B-43E6-8749-941A8136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EB3FB1B-1243-46B8-828F-163EE146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8243FE3-773C-4DF7-91ED-C0452E06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D7A263A-5BEA-4489-BCA5-E3DC6DEE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734BB4F-10BC-4065-BA07-86EE832E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30B91BB-B984-4D29-B991-0513CF47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135946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BEAE328F-CD3C-4B7E-9763-8A12D4C9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BD0DE99-EB7C-4D39-BA81-C0D403CF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00A53D6-6C96-4981-A4A0-60959258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E9832FA-5F8C-418B-B93E-B620B016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28375F3-6B4C-41DE-A134-1F12BD5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A7B026D-17BD-44F8-8CBF-0DE12B30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0F0F320-7114-482A-ABEB-D2C75849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7ABBD7E-A7A6-4AF7-BD2F-F3723FE8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806F056-F160-40FA-AD3E-D09C285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B42D865-30B8-4209-8B58-E1874DDB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4EDC76A8-9726-4C22-9FF5-14696497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3D38BD8F-21D3-47DD-A729-8D17F55E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CAF887B-0307-4C87-8D52-29FA3D7C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29D42A24-468A-48B9-84CB-5B188183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0F309DBD-F83B-4E0C-AE09-06DDC097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98035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1AF58BA4-4D2B-4F8F-9F94-87185F76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4215FF1-8280-4B1E-B0E9-841ED994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12CA019-089A-438F-A5DE-C50F9F43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C4C62F3-4B4C-4AF4-99C9-05500233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A4F5FDE-4B9A-4443-9EB6-30323A9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B8AF146-C802-466F-8805-F2081624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CE9886D-0243-4224-9897-1120151B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959583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C969323-7957-494E-83A4-3D473673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2E6D45D-FF3A-4FB4-9EFB-7AC5903B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43C572B-32BE-4742-982C-0D3AEEE1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8085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5E5C151-7EE3-486D-88FE-50B9CB2C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FFAAC82-E863-4FA0-91C9-99D783CC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0E0772F-0CCF-4E9A-9D9A-38DD31AB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13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C0F60C43-EC8F-4817-8D0F-E0A14348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1CAA2B2-CD6F-43A6-B9C9-F42B6CF8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A8CA89F-CAEA-4F5A-A4D2-13F4803D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37E535A-5671-476B-9DA8-3E5333E6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0F62DF5-0725-432B-968B-02193669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431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4799361-F752-4D29-8B9F-A50EC677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907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F5073AA-625F-45E6-AA6E-DB807AD9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7F7888D-09F5-4DDB-873F-6C9ACB4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337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5252039-2309-4EB5-9480-8904C446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93F8D78-C5E9-4BB8-A462-F4DF6E9F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1062F74-902E-4079-B2E7-35DB95ED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0F78B388-C7F1-40E4-95D8-4882B4E0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C40E162-265D-4552-95DB-AE6B3030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633B9DFB-AC85-4B21-B6A0-0CF136B9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3730752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54A2E16D-E00E-4F3B-AD24-18860DEE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5486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698188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B9AF9440-3374-4183-9D53-1AE723BA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EC662EB-318D-4193-BCAB-6A5347CA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9871B37-3F25-47B9-954B-C167E7B1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65476C9-4DFC-4BD9-878B-1342A47B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72CCEDB-E5AD-416D-B42D-3399F958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4DE4224-F51A-4055-B5C1-74B1AC9A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B224434-9910-49C1-9277-CBD2306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054804D-449D-4160-B2F7-57597796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DED446E-0804-4616-8375-196707CF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197677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C9465435-925B-46F4-99FE-33F28955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DDE0CFC-216A-4B3E-B5DC-08EBD7E8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22767BB-46D3-44AD-8D3D-7D695CDD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9079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EE4BF81E-CC24-45D8-97F9-12DE2A5C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580369D-0101-437D-91E4-FAB78D57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E1ECBB6-337E-4057-8018-CCDDFFF1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1BD147A-9CBF-420F-A295-DFD52AAD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880DF13-3128-4EE6-BEA6-6044FA6D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CF57B1F-F56B-4494-912E-6AF014FD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3BEC661-20E2-444D-BFD3-8A8A30F8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380348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6F8782F-C79D-4B6B-9EC6-2DA94396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853B238-19FB-4FC1-A6DF-C2BCCD2F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58D0C8C-78CF-4FDF-B9A5-55D840FA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6110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803F23B7-24FC-435A-9ABB-3E2583C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51B6F7A-DD4D-4A28-8E24-BF31D9E8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904B33E-BFAB-4560-B6AA-CF736347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5528C86-41AB-42DF-9D45-01964E26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DD7E15B-6C9F-4148-B9A7-B6B57ADC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1EC7AD3-D714-4B60-BF0D-A57A3BFB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065A880-77AF-4E48-85A7-93CB56A1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659453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3884CF7-6C6A-42CF-A81D-1BFED2D6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68DE1E9-37A7-4AA0-9C08-82EEE615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09827DC-15F9-4D7B-BD9B-36B7ACA2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315D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7EDF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B3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2526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9F65858-1C06-4F9D-9C7E-744C0F2D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93D175E-1550-4B66-A87D-0FEE1A18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242B35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960C02A-7F7D-4DB7-B9F5-F9E58C12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15D78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17156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2026-09-25T07:45:37.8550000Z</dcterms:created>
  <dcterms:modified xsi:type="dcterms:W3CDTF">2026-09-25T07:45:37.8550000Z</dcterms:modified>
</coreProperties>
</file>