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fb73c5da24e4ced" /><Relationship Type="http://schemas.openxmlformats.org/officeDocument/2006/relationships/extended-properties" Target="/docProps/app.xml" Id="R9b639e0bd8ad499b" /><Relationship Type="http://schemas.openxmlformats.org/officeDocument/2006/relationships/officeDocument" Target="/ppt/presentation.xml" Id="Rf6374819ea7c496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fe684c3e44c4a1f"/>
  </p:sldMasterIdLst>
  <p:notesMasterIdLst>
    <p:notesMasterId xmlns:r="http://schemas.openxmlformats.org/officeDocument/2006/relationships" r:id="R27b02d7c090e4dc3"/>
  </p:notesMasterIdLst>
  <p:sldIdLst>
    <p:sldId xmlns:r="http://schemas.openxmlformats.org/officeDocument/2006/relationships" id="256" r:id="R6730d320f3714ce1"/>
    <p:sldId xmlns:r="http://schemas.openxmlformats.org/officeDocument/2006/relationships" id="257" r:id="R7abba352f6254161"/>
    <p:sldId xmlns:r="http://schemas.openxmlformats.org/officeDocument/2006/relationships" id="258" r:id="Ra92ad8e0c47147bc"/>
    <p:sldId xmlns:r="http://schemas.openxmlformats.org/officeDocument/2006/relationships" id="259" r:id="Rb3c3f17253424689"/>
    <p:sldId xmlns:r="http://schemas.openxmlformats.org/officeDocument/2006/relationships" id="260" r:id="R61d47c099f6a4c6e"/>
    <p:sldId xmlns:r="http://schemas.openxmlformats.org/officeDocument/2006/relationships" id="261" r:id="Rac101767363345fe"/>
    <p:sldId xmlns:r="http://schemas.openxmlformats.org/officeDocument/2006/relationships" id="262" r:id="R41e1fc47bffd4162"/>
    <p:sldId xmlns:r="http://schemas.openxmlformats.org/officeDocument/2006/relationships" id="263" r:id="R1c3c16dada3d4e6b"/>
    <p:sldId xmlns:r="http://schemas.openxmlformats.org/officeDocument/2006/relationships" id="264" r:id="R3affb7bf9ed14b67"/>
    <p:sldId xmlns:r="http://schemas.openxmlformats.org/officeDocument/2006/relationships" id="265" r:id="R8a5a048b6017440a"/>
    <p:sldId xmlns:r="http://schemas.openxmlformats.org/officeDocument/2006/relationships" id="266" r:id="R5486efe0853342a1"/>
    <p:sldId xmlns:r="http://schemas.openxmlformats.org/officeDocument/2006/relationships" id="267" r:id="R8ef5bef86a284bff"/>
    <p:sldId xmlns:r="http://schemas.openxmlformats.org/officeDocument/2006/relationships" id="268" r:id="Rb980519968bd4fa6"/>
    <p:sldId xmlns:r="http://schemas.openxmlformats.org/officeDocument/2006/relationships" id="269" r:id="Ref7b0f9019fd48c8"/>
    <p:sldId xmlns:r="http://schemas.openxmlformats.org/officeDocument/2006/relationships" id="270" r:id="R2619f027921e4030"/>
    <p:sldId xmlns:r="http://schemas.openxmlformats.org/officeDocument/2006/relationships" id="271" r:id="R0a91b60b5f634c4b"/>
    <p:sldId xmlns:r="http://schemas.openxmlformats.org/officeDocument/2006/relationships" id="272" r:id="Rcd9bb26a4d924385"/>
    <p:sldId xmlns:r="http://schemas.openxmlformats.org/officeDocument/2006/relationships" id="273" r:id="Rd6dd30161d874543"/>
    <p:sldId xmlns:r="http://schemas.openxmlformats.org/officeDocument/2006/relationships" id="274" r:id="R3b10b0df8f8d44dc"/>
    <p:sldId xmlns:r="http://schemas.openxmlformats.org/officeDocument/2006/relationships" id="275" r:id="R6de04da7dcd7469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81d8d66f9b34b00" /><Relationship Type="http://schemas.openxmlformats.org/officeDocument/2006/relationships/slideMaster" Target="/ppt/slideMasters/slideMaster1.xml" Id="R6fe684c3e44c4a1f" /><Relationship Type="http://schemas.openxmlformats.org/officeDocument/2006/relationships/notesMaster" Target="/ppt/notesMasters/notesMaster1.xml" Id="R27b02d7c090e4dc3" /><Relationship Type="http://schemas.openxmlformats.org/officeDocument/2006/relationships/presProps" Target="/ppt/presProps.xml" Id="R05b65110052b4869" /><Relationship Type="http://schemas.openxmlformats.org/officeDocument/2006/relationships/tableStyles" Target="/ppt/tableStyles.xml" Id="Ra9bfc9881650424e" /><Relationship Type="http://schemas.openxmlformats.org/officeDocument/2006/relationships/slide" Target="/ppt/slides/slide1.xml" Id="R6730d320f3714ce1" /><Relationship Type="http://schemas.openxmlformats.org/officeDocument/2006/relationships/slide" Target="/ppt/slides/slide2.xml" Id="R7abba352f6254161" /><Relationship Type="http://schemas.openxmlformats.org/officeDocument/2006/relationships/slide" Target="/ppt/slides/slide3.xml" Id="Ra92ad8e0c47147bc" /><Relationship Type="http://schemas.openxmlformats.org/officeDocument/2006/relationships/slide" Target="/ppt/slides/slide4.xml" Id="Rb3c3f17253424689" /><Relationship Type="http://schemas.openxmlformats.org/officeDocument/2006/relationships/slide" Target="/ppt/slides/slide5.xml" Id="R61d47c099f6a4c6e" /><Relationship Type="http://schemas.openxmlformats.org/officeDocument/2006/relationships/slide" Target="/ppt/slides/slide6.xml" Id="Rac101767363345fe" /><Relationship Type="http://schemas.openxmlformats.org/officeDocument/2006/relationships/slide" Target="/ppt/slides/slide7.xml" Id="R41e1fc47bffd4162" /><Relationship Type="http://schemas.openxmlformats.org/officeDocument/2006/relationships/slide" Target="/ppt/slides/slide8.xml" Id="R1c3c16dada3d4e6b" /><Relationship Type="http://schemas.openxmlformats.org/officeDocument/2006/relationships/slide" Target="/ppt/slides/slide9.xml" Id="R3affb7bf9ed14b67" /><Relationship Type="http://schemas.openxmlformats.org/officeDocument/2006/relationships/slide" Target="/ppt/slides/slide10.xml" Id="R8a5a048b6017440a" /><Relationship Type="http://schemas.openxmlformats.org/officeDocument/2006/relationships/slide" Target="/ppt/slides/slide11.xml" Id="R5486efe0853342a1" /><Relationship Type="http://schemas.openxmlformats.org/officeDocument/2006/relationships/slide" Target="/ppt/slides/slide12.xml" Id="R8ef5bef86a284bff" /><Relationship Type="http://schemas.openxmlformats.org/officeDocument/2006/relationships/slide" Target="/ppt/slides/slide13.xml" Id="Rb980519968bd4fa6" /><Relationship Type="http://schemas.openxmlformats.org/officeDocument/2006/relationships/slide" Target="/ppt/slides/slide14.xml" Id="Ref7b0f9019fd48c8" /><Relationship Type="http://schemas.openxmlformats.org/officeDocument/2006/relationships/slide" Target="/ppt/slides/slide15.xml" Id="R2619f027921e4030" /><Relationship Type="http://schemas.openxmlformats.org/officeDocument/2006/relationships/slide" Target="/ppt/slides/slide16.xml" Id="R0a91b60b5f634c4b" /><Relationship Type="http://schemas.openxmlformats.org/officeDocument/2006/relationships/slide" Target="/ppt/slides/slide17.xml" Id="Rcd9bb26a4d924385" /><Relationship Type="http://schemas.openxmlformats.org/officeDocument/2006/relationships/slide" Target="/ppt/slides/slide18.xml" Id="Rd6dd30161d874543" /><Relationship Type="http://schemas.openxmlformats.org/officeDocument/2006/relationships/slide" Target="/ppt/slides/slide19.xml" Id="R3b10b0df8f8d44dc" /><Relationship Type="http://schemas.openxmlformats.org/officeDocument/2006/relationships/slide" Target="/ppt/slides/slide20.xml" Id="R6de04da7dcd7469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0b6aa339b0c4d3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5adab46e7814a1d" /><Relationship Type="http://schemas.openxmlformats.org/officeDocument/2006/relationships/notesMaster" Target="/ppt/notesMasters/notesMaster1.xml" Id="Rd892a3828ac4429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5b8545b531f408c" /><Relationship Type="http://schemas.openxmlformats.org/officeDocument/2006/relationships/notesMaster" Target="/ppt/notesMasters/notesMaster1.xml" Id="Ra063a98045014dc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9e83eecb62340cb" /><Relationship Type="http://schemas.openxmlformats.org/officeDocument/2006/relationships/notesMaster" Target="/ppt/notesMasters/notesMaster1.xml" Id="R13aa39e0412840b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354ef4566fc499c" /><Relationship Type="http://schemas.openxmlformats.org/officeDocument/2006/relationships/notesMaster" Target="/ppt/notesMasters/notesMaster1.xml" Id="R9a157560380d4b9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a6193892ecc4a22" /><Relationship Type="http://schemas.openxmlformats.org/officeDocument/2006/relationships/notesMaster" Target="/ppt/notesMasters/notesMaster1.xml" Id="R607d991b3a87436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93e7193e5174b82" /><Relationship Type="http://schemas.openxmlformats.org/officeDocument/2006/relationships/notesMaster" Target="/ppt/notesMasters/notesMaster1.xml" Id="Ra2d6f5becf5a460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c40078ce89249ce" /><Relationship Type="http://schemas.openxmlformats.org/officeDocument/2006/relationships/notesMaster" Target="/ppt/notesMasters/notesMaster1.xml" Id="R58ec651a4f854c0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6866aa6b5bd47cf" /><Relationship Type="http://schemas.openxmlformats.org/officeDocument/2006/relationships/notesMaster" Target="/ppt/notesMasters/notesMaster1.xml" Id="Rc9d17a92c27d493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42c932c9b134f58" /><Relationship Type="http://schemas.openxmlformats.org/officeDocument/2006/relationships/notesMaster" Target="/ppt/notesMasters/notesMaster1.xml" Id="R1a0f3cb471a644b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c2836dd75b9489b" /><Relationship Type="http://schemas.openxmlformats.org/officeDocument/2006/relationships/notesMaster" Target="/ppt/notesMasters/notesMaster1.xml" Id="R027fb5e132f94dd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bbde895119f4294" /><Relationship Type="http://schemas.openxmlformats.org/officeDocument/2006/relationships/notesMaster" Target="/ppt/notesMasters/notesMaster1.xml" Id="R17685c9d5eb34d3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52c6a57e71042b3" /><Relationship Type="http://schemas.openxmlformats.org/officeDocument/2006/relationships/notesMaster" Target="/ppt/notesMasters/notesMaster1.xml" Id="R9f63e5254ca44d2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d3419d82cdb411f" /><Relationship Type="http://schemas.openxmlformats.org/officeDocument/2006/relationships/notesMaster" Target="/ppt/notesMasters/notesMaster1.xml" Id="R17e2b08586e0498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25810228f8547a3" /><Relationship Type="http://schemas.openxmlformats.org/officeDocument/2006/relationships/notesMaster" Target="/ppt/notesMasters/notesMaster1.xml" Id="Rd4a481fae27740d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9d2e317441440fe" /><Relationship Type="http://schemas.openxmlformats.org/officeDocument/2006/relationships/notesMaster" Target="/ppt/notesMasters/notesMaster1.xml" Id="Rcaba52988a0a4b7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bf60b7281f2430e" /><Relationship Type="http://schemas.openxmlformats.org/officeDocument/2006/relationships/notesMaster" Target="/ppt/notesMasters/notesMaster1.xml" Id="Ra636580e423545e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12df2fe7f5a4a51" /><Relationship Type="http://schemas.openxmlformats.org/officeDocument/2006/relationships/notesMaster" Target="/ppt/notesMasters/notesMaster1.xml" Id="R0a047a50a8e2452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cd39223c7a44725" /><Relationship Type="http://schemas.openxmlformats.org/officeDocument/2006/relationships/notesMaster" Target="/ppt/notesMasters/notesMaster1.xml" Id="R3a5235128b10460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ba0404c17ff4247" /><Relationship Type="http://schemas.openxmlformats.org/officeDocument/2006/relationships/notesMaster" Target="/ppt/notesMasters/notesMaster1.xml" Id="R9bce09223d4845a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5db1c6f40f5424a" /><Relationship Type="http://schemas.openxmlformats.org/officeDocument/2006/relationships/notesMaster" Target="/ppt/notesMasters/notesMaster1.xml" Id="R2e49584b402c47c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비즈니스 샌드. Role: cover.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비즈니스 샌드. Role: contents.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비즈니스 샌드. Role: summary.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비즈니스 샌드. Role: problem.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비즈니스 샌드. Role: objective.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비즈니스 샌드. Role: compliance.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비즈니스 샌드. Role: evaluation.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비즈니스 샌드. Role: strategy.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비즈니스 샌드. Role: process.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비즈니스 샌드. Role: domain.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비즈니스 샌드. Role: timeline.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비즈니스 샌드. Role: organization.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비즈니스 샌드. Role: governance.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비즈니스 샌드. Role: quality.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비즈니스 샌드. Role: risk.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비즈니스 샌드. Role: security.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비즈니스 샌드. Role: metrics.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비즈니스 샌드. Role: evidence.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비즈니스 샌드. Role: outcomes.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비즈니스 샌드. Role: closing.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5318c2dd4f4f1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daf87d8698e4e3c" /><Relationship Type="http://schemas.openxmlformats.org/officeDocument/2006/relationships/slideLayout" Target="/ppt/slideLayouts/slideLayout1.xml" Id="R9952cf7e90924f7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952cf7e90924f7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9804cd82ab4a3c" /><Relationship Type="http://schemas.openxmlformats.org/officeDocument/2006/relationships/notesSlide" Target="/ppt/notesSlides/notesSlide1.xml" Id="Red6823bb914a4e2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6152fbbd2c42a1" /><Relationship Type="http://schemas.openxmlformats.org/officeDocument/2006/relationships/notesSlide" Target="/ppt/notesSlides/notesSlide2.xml" Id="R622fb0d43c634db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1b4bf0a47b4bae" /><Relationship Type="http://schemas.openxmlformats.org/officeDocument/2006/relationships/notesSlide" Target="/ppt/notesSlides/notesSlide3.xml" Id="R09935930869340e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ebfe3b4fda4d05" /><Relationship Type="http://schemas.openxmlformats.org/officeDocument/2006/relationships/notesSlide" Target="/ppt/notesSlides/notesSlide4.xml" Id="R679adb3b5e9e41e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0e993ae735422c" /><Relationship Type="http://schemas.openxmlformats.org/officeDocument/2006/relationships/notesSlide" Target="/ppt/notesSlides/notesSlide5.xml" Id="R618f95706f4240a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ad8a98b23d4a60" /><Relationship Type="http://schemas.openxmlformats.org/officeDocument/2006/relationships/notesSlide" Target="/ppt/notesSlides/notesSlide6.xml" Id="Re58919208c044bc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a8023376964e88" /><Relationship Type="http://schemas.openxmlformats.org/officeDocument/2006/relationships/notesSlide" Target="/ppt/notesSlides/notesSlide7.xml" Id="R077ea7c7bf25457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bf107a2c9347f5" /><Relationship Type="http://schemas.openxmlformats.org/officeDocument/2006/relationships/notesSlide" Target="/ppt/notesSlides/notesSlide8.xml" Id="R4a1b8cdc3c854a3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7966fe27314c1e" /><Relationship Type="http://schemas.openxmlformats.org/officeDocument/2006/relationships/notesSlide" Target="/ppt/notesSlides/notesSlide9.xml" Id="R97595895809d44d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37572071b14686" /><Relationship Type="http://schemas.openxmlformats.org/officeDocument/2006/relationships/notesSlide" Target="/ppt/notesSlides/notesSlide10.xml" Id="Rc324f63d8057496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c4bcd87831409a" /><Relationship Type="http://schemas.openxmlformats.org/officeDocument/2006/relationships/notesSlide" Target="/ppt/notesSlides/notesSlide11.xml" Id="R21a389baecce427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9e6efa4c3f4e75" /><Relationship Type="http://schemas.openxmlformats.org/officeDocument/2006/relationships/notesSlide" Target="/ppt/notesSlides/notesSlide12.xml" Id="Rcf456a29fdd64fa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db7ed69e974e22" /><Relationship Type="http://schemas.openxmlformats.org/officeDocument/2006/relationships/notesSlide" Target="/ppt/notesSlides/notesSlide13.xml" Id="R55d69f385342497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372dd2779c4370" /><Relationship Type="http://schemas.openxmlformats.org/officeDocument/2006/relationships/notesSlide" Target="/ppt/notesSlides/notesSlide14.xml" Id="Rbdaecacb51e440e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ad10e854ee4fdd" /><Relationship Type="http://schemas.openxmlformats.org/officeDocument/2006/relationships/notesSlide" Target="/ppt/notesSlides/notesSlide15.xml" Id="Rae6b51b8f063499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bafa8342a64c5c" /><Relationship Type="http://schemas.openxmlformats.org/officeDocument/2006/relationships/notesSlide" Target="/ppt/notesSlides/notesSlide16.xml" Id="R5ebe0a03972d4df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6a368746ca41fd" /><Relationship Type="http://schemas.openxmlformats.org/officeDocument/2006/relationships/notesSlide" Target="/ppt/notesSlides/notesSlide17.xml" Id="Rb336461e23434d7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708ad715944943" /><Relationship Type="http://schemas.openxmlformats.org/officeDocument/2006/relationships/notesSlide" Target="/ppt/notesSlides/notesSlide18.xml" Id="R98ea7c77c16f445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8623a89beb4405" /><Relationship Type="http://schemas.openxmlformats.org/officeDocument/2006/relationships/notesSlide" Target="/ppt/notesSlides/notesSlide19.xml" Id="R621e872f317a46c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26e4b9358f4f7d" /><Relationship Type="http://schemas.openxmlformats.org/officeDocument/2006/relationships/notesSlide" Target="/ppt/notesSlides/notesSlide20.xml" Id="R20268551aa56463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82038789-FCFE-408D-ACCA-FF19F12F3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572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9470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947047"/>
                </a:solidFill>
                <a:latin typeface="Malgun Gothic"/>
                <a:ea typeface="Malgun Gothic"/>
                <a:cs typeface="Malgun Gothic"/>
              </a:rPr>
              <a:t>사업 제안서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55A6C103-6444-42C0-9770-BEB402733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24125"/>
            <a:ext cx="105727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423A31"/>
                </a:solidFill>
                <a:latin typeface="Malgun Gothic"/>
                <a:ea typeface="Malgun Gothic"/>
                <a:cs typeface="Malgun Gothic"/>
              </a:defRPr>
            </a:pPr>
            <a:r>
              <a:rPr sz="5550" b="1">
                <a:solidFill>
                  <a:srgbClr val="423A31"/>
                </a:solidFill>
                <a:latin typeface="Malgun Gothic"/>
                <a:ea typeface="Malgun Gothic"/>
                <a:cs typeface="Malgun Gothic"/>
              </a:rPr>
              <a:t>사업명 확인 필요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FBA78A22-E6C2-4E36-BE1C-F7CD6A4B5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435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94704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947047"/>
                </a:solidFill>
                <a:latin typeface="Malgun Gothic"/>
                <a:ea typeface="Malgun Gothic"/>
                <a:cs typeface="Malgun Gothic"/>
              </a:rPr>
              <a:t>제안사 확인 필요 · 제출일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3546196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bid3-title">
            <a:extLst xmlns:a="http://schemas.openxmlformats.org/drawingml/2006/main">
              <a:ext uri="{FF2B5EF4-FFF2-40B4-BE49-F238E27FC236}">
                <a16:creationId xmlns:a16="http://schemas.microsoft.com/office/drawing/2014/main" id="{33B806D1-B757-4CD6-A152-142161554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423A31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23A31"/>
                </a:solidFill>
                <a:latin typeface="Malgun Gothic"/>
                <a:ea typeface="Malgun Gothic"/>
                <a:cs typeface="Malgun Gothic"/>
              </a:rPr>
              <a:t>제안의 구성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AAFDCF9A-898C-4744-A967-A554A2C37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704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47047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C1FE8285-15BC-4975-BB96-359D5C757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94704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947047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5BDDC488-287E-4C90-9BE8-CA05ADAAC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947047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947047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D5432FF6-DA46-49DD-A82B-AA4D6AFA5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943100"/>
            <a:ext cx="43910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23A3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423A31"/>
                </a:solidFill>
                <a:latin typeface="Malgun Gothic"/>
                <a:ea typeface="Malgun Gothic"/>
                <a:cs typeface="Malgun Gothic"/>
              </a:rPr>
              <a:t>사업 이해와 제안 방향</a:t>
            </a:r>
          </a:p>
        </p:txBody>
      </p:sp>
      <p:sp>
        <p:nvSpPr>
          <p:cNvPr id="6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3504A95C-FD33-45E7-A418-C4ED9ABCD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9431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947047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947047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94669D1A-A976-4FFD-9482-3E703AE53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943100"/>
            <a:ext cx="43910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23A3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423A31"/>
                </a:solidFill>
                <a:latin typeface="Malgun Gothic"/>
                <a:ea typeface="Malgun Gothic"/>
                <a:cs typeface="Malgun Gothic"/>
              </a:rPr>
              <a:t>수행 방법과 운영 체계</a:t>
            </a:r>
          </a:p>
        </p:txBody>
      </p:sp>
      <p:sp>
        <p:nvSpPr>
          <p:cNvPr id="8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AB84A678-8456-4309-B68A-9FADF6DE7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947047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947047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B80B42B0-7313-44B4-AE9F-D9B9BB8AE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95725"/>
            <a:ext cx="43910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23A3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423A31"/>
                </a:solidFill>
                <a:latin typeface="Malgun Gothic"/>
                <a:ea typeface="Malgun Gothic"/>
                <a:cs typeface="Malgun Gothic"/>
              </a:rPr>
              <a:t>품질·위험·보안 관리</a:t>
            </a:r>
          </a:p>
        </p:txBody>
      </p:sp>
      <p:sp>
        <p:nvSpPr>
          <p:cNvPr id="10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0FE521DF-A897-4EA8-B097-522B62DD8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895725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947047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947047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9E98C6CD-A093-4E2B-A826-CD96F5EDA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895725"/>
            <a:ext cx="43910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23A3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423A31"/>
                </a:solidFill>
                <a:latin typeface="Malgun Gothic"/>
                <a:ea typeface="Malgun Gothic"/>
                <a:cs typeface="Malgun Gothic"/>
              </a:rPr>
              <a:t>검증 근거와 성과 관리</a:t>
            </a:r>
          </a:p>
        </p:txBody>
      </p:sp>
    </p:spTree>
    <p:extLst>
      <p:ext uri="{BB962C8B-B14F-4D97-AF65-F5344CB8AC3E}">
        <p14:creationId xmlns:p14="http://schemas.microsoft.com/office/powerpoint/2010/main" val="17073975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bid3-title">
            <a:extLst xmlns:a="http://schemas.openxmlformats.org/drawingml/2006/main">
              <a:ext uri="{FF2B5EF4-FFF2-40B4-BE49-F238E27FC236}">
                <a16:creationId xmlns:a16="http://schemas.microsoft.com/office/drawing/2014/main" id="{DF0705EC-B6C4-490F-BDBA-794BE0458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423A31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23A31"/>
                </a:solidFill>
                <a:latin typeface="Malgun Gothic"/>
                <a:ea typeface="Malgun Gothic"/>
                <a:cs typeface="Malgun Gothic"/>
              </a:rPr>
              <a:t>제안 요약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51019537-9AB6-49F1-AADE-0627C2D7B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704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47047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94E12DA3-5317-40CA-BA61-39AFEBD83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94704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947047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F7214A8B-9751-46FD-9D12-613487D70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4718304" cy="388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947047"/>
                </a:solidFill>
                <a:latin typeface="Malgun Gothic"/>
                <a:ea typeface="Malgun Gothic"/>
                <a:cs typeface="Malgun Gothic"/>
              </a:defRPr>
            </a:pPr>
            <a:r>
              <a:rPr sz="3075" b="1">
                <a:solidFill>
                  <a:srgbClr val="947047"/>
                </a:solidFill>
                <a:latin typeface="Malgun Gothic"/>
                <a:ea typeface="Malgun Gothic"/>
                <a:cs typeface="Malgun Gothic"/>
              </a:rPr>
              <a:t>핵심 제안</a:t>
            </a:r>
          </a:p>
          <a:p xmlns:a="http://schemas.openxmlformats.org/drawingml/2006/main">
            <a:pPr algn="l">
              <a:defRPr sz="3075" b="1">
                <a:solidFill>
                  <a:srgbClr val="947047"/>
                </a:solidFill>
                <a:latin typeface="Malgun Gothic"/>
                <a:ea typeface="Malgun Gothic"/>
                <a:cs typeface="Malgun Gothic"/>
              </a:defRPr>
            </a:pPr>
            <a:r>
              <a:rPr sz="3075" b="1">
                <a:solidFill>
                  <a:srgbClr val="947047"/>
                </a:solidFill>
                <a:latin typeface="Malgun Gothic"/>
                <a:ea typeface="Malgun Gothic"/>
                <a:cs typeface="Malgun Gothic"/>
              </a:rPr>
              <a:t>내용 확인 필요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A334DEF0-4228-4058-913D-CA414EF31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43100"/>
            <a:ext cx="5486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23A3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423A31"/>
                </a:solidFill>
                <a:latin typeface="Malgun Gothic"/>
                <a:ea typeface="Malgun Gothic"/>
                <a:cs typeface="Malgun Gothic"/>
              </a:rPr>
              <a:t>사업의 목적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61FDBEA8-C7D3-46F4-82D7-04F25E50E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28875"/>
            <a:ext cx="54864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23A3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423A31"/>
                </a:solidFill>
                <a:latin typeface="Malgun Gothic"/>
                <a:ea typeface="Malgun Gothic"/>
                <a:cs typeface="Malgun Gothic"/>
              </a:rPr>
              <a:t>공고와 회사 자료에 따른 내용 확인 필요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62290651-4718-4D53-B20F-94F8EF027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76600"/>
            <a:ext cx="5486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23A3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423A31"/>
                </a:solidFill>
                <a:latin typeface="Malgun Gothic"/>
                <a:ea typeface="Malgun Gothic"/>
                <a:cs typeface="Malgun Gothic"/>
              </a:rPr>
              <a:t>주요 수행 내용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FC885A4C-AA81-44AB-8045-DC6B61C81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62375"/>
            <a:ext cx="54864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23A3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423A31"/>
                </a:solidFill>
                <a:latin typeface="Malgun Gothic"/>
                <a:ea typeface="Malgun Gothic"/>
                <a:cs typeface="Malgun Gothic"/>
              </a:rPr>
              <a:t>공고와 회사 자료에 따른 내용 확인 필요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F280837D-0AA2-402F-89D7-0B75999E4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10100"/>
            <a:ext cx="5486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23A3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423A31"/>
                </a:solidFill>
                <a:latin typeface="Malgun Gothic"/>
                <a:ea typeface="Malgun Gothic"/>
                <a:cs typeface="Malgun Gothic"/>
              </a:rPr>
              <a:t>완료 기준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6AFCD12F-1916-4B2A-B360-1A6F31464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095875"/>
            <a:ext cx="54864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23A3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423A31"/>
                </a:solidFill>
                <a:latin typeface="Malgun Gothic"/>
                <a:ea typeface="Malgun Gothic"/>
                <a:cs typeface="Malgun Gothic"/>
              </a:rPr>
              <a:t>공고와 회사 자료에 따른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20838869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title">
            <a:extLst xmlns:a="http://schemas.openxmlformats.org/drawingml/2006/main">
              <a:ext uri="{FF2B5EF4-FFF2-40B4-BE49-F238E27FC236}">
                <a16:creationId xmlns:a16="http://schemas.microsoft.com/office/drawing/2014/main" id="{7CC03E6B-D5B5-4BEC-91AC-18BD95165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423A31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23A31"/>
                </a:solidFill>
                <a:latin typeface="Malgun Gothic"/>
                <a:ea typeface="Malgun Gothic"/>
                <a:cs typeface="Malgun Gothic"/>
              </a:rPr>
              <a:t>사업 이해와 핵심 과제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EB6093D0-B59C-47BE-8426-3B92E1FD5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704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47047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9F084EEF-E01C-4D31-8C24-D82064CB1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94704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947047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7BA309B7-9B40-445E-B37B-0960B600C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947047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947047"/>
                </a:solidFill>
                <a:latin typeface="Malgun Gothic"/>
                <a:ea typeface="Malgun Gothic"/>
                <a:cs typeface="Malgun Gothic"/>
              </a:rPr>
              <a:t>발주처의 현황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B2F08CB3-2C12-4714-B9A8-E429F55E3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23A3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23A31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423A3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23A31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1A1CFBDC-71BB-43D8-BA77-738FF166E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947047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947047"/>
                </a:solidFill>
                <a:latin typeface="Malgun Gothic"/>
                <a:ea typeface="Malgun Gothic"/>
                <a:cs typeface="Malgun Gothic"/>
              </a:rPr>
              <a:t>해결해야 할 과제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9F8CA65F-B055-43B7-8D29-D7CEFED1F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23A3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23A31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423A3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23A31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9971593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bid3-title">
            <a:extLst xmlns:a="http://schemas.openxmlformats.org/drawingml/2006/main">
              <a:ext uri="{FF2B5EF4-FFF2-40B4-BE49-F238E27FC236}">
                <a16:creationId xmlns:a16="http://schemas.microsoft.com/office/drawing/2014/main" id="{3CE2E06A-B14F-4E87-9865-8B9273F46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423A31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23A31"/>
                </a:solidFill>
                <a:latin typeface="Malgun Gothic"/>
                <a:ea typeface="Malgun Gothic"/>
                <a:cs typeface="Malgun Gothic"/>
              </a:rPr>
              <a:t>사업 목표와 적용 범위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F73D5969-FE99-4BFD-A912-7CDD35DDE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704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47047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53EE956B-A824-4780-A8B5-AA2AB2DB8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94704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947047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AEEB8683-592A-4EFE-A613-8B0F26ED5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947047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947047"/>
                </a:solidFill>
                <a:latin typeface="Malgun Gothic"/>
                <a:ea typeface="Malgun Gothic"/>
                <a:cs typeface="Malgun Gothic"/>
              </a:rPr>
              <a:t>대상과 범위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48446494-DF10-43A5-A373-F910B595B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23A3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23A31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423A3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23A31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CCB6AB50-59E7-4EF9-83EF-89B87FB22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947047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947047"/>
                </a:solidFill>
                <a:latin typeface="Malgun Gothic"/>
                <a:ea typeface="Malgun Gothic"/>
                <a:cs typeface="Malgun Gothic"/>
              </a:rPr>
              <a:t>정량 목표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78EFD1FB-255E-4DFC-B529-DB9A373AC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23A3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23A31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423A3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23A31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272D5725-0DEA-40C4-A67B-A12FDF6A7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947047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947047"/>
                </a:solidFill>
                <a:latin typeface="Malgun Gothic"/>
                <a:ea typeface="Malgun Gothic"/>
                <a:cs typeface="Malgun Gothic"/>
              </a:rPr>
              <a:t>적용 조건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EE349EB9-B0FC-47B7-BC1B-163EDE954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23A3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23A31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423A3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23A31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1636681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1A4381A9-A021-4039-973A-87F767389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423A31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23A31"/>
                </a:solidFill>
                <a:latin typeface="Malgun Gothic"/>
                <a:ea typeface="Malgun Gothic"/>
                <a:cs typeface="Malgun Gothic"/>
              </a:rPr>
              <a:t>요구사항 대응 계획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3C4AF31D-E398-4947-AF68-D4937FE6F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704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47047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FB0AA701-A8F8-40B8-A502-A513970DD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94704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947047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요구사항</a:t>
                      </a:r>
                    </a:p>
                  </a:txBody>
                  <a:tcPr marL="171450" marR="171450" marT="152400" marB="114300" anchor="ctr">
                    <a:solidFill>
                      <a:srgbClr val="9470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수행 방안</a:t>
                      </a:r>
                    </a:p>
                  </a:txBody>
                  <a:tcPr marL="171450" marR="171450" marT="152400" marB="114300" anchor="ctr">
                    <a:solidFill>
                      <a:srgbClr val="9470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근거</a:t>
                      </a:r>
                    </a:p>
                  </a:txBody>
                  <a:tcPr marL="171450" marR="171450" marT="152400" marB="114300" anchor="ctr">
                    <a:solidFill>
                      <a:srgbClr val="94704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23A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23A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23A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E5D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23A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23A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23A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F5E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23A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23A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23A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E5D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23A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23A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23A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F5E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00197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365C56CF-9505-4370-949D-62911BB8A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423A31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23A31"/>
                </a:solidFill>
                <a:latin typeface="Malgun Gothic"/>
                <a:ea typeface="Malgun Gothic"/>
                <a:cs typeface="Malgun Gothic"/>
              </a:rPr>
              <a:t>평가항목별 제안 근거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3285F8E1-D640-4234-A46B-A19EEDCE5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704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47047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CEA9C5EB-7F18-4CB9-B5B0-107FC1BE9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94704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947047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평가항목</a:t>
                      </a:r>
                    </a:p>
                  </a:txBody>
                  <a:tcPr marL="171450" marR="171450" marT="152400" marB="114300" anchor="ctr">
                    <a:solidFill>
                      <a:srgbClr val="9470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제안 내용</a:t>
                      </a:r>
                    </a:p>
                  </a:txBody>
                  <a:tcPr marL="171450" marR="171450" marT="152400" marB="114300" anchor="ctr">
                    <a:solidFill>
                      <a:srgbClr val="9470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증빙·관련 페이지</a:t>
                      </a:r>
                    </a:p>
                  </a:txBody>
                  <a:tcPr marL="171450" marR="171450" marT="152400" marB="114300" anchor="ctr">
                    <a:solidFill>
                      <a:srgbClr val="94704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23A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23A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23A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E5D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23A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23A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23A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F5E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23A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23A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23A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E5D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23A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23A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23A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F5E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55251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bid3-title">
            <a:extLst xmlns:a="http://schemas.openxmlformats.org/drawingml/2006/main">
              <a:ext uri="{FF2B5EF4-FFF2-40B4-BE49-F238E27FC236}">
                <a16:creationId xmlns:a16="http://schemas.microsoft.com/office/drawing/2014/main" id="{31039AD1-1B88-4D59-A475-0C765DD5D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423A31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23A31"/>
                </a:solidFill>
                <a:latin typeface="Malgun Gothic"/>
                <a:ea typeface="Malgun Gothic"/>
                <a:cs typeface="Malgun Gothic"/>
              </a:rPr>
              <a:t>핵심 수행 전략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06F9295A-F2C9-487E-8B9D-01A070556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704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47047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C824F388-6645-47CF-9EB1-D2DF6FA7E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94704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947047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3300284C-BC9D-43C5-BCC7-552D54531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947047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947047"/>
                </a:solidFill>
                <a:latin typeface="Malgun Gothic"/>
                <a:ea typeface="Malgun Gothic"/>
                <a:cs typeface="Malgun Gothic"/>
              </a:rPr>
              <a:t>접근 방법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6C04A464-4D51-4AFD-AE38-0C990848C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23A3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23A31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423A3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23A31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E76616FA-59D9-40CE-BF43-4938C3EE1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947047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947047"/>
                </a:solidFill>
                <a:latin typeface="Malgun Gothic"/>
                <a:ea typeface="Malgun Gothic"/>
                <a:cs typeface="Malgun Gothic"/>
              </a:rPr>
              <a:t>수행의 차별점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91585E7F-C0CC-437A-A782-914AB56F9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23A3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23A31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423A3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23A31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92F0E31E-B0EF-4358-9905-9A12CC00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947047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947047"/>
                </a:solidFill>
                <a:latin typeface="Malgun Gothic"/>
                <a:ea typeface="Malgun Gothic"/>
                <a:cs typeface="Malgun Gothic"/>
              </a:rPr>
              <a:t>실행 조건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83482C04-4406-4481-BD11-11E872C72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23A3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23A31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423A3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23A31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21135462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id3-title">
            <a:extLst xmlns:a="http://schemas.openxmlformats.org/drawingml/2006/main">
              <a:ext uri="{FF2B5EF4-FFF2-40B4-BE49-F238E27FC236}">
                <a16:creationId xmlns:a16="http://schemas.microsoft.com/office/drawing/2014/main" id="{5B2EDF09-0992-410C-856C-109A4FD4E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423A31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23A31"/>
                </a:solidFill>
                <a:latin typeface="Malgun Gothic"/>
                <a:ea typeface="Malgun Gothic"/>
                <a:cs typeface="Malgun Gothic"/>
              </a:rPr>
              <a:t>단계별 수행 절차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A3D584FB-F65C-4D83-B162-05BF03247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704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47047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5C332A39-E13F-451C-821F-6618195D1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94704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947047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4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054F3B36-0294-4F92-A7DA-29762A033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947047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947047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BE8A5BC2-DA76-4A99-B54F-B151BAF29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23A3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423A31"/>
                </a:solidFill>
                <a:latin typeface="Malgun Gothic"/>
                <a:ea typeface="Malgun Gothic"/>
                <a:cs typeface="Malgun Gothic"/>
              </a:rPr>
              <a:t>착수·요건 확인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A60B02A9-1756-4C37-8416-868EC2FB1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23A3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23A31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423A3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23A31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  <p:sp>
        <p:nvSpPr>
          <p:cNvPr id="7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0753FFE1-8181-47DA-AAF9-1FD3E1FA5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947047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947047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060F416E-0CF4-4A8A-BCA6-487DB99A1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23A3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423A31"/>
                </a:solidFill>
                <a:latin typeface="Malgun Gothic"/>
                <a:ea typeface="Malgun Gothic"/>
                <a:cs typeface="Malgun Gothic"/>
              </a:rPr>
              <a:t>설계·준비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5C0330D8-B9F8-47D0-82FD-2DF46FF0D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23A3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23A31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423A3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23A31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  <p:sp>
        <p:nvSpPr>
          <p:cNvPr id="10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33B73DB2-DBF4-4BB8-AA20-944392876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947047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947047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8836BE4C-E96E-4030-ADD0-967CAF7BD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23A3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423A31"/>
                </a:solidFill>
                <a:latin typeface="Malgun Gothic"/>
                <a:ea typeface="Malgun Gothic"/>
                <a:cs typeface="Malgun Gothic"/>
              </a:rPr>
              <a:t>실행·점검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8ECE89F3-B819-4A2F-AF1A-DD5707ED1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23A3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23A31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423A3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23A31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  <p:sp>
        <p:nvSpPr>
          <p:cNvPr id="13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DC77421C-1416-4F7E-847B-1A2110273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947047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947047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4" name="body">
            <a:extLst xmlns:a="http://schemas.openxmlformats.org/drawingml/2006/main">
              <a:ext uri="{FF2B5EF4-FFF2-40B4-BE49-F238E27FC236}">
                <a16:creationId xmlns:a16="http://schemas.microsoft.com/office/drawing/2014/main" id="{345B648E-22DF-4468-A4D6-A8D7D93CB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23A3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423A31"/>
                </a:solidFill>
                <a:latin typeface="Malgun Gothic"/>
                <a:ea typeface="Malgun Gothic"/>
                <a:cs typeface="Malgun Gothic"/>
              </a:rPr>
              <a:t>검증·인계</a:t>
            </a:r>
          </a:p>
        </p:txBody>
      </p:sp>
      <p:sp>
        <p:nvSpPr>
          <p:cNvPr id="15" name="body">
            <a:extLst xmlns:a="http://schemas.openxmlformats.org/drawingml/2006/main">
              <a:ext uri="{FF2B5EF4-FFF2-40B4-BE49-F238E27FC236}">
                <a16:creationId xmlns:a16="http://schemas.microsoft.com/office/drawing/2014/main" id="{21020E5D-3A00-4CDB-B0A6-06EED0477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23A3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23A31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423A3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23A31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</p:spTree>
    <p:extLst>
      <p:ext uri="{BB962C8B-B14F-4D97-AF65-F5344CB8AC3E}">
        <p14:creationId xmlns:p14="http://schemas.microsoft.com/office/powerpoint/2010/main" val="59350362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title">
            <a:extLst xmlns:a="http://schemas.openxmlformats.org/drawingml/2006/main">
              <a:ext uri="{FF2B5EF4-FFF2-40B4-BE49-F238E27FC236}">
                <a16:creationId xmlns:a16="http://schemas.microsoft.com/office/drawing/2014/main" id="{FB502329-B5F0-43EC-89FF-934737F7B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423A31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23A31"/>
                </a:solidFill>
                <a:latin typeface="Malgun Gothic"/>
                <a:ea typeface="Malgun Gothic"/>
                <a:cs typeface="Malgun Gothic"/>
              </a:rPr>
              <a:t>세부 과업 수행 방안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D725E154-2878-4F8C-9DEF-F5F050B15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704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47047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A8519F06-70FB-4C91-AE74-6D841A3FF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94704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947047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D77B999F-7305-4D64-8A81-E69A7F66F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947047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947047"/>
                </a:solidFill>
                <a:latin typeface="Malgun Gothic"/>
                <a:ea typeface="Malgun Gothic"/>
                <a:cs typeface="Malgun Gothic"/>
              </a:rPr>
              <a:t>주요 과업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6328076B-6030-460F-9E23-A5D6CA11C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23A3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23A31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423A3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23A31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120FC99D-6045-41AE-B54D-2193973A9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947047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947047"/>
                </a:solidFill>
                <a:latin typeface="Malgun Gothic"/>
                <a:ea typeface="Malgun Gothic"/>
                <a:cs typeface="Malgun Gothic"/>
              </a:rPr>
              <a:t>수행 방법과 산출물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4F49289B-7C76-4CB2-8EC6-EE8C0C872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23A3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23A31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423A3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23A31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23950778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51EB495D-7BB6-425A-A911-4B3048371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423A31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23A31"/>
                </a:solidFill>
                <a:latin typeface="Malgun Gothic"/>
                <a:ea typeface="Malgun Gothic"/>
                <a:cs typeface="Malgun Gothic"/>
              </a:rPr>
              <a:t>추진 일정과 마일스톤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910C9271-BED6-4EA5-A47F-37670229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704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47047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67C36224-C3C9-4687-9B81-5D05F44D7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94704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947047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단계</a:t>
                      </a:r>
                    </a:p>
                  </a:txBody>
                  <a:tcPr marL="171450" marR="171450" marT="152400" marB="114300" anchor="ctr">
                    <a:solidFill>
                      <a:srgbClr val="9470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기간</a:t>
                      </a:r>
                    </a:p>
                  </a:txBody>
                  <a:tcPr marL="171450" marR="171450" marT="152400" marB="114300" anchor="ctr">
                    <a:solidFill>
                      <a:srgbClr val="9470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주요 활동</a:t>
                      </a:r>
                    </a:p>
                  </a:txBody>
                  <a:tcPr marL="171450" marR="171450" marT="152400" marB="114300" anchor="ctr">
                    <a:solidFill>
                      <a:srgbClr val="9470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완료 기준</a:t>
                      </a:r>
                    </a:p>
                  </a:txBody>
                  <a:tcPr marL="171450" marR="171450" marT="152400" marB="114300" anchor="ctr">
                    <a:solidFill>
                      <a:srgbClr val="94704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23A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23A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23A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23A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E5D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23A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23A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23A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23A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F5E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23A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23A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23A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23A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E5D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23A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23A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23A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23A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F5E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976364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FE5F9A29-5704-4576-A5AC-3527442D7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423A31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23A31"/>
                </a:solidFill>
                <a:latin typeface="Malgun Gothic"/>
                <a:ea typeface="Malgun Gothic"/>
                <a:cs typeface="Malgun Gothic"/>
              </a:rPr>
              <a:t>수행 조직과 역할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961DFFCA-BDFA-4448-B2CE-A7C0400D3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704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47047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A3557D59-1B11-4E9A-9C70-F94025934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94704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947047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</a:t>
                      </a:r>
                    </a:p>
                  </a:txBody>
                  <a:tcPr marL="171450" marR="171450" marT="152400" marB="114300" anchor="ctr">
                    <a:solidFill>
                      <a:srgbClr val="9470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담당·투입 조건</a:t>
                      </a:r>
                    </a:p>
                  </a:txBody>
                  <a:tcPr marL="171450" marR="171450" marT="152400" marB="114300" anchor="ctr">
                    <a:solidFill>
                      <a:srgbClr val="9470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책임과 수행 내용</a:t>
                      </a:r>
                    </a:p>
                  </a:txBody>
                  <a:tcPr marL="171450" marR="171450" marT="152400" marB="114300" anchor="ctr">
                    <a:solidFill>
                      <a:srgbClr val="94704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23A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23A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23A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E5D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23A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23A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23A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F5E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23A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23A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23A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E5D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23A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23A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23A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F5E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230129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id3-title">
            <a:extLst xmlns:a="http://schemas.openxmlformats.org/drawingml/2006/main">
              <a:ext uri="{FF2B5EF4-FFF2-40B4-BE49-F238E27FC236}">
                <a16:creationId xmlns:a16="http://schemas.microsoft.com/office/drawing/2014/main" id="{30B15BB4-C75A-4FD9-9529-E558A9045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423A31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23A31"/>
                </a:solidFill>
                <a:latin typeface="Malgun Gothic"/>
                <a:ea typeface="Malgun Gothic"/>
                <a:cs typeface="Malgun Gothic"/>
              </a:rPr>
              <a:t>보고와 의사결정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AEF6D3AF-FFC4-4468-BEB6-EAAA6ADA4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704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47047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40FDFE45-8A8C-44A1-9AB6-0BA652141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94704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947047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4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6812B5A4-943A-4F5B-BCAC-0C041C0BE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947047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947047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2F0E443A-EB76-4D71-AFC9-83EA28B40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23A3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423A31"/>
                </a:solidFill>
                <a:latin typeface="Malgun Gothic"/>
                <a:ea typeface="Malgun Gothic"/>
                <a:cs typeface="Malgun Gothic"/>
              </a:rPr>
              <a:t>진행 현황 보고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98595291-C65B-445D-891E-D08203E85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23A3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23A31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423A3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23A31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  <p:sp>
        <p:nvSpPr>
          <p:cNvPr id="7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F5ABC49A-1E0E-4F81-AC10-AB0499DF6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947047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947047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40CC2EB7-A8F3-4B09-A56A-3CC7BCA76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23A3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423A31"/>
                </a:solidFill>
                <a:latin typeface="Malgun Gothic"/>
                <a:ea typeface="Malgun Gothic"/>
                <a:cs typeface="Malgun Gothic"/>
              </a:rPr>
              <a:t>쟁점 검토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00B579E3-0CB1-41F8-8E52-3A65B041C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23A3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23A31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423A3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23A31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  <p:sp>
        <p:nvSpPr>
          <p:cNvPr id="10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D743FB0F-3112-42FD-BC06-13A8C3836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947047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947047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4B18FD23-DF4C-4382-B7B3-0314195E5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23A3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423A31"/>
                </a:solidFill>
                <a:latin typeface="Malgun Gothic"/>
                <a:ea typeface="Malgun Gothic"/>
                <a:cs typeface="Malgun Gothic"/>
              </a:rPr>
              <a:t>발주처 협의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0377C8F3-4980-4A6F-92BC-8C4F4A51D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23A3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23A31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423A3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23A31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  <p:sp>
        <p:nvSpPr>
          <p:cNvPr id="13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3B5EEEDA-77A9-488F-9659-97C001033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947047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947047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4" name="body">
            <a:extLst xmlns:a="http://schemas.openxmlformats.org/drawingml/2006/main">
              <a:ext uri="{FF2B5EF4-FFF2-40B4-BE49-F238E27FC236}">
                <a16:creationId xmlns:a16="http://schemas.microsoft.com/office/drawing/2014/main" id="{3D7B7178-BCA2-45B7-9ED9-9A20EC247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23A3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423A31"/>
                </a:solidFill>
                <a:latin typeface="Malgun Gothic"/>
                <a:ea typeface="Malgun Gothic"/>
                <a:cs typeface="Malgun Gothic"/>
              </a:rPr>
              <a:t>변경사항 반영</a:t>
            </a:r>
          </a:p>
        </p:txBody>
      </p:sp>
      <p:sp>
        <p:nvSpPr>
          <p:cNvPr id="15" name="body">
            <a:extLst xmlns:a="http://schemas.openxmlformats.org/drawingml/2006/main">
              <a:ext uri="{FF2B5EF4-FFF2-40B4-BE49-F238E27FC236}">
                <a16:creationId xmlns:a16="http://schemas.microsoft.com/office/drawing/2014/main" id="{6EE2CC13-BEBD-44AA-86D3-9FF802C5E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23A3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23A31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423A3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23A31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</p:spTree>
    <p:extLst>
      <p:ext uri="{BB962C8B-B14F-4D97-AF65-F5344CB8AC3E}">
        <p14:creationId xmlns:p14="http://schemas.microsoft.com/office/powerpoint/2010/main" val="154917474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bid3-title">
            <a:extLst xmlns:a="http://schemas.openxmlformats.org/drawingml/2006/main">
              <a:ext uri="{FF2B5EF4-FFF2-40B4-BE49-F238E27FC236}">
                <a16:creationId xmlns:a16="http://schemas.microsoft.com/office/drawing/2014/main" id="{0B77FFEE-D171-467F-85CB-8B6568BE2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423A31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23A31"/>
                </a:solidFill>
                <a:latin typeface="Malgun Gothic"/>
                <a:ea typeface="Malgun Gothic"/>
                <a:cs typeface="Malgun Gothic"/>
              </a:rPr>
              <a:t>품질관리와 검수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720476F9-3220-4737-BE8C-159C12427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704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47047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D3D2CF70-C96D-436A-91A4-34BAA9425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94704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947047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BC429921-DAE2-4AF6-AB3D-F51BD3919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947047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947047"/>
                </a:solidFill>
                <a:latin typeface="Malgun Gothic"/>
                <a:ea typeface="Malgun Gothic"/>
                <a:cs typeface="Malgun Gothic"/>
              </a:rPr>
              <a:t>품질 기준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84F4740B-C04F-46F5-8B4A-17B11505D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23A3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23A31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423A3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23A31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E5F393B2-5FF9-4F9E-B5BD-9BA875C5B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947047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947047"/>
                </a:solidFill>
                <a:latin typeface="Malgun Gothic"/>
                <a:ea typeface="Malgun Gothic"/>
                <a:cs typeface="Malgun Gothic"/>
              </a:rPr>
              <a:t>검증 방법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E6AC0965-ED41-480F-9303-139533726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23A3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23A31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423A3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23A31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EF6CA438-FCF2-46B6-BA4A-B35FE425C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947047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947047"/>
                </a:solidFill>
                <a:latin typeface="Malgun Gothic"/>
                <a:ea typeface="Malgun Gothic"/>
                <a:cs typeface="Malgun Gothic"/>
              </a:rPr>
              <a:t>보완과 재검수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60712391-A6D7-4DD9-B4E6-71D7FEED9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23A3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23A31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423A3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23A31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02821663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A0C64751-337C-440F-B29F-535D5D893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423A31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23A31"/>
                </a:solidFill>
                <a:latin typeface="Malgun Gothic"/>
                <a:ea typeface="Malgun Gothic"/>
                <a:cs typeface="Malgun Gothic"/>
              </a:rPr>
              <a:t>위험과 대응 계획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7F712DBB-4DA9-4C55-B1EE-895D8D029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704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47047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9A14C5C9-ABAC-4ADE-B1A6-A186CD261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94704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947047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위험 요인</a:t>
                      </a:r>
                    </a:p>
                  </a:txBody>
                  <a:tcPr marL="171450" marR="171450" marT="152400" marB="114300" anchor="ctr">
                    <a:solidFill>
                      <a:srgbClr val="9470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예방·대응 방안</a:t>
                      </a:r>
                    </a:p>
                  </a:txBody>
                  <a:tcPr marL="171450" marR="171450" marT="152400" marB="114300" anchor="ctr">
                    <a:solidFill>
                      <a:srgbClr val="9470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담당·점검 기준</a:t>
                      </a:r>
                    </a:p>
                  </a:txBody>
                  <a:tcPr marL="171450" marR="171450" marT="152400" marB="114300" anchor="ctr">
                    <a:solidFill>
                      <a:srgbClr val="94704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23A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23A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23A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E5D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23A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23A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23A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F5E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23A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23A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23A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E5D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23A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23A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23A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F5E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914734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title">
            <a:extLst xmlns:a="http://schemas.openxmlformats.org/drawingml/2006/main">
              <a:ext uri="{FF2B5EF4-FFF2-40B4-BE49-F238E27FC236}">
                <a16:creationId xmlns:a16="http://schemas.microsoft.com/office/drawing/2014/main" id="{95378FA1-6E4B-4A4A-B95D-3F730CAAF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423A31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23A31"/>
                </a:solidFill>
                <a:latin typeface="Malgun Gothic"/>
                <a:ea typeface="Malgun Gothic"/>
                <a:cs typeface="Malgun Gothic"/>
              </a:rPr>
              <a:t>정보보호와 준수사항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48C8879B-BF41-4171-AA8D-730DB02F2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704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47047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051AD76D-30D7-43AB-96E1-43BCB1955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94704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947047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F5B73284-40F2-4F59-8EC8-C6F71483C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947047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947047"/>
                </a:solidFill>
                <a:latin typeface="Malgun Gothic"/>
                <a:ea typeface="Malgun Gothic"/>
                <a:cs typeface="Malgun Gothic"/>
              </a:rPr>
              <a:t>보호 대상과 준수 기준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F4A72CCA-757D-479B-8684-A77F24C50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23A3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23A31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423A3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23A31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66CD178F-7C2B-4475-891A-DB9103768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947047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947047"/>
                </a:solidFill>
                <a:latin typeface="Malgun Gothic"/>
                <a:ea typeface="Malgun Gothic"/>
                <a:cs typeface="Malgun Gothic"/>
              </a:rPr>
              <a:t>통제 방법과 점검 기록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85F0957F-448A-4194-BF5C-0E0C66E75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23A3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23A31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423A3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23A31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10634506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FFD618E2-7695-43B4-9DE1-22770DDB1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423A31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23A31"/>
                </a:solidFill>
                <a:latin typeface="Malgun Gothic"/>
                <a:ea typeface="Malgun Gothic"/>
                <a:cs typeface="Malgun Gothic"/>
              </a:rPr>
              <a:t>성과지표와 측정 방법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010134A9-238D-4B97-8E3B-18D464708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704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47047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EDAD784E-98B2-478C-84E1-266EB6FD4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94704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947047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성과지표</a:t>
                      </a:r>
                    </a:p>
                  </a:txBody>
                  <a:tcPr marL="171450" marR="171450" marT="152400" marB="114300" anchor="ctr">
                    <a:solidFill>
                      <a:srgbClr val="9470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목표·근거</a:t>
                      </a:r>
                    </a:p>
                  </a:txBody>
                  <a:tcPr marL="171450" marR="171450" marT="152400" marB="114300" anchor="ctr">
                    <a:solidFill>
                      <a:srgbClr val="9470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측정 방법·주기</a:t>
                      </a:r>
                    </a:p>
                  </a:txBody>
                  <a:tcPr marL="171450" marR="171450" marT="152400" marB="114300" anchor="ctr">
                    <a:solidFill>
                      <a:srgbClr val="94704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23A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23A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23A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E5D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23A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23A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23A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F5E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23A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23A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23A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E5D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23A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23A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23A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F5E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965587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title">
            <a:extLst xmlns:a="http://schemas.openxmlformats.org/drawingml/2006/main">
              <a:ext uri="{FF2B5EF4-FFF2-40B4-BE49-F238E27FC236}">
                <a16:creationId xmlns:a16="http://schemas.microsoft.com/office/drawing/2014/main" id="{287AA1C2-62EB-4B41-B1A6-E9110E448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423A31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23A31"/>
                </a:solidFill>
                <a:latin typeface="Malgun Gothic"/>
                <a:ea typeface="Malgun Gothic"/>
                <a:cs typeface="Malgun Gothic"/>
              </a:rPr>
              <a:t>수행 역량과 검증 자료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94B27A1B-F582-4B58-9EF9-A53C3F71D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704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47047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D34D4D17-A160-44AE-9C63-B927F4E51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94704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947047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9C31F631-D773-49E5-BC86-B2289395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947047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947047"/>
                </a:solidFill>
                <a:latin typeface="Malgun Gothic"/>
                <a:ea typeface="Malgun Gothic"/>
                <a:cs typeface="Malgun Gothic"/>
              </a:rPr>
              <a:t>관련 역량과 수행 경험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A5DE1FE4-F19B-4DB1-AFEE-C80AA4F44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23A3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23A31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423A3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23A31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D040A0EA-42EF-4174-A73F-B357242D4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947047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947047"/>
                </a:solidFill>
                <a:latin typeface="Malgun Gothic"/>
                <a:ea typeface="Malgun Gothic"/>
                <a:cs typeface="Malgun Gothic"/>
              </a:rPr>
              <a:t>확인 가능한 증빙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03DDAE66-9FC1-4A60-9C34-77A8152C0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23A3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23A31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423A3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23A31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90352107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89183D20-F6BA-42EF-BCBF-422367950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423A31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23A31"/>
                </a:solidFill>
                <a:latin typeface="Malgun Gothic"/>
                <a:ea typeface="Malgun Gothic"/>
                <a:cs typeface="Malgun Gothic"/>
              </a:rPr>
              <a:t>산출물과 완료 기준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73C1F203-4370-48B1-981D-385F048E1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704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47047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31CC9027-6BD3-490C-A0EE-3F4BFAB94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94704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947047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주요 산출물</a:t>
                      </a:r>
                    </a:p>
                  </a:txBody>
                  <a:tcPr marL="171450" marR="171450" marT="152400" marB="114300" anchor="ctr">
                    <a:solidFill>
                      <a:srgbClr val="9470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제출·인계 방법</a:t>
                      </a:r>
                    </a:p>
                  </a:txBody>
                  <a:tcPr marL="171450" marR="171450" marT="152400" marB="114300" anchor="ctr">
                    <a:solidFill>
                      <a:srgbClr val="9470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완료 기준</a:t>
                      </a:r>
                    </a:p>
                  </a:txBody>
                  <a:tcPr marL="171450" marR="171450" marT="152400" marB="114300" anchor="ctr">
                    <a:solidFill>
                      <a:srgbClr val="94704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23A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23A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23A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E5D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23A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23A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23A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F5E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23A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23A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23A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E5D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23A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23A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23A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F5E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42329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438D4E74-6E7A-44AC-A11C-5253F6384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572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9470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947047"/>
                </a:solidFill>
                <a:latin typeface="Malgun Gothic"/>
                <a:ea typeface="Malgun Gothic"/>
                <a:cs typeface="Malgun Gothic"/>
              </a:rPr>
              <a:t>제안의 핵심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D18DE399-34A0-49A2-9FC8-2D0C10349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24125"/>
            <a:ext cx="105727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423A31"/>
                </a:solidFill>
                <a:latin typeface="Malgun Gothic"/>
                <a:ea typeface="Malgun Gothic"/>
                <a:cs typeface="Malgun Gothic"/>
              </a:defRPr>
            </a:pPr>
            <a:r>
              <a:rPr sz="5550" b="1">
                <a:solidFill>
                  <a:srgbClr val="423A31"/>
                </a:solidFill>
                <a:latin typeface="Malgun Gothic"/>
                <a:ea typeface="Malgun Gothic"/>
                <a:cs typeface="Malgun Gothic"/>
              </a:rPr>
              <a:t>수행 범위 확인 필요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2F151B01-425B-403F-BA0C-E4DABC32E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435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94704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947047"/>
                </a:solidFill>
                <a:latin typeface="Malgun Gothic"/>
                <a:ea typeface="Malgun Gothic"/>
                <a:cs typeface="Malgun Gothic"/>
              </a:rPr>
              <a:t>협의 사항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5560868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2026-09-25T07:46:50.9240000Z</dcterms:created>
  <dcterms:modified xsi:type="dcterms:W3CDTF">2026-09-25T07:46:50.9240000Z</dcterms:modified>
</coreProperties>
</file>