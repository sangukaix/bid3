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6922d3288e4f99" /><Relationship Type="http://schemas.openxmlformats.org/officeDocument/2006/relationships/extended-properties" Target="/docProps/app.xml" Id="Rb49cd7dd9c884db5" /><Relationship Type="http://schemas.openxmlformats.org/officeDocument/2006/relationships/officeDocument" Target="/ppt/presentation.xml" Id="R40e28b7144fa42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5007271ea4218"/>
  </p:sldMasterIdLst>
  <p:notesMasterIdLst>
    <p:notesMasterId xmlns:r="http://schemas.openxmlformats.org/officeDocument/2006/relationships" r:id="Rb27248c07a4e47b0"/>
  </p:notesMasterIdLst>
  <p:sldIdLst>
    <p:sldId xmlns:r="http://schemas.openxmlformats.org/officeDocument/2006/relationships" id="256" r:id="Ra8c4595cdd104f90"/>
    <p:sldId xmlns:r="http://schemas.openxmlformats.org/officeDocument/2006/relationships" id="257" r:id="Rcaa37cee42e549bf"/>
    <p:sldId xmlns:r="http://schemas.openxmlformats.org/officeDocument/2006/relationships" id="258" r:id="Rcbfdc9206a1c48b5"/>
    <p:sldId xmlns:r="http://schemas.openxmlformats.org/officeDocument/2006/relationships" id="259" r:id="R38a2bbc912874411"/>
    <p:sldId xmlns:r="http://schemas.openxmlformats.org/officeDocument/2006/relationships" id="260" r:id="R5f0130277a3c4afa"/>
    <p:sldId xmlns:r="http://schemas.openxmlformats.org/officeDocument/2006/relationships" id="261" r:id="Rf15a2163108d4eaf"/>
    <p:sldId xmlns:r="http://schemas.openxmlformats.org/officeDocument/2006/relationships" id="262" r:id="R1553022be6a6487e"/>
    <p:sldId xmlns:r="http://schemas.openxmlformats.org/officeDocument/2006/relationships" id="263" r:id="Rbc83a4593728425a"/>
    <p:sldId xmlns:r="http://schemas.openxmlformats.org/officeDocument/2006/relationships" id="264" r:id="Rac99ed596ff34517"/>
    <p:sldId xmlns:r="http://schemas.openxmlformats.org/officeDocument/2006/relationships" id="265" r:id="R044daf84302d48f9"/>
    <p:sldId xmlns:r="http://schemas.openxmlformats.org/officeDocument/2006/relationships" id="266" r:id="R7c41682ddc424e3a"/>
    <p:sldId xmlns:r="http://schemas.openxmlformats.org/officeDocument/2006/relationships" id="267" r:id="Rfb46ffc096064917"/>
    <p:sldId xmlns:r="http://schemas.openxmlformats.org/officeDocument/2006/relationships" id="268" r:id="R10e5e488622147f1"/>
    <p:sldId xmlns:r="http://schemas.openxmlformats.org/officeDocument/2006/relationships" id="269" r:id="R626be420bd7b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cf6a246b24b1c" /><Relationship Type="http://schemas.openxmlformats.org/officeDocument/2006/relationships/slideMaster" Target="/ppt/slideMasters/slideMaster1.xml" Id="R9635007271ea4218" /><Relationship Type="http://schemas.openxmlformats.org/officeDocument/2006/relationships/notesMaster" Target="/ppt/notesMasters/notesMaster1.xml" Id="Rb27248c07a4e47b0" /><Relationship Type="http://schemas.openxmlformats.org/officeDocument/2006/relationships/presProps" Target="/ppt/presProps.xml" Id="Rb32fdf517d604c85" /><Relationship Type="http://schemas.openxmlformats.org/officeDocument/2006/relationships/tableStyles" Target="/ppt/tableStyles.xml" Id="R776d3c0c88c045e5" /><Relationship Type="http://schemas.openxmlformats.org/officeDocument/2006/relationships/slide" Target="/ppt/slides/slide1.xml" Id="Ra8c4595cdd104f90" /><Relationship Type="http://schemas.openxmlformats.org/officeDocument/2006/relationships/slide" Target="/ppt/slides/slide2.xml" Id="Rcaa37cee42e549bf" /><Relationship Type="http://schemas.openxmlformats.org/officeDocument/2006/relationships/slide" Target="/ppt/slides/slide3.xml" Id="Rcbfdc9206a1c48b5" /><Relationship Type="http://schemas.openxmlformats.org/officeDocument/2006/relationships/slide" Target="/ppt/slides/slide4.xml" Id="R38a2bbc912874411" /><Relationship Type="http://schemas.openxmlformats.org/officeDocument/2006/relationships/slide" Target="/ppt/slides/slide5.xml" Id="R5f0130277a3c4afa" /><Relationship Type="http://schemas.openxmlformats.org/officeDocument/2006/relationships/slide" Target="/ppt/slides/slide6.xml" Id="Rf15a2163108d4eaf" /><Relationship Type="http://schemas.openxmlformats.org/officeDocument/2006/relationships/slide" Target="/ppt/slides/slide7.xml" Id="R1553022be6a6487e" /><Relationship Type="http://schemas.openxmlformats.org/officeDocument/2006/relationships/slide" Target="/ppt/slides/slide8.xml" Id="Rbc83a4593728425a" /><Relationship Type="http://schemas.openxmlformats.org/officeDocument/2006/relationships/slide" Target="/ppt/slides/slide9.xml" Id="Rac99ed596ff34517" /><Relationship Type="http://schemas.openxmlformats.org/officeDocument/2006/relationships/slide" Target="/ppt/slides/slide10.xml" Id="R044daf84302d48f9" /><Relationship Type="http://schemas.openxmlformats.org/officeDocument/2006/relationships/slide" Target="/ppt/slides/slide11.xml" Id="R7c41682ddc424e3a" /><Relationship Type="http://schemas.openxmlformats.org/officeDocument/2006/relationships/slide" Target="/ppt/slides/slide12.xml" Id="Rfb46ffc096064917" /><Relationship Type="http://schemas.openxmlformats.org/officeDocument/2006/relationships/slide" Target="/ppt/slides/slide13.xml" Id="R10e5e488622147f1" /><Relationship Type="http://schemas.openxmlformats.org/officeDocument/2006/relationships/slide" Target="/ppt/slides/slide14.xml" Id="R626be420bd7b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c61d8eeb9c46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3931b47fc46ad" /><Relationship Type="http://schemas.openxmlformats.org/officeDocument/2006/relationships/notesMaster" Target="/ppt/notesMasters/notesMaster1.xml" Id="Rd2eb94bcce9842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92c7632ee472c" /><Relationship Type="http://schemas.openxmlformats.org/officeDocument/2006/relationships/notesMaster" Target="/ppt/notesMasters/notesMaster1.xml" Id="R66b5df7b06c44a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fb6b5207a479c" /><Relationship Type="http://schemas.openxmlformats.org/officeDocument/2006/relationships/notesMaster" Target="/ppt/notesMasters/notesMaster1.xml" Id="R0a8d786e34b040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2f309f111b4967" /><Relationship Type="http://schemas.openxmlformats.org/officeDocument/2006/relationships/notesMaster" Target="/ppt/notesMasters/notesMaster1.xml" Id="R6c164935e4a5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e42d8de224aee" /><Relationship Type="http://schemas.openxmlformats.org/officeDocument/2006/relationships/notesMaster" Target="/ppt/notesMasters/notesMaster1.xml" Id="R1cc3c2f6aef645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958d7655e4d03" /><Relationship Type="http://schemas.openxmlformats.org/officeDocument/2006/relationships/notesMaster" Target="/ppt/notesMasters/notesMaster1.xml" Id="Rdf8d09d2b96c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b73bfa72045a6" /><Relationship Type="http://schemas.openxmlformats.org/officeDocument/2006/relationships/notesMaster" Target="/ppt/notesMasters/notesMaster1.xml" Id="Rea56c850967846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2d327d1af14974" /><Relationship Type="http://schemas.openxmlformats.org/officeDocument/2006/relationships/notesMaster" Target="/ppt/notesMasters/notesMaster1.xml" Id="R117c924bbbbd49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4586247cfe433c" /><Relationship Type="http://schemas.openxmlformats.org/officeDocument/2006/relationships/notesMaster" Target="/ppt/notesMasters/notesMaster1.xml" Id="Rfdd3db339f7d48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efca5ade654c5c" /><Relationship Type="http://schemas.openxmlformats.org/officeDocument/2006/relationships/notesMaster" Target="/ppt/notesMasters/notesMaster1.xml" Id="Reb45509f7e5147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8f863507484e27" /><Relationship Type="http://schemas.openxmlformats.org/officeDocument/2006/relationships/notesMaster" Target="/ppt/notesMasters/notesMaster1.xml" Id="Rd9c50f269ecd4b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7d044a47e14b65" /><Relationship Type="http://schemas.openxmlformats.org/officeDocument/2006/relationships/notesMaster" Target="/ppt/notesMasters/notesMaster1.xml" Id="Rbb18d657fa4746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fd5071dc1c45e1" /><Relationship Type="http://schemas.openxmlformats.org/officeDocument/2006/relationships/notesMaster" Target="/ppt/notesMasters/notesMaster1.xml" Id="Ra40696a91a2149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cdbc1f80c645c9" /><Relationship Type="http://schemas.openxmlformats.org/officeDocument/2006/relationships/notesMaster" Target="/ppt/notesMasters/notesMaster1.xml" Id="Rf0df3c4e57144b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https://images.pexels.com/photos/2774556/pexels-photo-2774556.jpeg?auto=compress&amp;cs=tinysrgb&amp;w=1800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https://images.pexels.com/photos/2608517/pexels-photo-2608517.jpeg?auto=compress&amp;cs=tinysrgb&amp;w=1500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제안요청서_2025년 글로벌지식협력단지 지식교류의 날(KED) 행사 운영 대행 용역.pdf</a:t>
            </a:r>
          </a:p>
          <a:p xmlns:a="http://schemas.openxmlformats.org/drawingml/2006/main">
            <a:r>
              <a:t>https://www.kdi.re.kr/board/file/download?atch_no=W7NcCq48KygPu652rpK8vg%3D%3D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6e8b348df4f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5925eedd540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8fcf46e1545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ab806548e4e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7deea43054f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c93afe51b49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E0F44F-D8BE-4A3E-A5B6-B8993D7F7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BFBD88-1CA9-4206-981F-54B128BE0D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A801E3-1B2E-4DF4-9138-463E15AF8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230DC7-3545-4314-8013-84C16D03E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F2E500-6F67-4614-9D2F-DCD9083A9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081C91-474E-43F7-86B3-846A7739D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B80D5F-0C00-4DF9-8FE7-C02532B6B2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61A48B-75B9-4E8B-8025-0257C02883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DDA1C4-9E7F-4273-98BC-77653335E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2AAC28-1A20-417E-9D05-3D49A72EA8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707ef532354b55" /><Relationship Type="http://schemas.openxmlformats.org/officeDocument/2006/relationships/slideLayout" Target="/ppt/slideLayouts/slideLayout1.xml" Id="Re52a358dac814cc9" /><Relationship Type="http://schemas.openxmlformats.org/officeDocument/2006/relationships/slideLayout" Target="/ppt/slideLayouts/slideLayout2.xml" Id="R384c131854e64b0f" /><Relationship Type="http://schemas.openxmlformats.org/officeDocument/2006/relationships/slideLayout" Target="/ppt/slideLayouts/slideLayout3.xml" Id="Rd4b43f19e71b4d83" /><Relationship Type="http://schemas.openxmlformats.org/officeDocument/2006/relationships/slideLayout" Target="/ppt/slideLayouts/slideLayout4.xml" Id="Rfa2a50dd2c604b84" /><Relationship Type="http://schemas.openxmlformats.org/officeDocument/2006/relationships/slideLayout" Target="/ppt/slideLayouts/slideLayout5.xml" Id="R8cdaf516a4604a67" /><Relationship Type="http://schemas.openxmlformats.org/officeDocument/2006/relationships/slideLayout" Target="/ppt/slideLayouts/slideLayout6.xml" Id="Re3cdaf962a2a4d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a358dac814cc9"/>
    <p:sldLayoutId xmlns:r="http://schemas.openxmlformats.org/officeDocument/2006/relationships" id="2147483650" r:id="R384c131854e64b0f"/>
    <p:sldLayoutId xmlns:r="http://schemas.openxmlformats.org/officeDocument/2006/relationships" id="2147483651" r:id="Rd4b43f19e71b4d83"/>
    <p:sldLayoutId xmlns:r="http://schemas.openxmlformats.org/officeDocument/2006/relationships" id="2147483652" r:id="Rfa2a50dd2c604b84"/>
    <p:sldLayoutId xmlns:r="http://schemas.openxmlformats.org/officeDocument/2006/relationships" id="2147483653" r:id="R8cdaf516a4604a67"/>
    <p:sldLayoutId xmlns:r="http://schemas.openxmlformats.org/officeDocument/2006/relationships" id="2147483654" r:id="Re3cdaf962a2a4d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bc101dee6471f" /><Relationship Type="http://schemas.openxmlformats.org/officeDocument/2006/relationships/image" Target="/ppt/media/image.jpeg" Id="R46854cd751024d29" /><Relationship Type="http://schemas.openxmlformats.org/officeDocument/2006/relationships/notesSlide" Target="/ppt/notesSlides/notesSlide1.xml" Id="Rcfd4977a74ad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28ca522a64ccc" /><Relationship Type="http://schemas.openxmlformats.org/officeDocument/2006/relationships/notesSlide" Target="/ppt/notesSlides/notesSlide2.xml" Id="R864fdbaf5b224b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9065fadfe4206" /><Relationship Type="http://schemas.openxmlformats.org/officeDocument/2006/relationships/image" Target="/ppt/media/image2.jpeg" Id="Rf553d2b840ed48bf" /><Relationship Type="http://schemas.openxmlformats.org/officeDocument/2006/relationships/notesSlide" Target="/ppt/notesSlides/notesSlide3.xml" Id="R1c881e89020c41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9f52db4f64d90" /><Relationship Type="http://schemas.openxmlformats.org/officeDocument/2006/relationships/notesSlide" Target="/ppt/notesSlides/notesSlide4.xml" Id="R5aea4b5a471b47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d2d25b3004aaa" /><Relationship Type="http://schemas.openxmlformats.org/officeDocument/2006/relationships/notesSlide" Target="/ppt/notesSlides/notesSlide5.xml" Id="R8100dd96682744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ff07eafea4de7" /><Relationship Type="http://schemas.openxmlformats.org/officeDocument/2006/relationships/notesSlide" Target="/ppt/notesSlides/notesSlide6.xml" Id="R41bd159836f143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a4b19ca0c4d59" /><Relationship Type="http://schemas.openxmlformats.org/officeDocument/2006/relationships/notesSlide" Target="/ppt/notesSlides/notesSlide7.xml" Id="R23a475bbe2254a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f8ad7752e481c" /><Relationship Type="http://schemas.openxmlformats.org/officeDocument/2006/relationships/notesSlide" Target="/ppt/notesSlides/notesSlide8.xml" Id="R778a2e0c98a14b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1461311bde484c" /><Relationship Type="http://schemas.openxmlformats.org/officeDocument/2006/relationships/notesSlide" Target="/ppt/notesSlides/notesSlide9.xml" Id="R34786be39e1245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77ccd0afc425b" /><Relationship Type="http://schemas.openxmlformats.org/officeDocument/2006/relationships/notesSlide" Target="/ppt/notesSlides/notesSlide10.xml" Id="R0df984f8ea5c45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0562a20344605" /><Relationship Type="http://schemas.openxmlformats.org/officeDocument/2006/relationships/notesSlide" Target="/ppt/notesSlides/notesSlide11.xml" Id="Rd14acb6a5b124a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0e05828264c33" /><Relationship Type="http://schemas.openxmlformats.org/officeDocument/2006/relationships/notesSlide" Target="/ppt/notesSlides/notesSlide12.xml" Id="R7d356295800647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c1bb37b8f4662" /><Relationship Type="http://schemas.openxmlformats.org/officeDocument/2006/relationships/notesSlide" Target="/ppt/notesSlides/notesSlide13.xml" Id="R3cd1412a4f3b40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4320551a84574" /><Relationship Type="http://schemas.openxmlformats.org/officeDocument/2006/relationships/notesSlide" Target="/ppt/notesSlides/notesSlide14.xml" Id="Rcbbc05e69acc41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6FE4B-FAE4-4871-B77B-5D2D736C5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54cd751024d29"/>
          <a:srcRect xmlns:a="http://schemas.openxmlformats.org/drawingml/2006/main" l="19722" t="0" r="19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456CE19-1CFF-492E-ABDB-FED175FE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A232B73C-D37C-4AE6-A269-ACA02C7D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행사·홍보</a:t>
            </a:r>
          </a:p>
          <a:p xmlns:a="http://schemas.openxmlformats.org/drawingml/2006/main">
            <a:pPr algn="l">
              <a:defRPr sz="42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337FD6-30AA-460F-93A7-C50D5D9C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8502F648-CF13-431B-9864-F526ADC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쇼런 바이올렛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D839DFD-97AB-4AD4-A93D-24BD3F4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0949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4E5D24A-1134-4681-A0DC-B2B51F3C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1ADB8F0-3768-4BC3-95E0-66159A6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운영 제안의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D4BB66-D212-409B-AE81-29C7E50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전 안내부터 현장 경험과 결과 보고까지 하나의 흐름으로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EA8D6AE-C744-4478-B883-ECDED55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FC0938E-D889-4542-B110-64599F1C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7295FB6-FB41-4CCF-9D0F-72854E6E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C06FC79-B043-478B-8682-719DA9B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6796BDC-348C-47D3-93B1-22C197C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0DF85D-635B-4FDE-8966-FC224275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경험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6C33140-AE96-4E84-8662-8097041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83146D4-8A4C-43BC-917C-72EFFB4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F070A4-F318-4C69-AA4F-77A13D50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CA9C4C0-EDD0-45CB-8C7E-2ED8D969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현장 운영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5299157-C99A-458B-BC70-A1F4CA32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AEDAEA2-3DB0-46E6-993D-551E8410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9C603F9-8365-4478-A759-78FEF9E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1F6ABE-87BA-4BE2-BCF5-ECE6277B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참여와 안전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02FCC13-ADD0-458F-A25D-F86BC5B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0C063FF-2224-4926-9709-6B7D15C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43D69F0-8482-419F-BE1A-E01A97EB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3DD748-1409-492A-A296-8D1B406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성과와 정산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E19539C-EBCC-4C9B-A791-C1F5DC9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969797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27ECE80-D962-4647-8F04-16DE061E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50858C-E105-4D24-8956-D35BA6B2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콘셉트와 참여 가치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F1ED0EF-B9C0-4FD0-A07B-FB1A77D2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지역 산업의 경험과 협업 기회를 연결하는 가상 포럼입니다.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5C7411D-53A5-4677-9448-183C18C3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14C7A0-17F8-4672-B107-DFB03B6F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183F2C5-2297-4DF2-885B-F9B96D8E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9571A61-C249-49AC-84B3-AAEEDC1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08FCB-C6F0-4BF2-A248-80B8F9ECA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3d2b840ed48bf"/>
          <a:srcRect xmlns:a="http://schemas.openxmlformats.org/drawingml/2006/main" l="0" t="4318" r="0" b="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667000"/>
            <a:ext cx="5238750" cy="3190875"/>
          </a:xfrm>
          <a:prstGeom xmlns:a="http://schemas.openxmlformats.org/drawingml/2006/main" prst="rect">
            <a:avLst/>
          </a:prstGeom>
        </p:spPr>
      </p:pic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A9F85C-1F3C-4857-9088-D24B85F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현장 사례 공유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867640-78BF-4937-AE87-F27D3F9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B273E0B-A1A8-4D47-BA2E-F6C5CB69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참여자 간 연결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E124A8-2987-43CC-94E5-362172F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931E97B-9E44-4261-87D8-70A7CF0E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참여 이후 활용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39BF39E-DCCC-463A-8C09-27655E2B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162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image-caption">
            <a:extLst xmlns:a="http://schemas.openxmlformats.org/drawingml/2006/main">
              <a:ext uri="{FF2B5EF4-FFF2-40B4-BE49-F238E27FC236}">
                <a16:creationId xmlns:a16="http://schemas.microsoft.com/office/drawing/2014/main" id="{A7621674-4E40-4FA4-A491-41E3F54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62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 설명용 사진 · 실제 제안사 수행 사진 아님</a:t>
            </a:r>
          </a:p>
        </p:txBody>
      </p:sp>
    </p:spTree>
    <p:extLst>
      <p:ext uri="{BB962C8B-B14F-4D97-AF65-F5344CB8AC3E}">
        <p14:creationId xmlns:p14="http://schemas.microsoft.com/office/powerpoint/2010/main" val="1591395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D0DAB12-1F8A-4796-A347-9B161B9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954DDC4-3272-455A-AD5F-926C816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프로그램과 운영 큐시트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D1BD9B2-F8F7-4475-86B8-7BDE1EE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가상 행사 운영표이며 실제 시간·규모·출연자는 공고와 협의로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0B5A0D5-405E-4202-BF19-DE2CAFFE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8B3EAC2-F254-46AE-B805-63910E2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F0E93C3-2E87-47F0-B536-4680F42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B26C29F-FD6A-4FD8-A21B-B9D5482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7B440-FC68-4266-8BE8-948C678EF33F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큐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역할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입장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행사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교류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361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421BE9A-95C6-4C34-A8C1-F2B1A19E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7F1519D-A348-4EA5-BAC9-4F4BAE4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공간 구성과 현장 동선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C2A3DC1-D12B-4E5A-B607-762B10AF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장소 도면이 아닌 기능 구역의 개념 구성입니다.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AD974C1B-B7F1-4132-91FD-1D56F348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7820AAF-88F1-4824-AC43-E915A07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F1EC1AB-B50F-4919-9521-A0E6A95A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7E2477D-FBF2-48C5-89B8-08F7F42A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6B2CE47-711D-490C-A327-3A65A33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입장 구역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DC0A446-4A80-4F57-9885-42031535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AB473F-9F17-4793-8181-264CBBD4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등록·문의</a:t>
            </a:r>
          </a:p>
        </p:txBody>
      </p:sp>
      <p:sp>
        <p:nvSpPr>
          <p:cNvPr id="11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4110CF3-8B82-440C-853A-EE5DDB92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A915497-9541-4DB1-86F3-A1B3551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대기·안내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604D7F0-DBE0-4829-8D06-E03281C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DED9231-51DB-4FD2-A398-91C22827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자료 수령</a:t>
            </a:r>
          </a:p>
        </p:txBody>
      </p:sp>
      <p:cxnSp>
        <p:nvCxnSpPr>
          <p:cNvPr id="15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AB61350-D477-4225-9F1E-6BFCC881921B}"/>
              </a:ext>
            </a:extLst>
          </p:cNvPr>
          <p:cNvCxnSpPr/>
          <p:nvPr/>
        </p:nvCxnSpPr>
        <p:spPr>
          <a:xfrm xmlns:a="http://schemas.openxmlformats.org/drawingml/2006/main">
            <a:off x="7334250" y="3448050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8EAE54B-EB11-4E6A-9D64-C5297943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 구역</a:t>
            </a:r>
          </a:p>
        </p:txBody>
      </p:sp>
      <p:sp>
        <p:nvSpPr>
          <p:cNvPr id="1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4145392-6275-49BE-943E-C012712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26B91C-502F-4629-80B9-CCF1A307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무대·발표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69FBDEC-9466-437B-B137-1DFDEA6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B8936D-3466-415B-B4F4-ED35561A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참여 좌석</a:t>
            </a:r>
          </a:p>
        </p:txBody>
      </p:sp>
      <p:sp>
        <p:nvSpPr>
          <p:cNvPr id="21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2DC7E81-E306-4154-B775-53459362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63B586C-9DC2-4B91-88D0-7BC37211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기술 운영</a:t>
            </a:r>
          </a:p>
        </p:txBody>
      </p:sp>
      <p:cxnSp>
        <p:nvCxnSpPr>
          <p:cNvPr id="23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E2923C9-DD67-405D-AD1B-5D4823549774}"/>
              </a:ext>
            </a:extLst>
          </p:cNvPr>
          <p:cNvCxnSpPr/>
          <p:nvPr/>
        </p:nvCxnSpPr>
        <p:spPr>
          <a:xfrm xmlns:a="http://schemas.openxmlformats.org/drawingml/2006/main">
            <a:off x="7334250" y="4543425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747F20-E1C3-47D6-B297-FBC4D69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지원 구역</a:t>
            </a:r>
          </a:p>
        </p:txBody>
      </p:sp>
      <p:sp>
        <p:nvSpPr>
          <p:cNvPr id="25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1A2ED73-0586-481F-938D-9FB8BAE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4EF8308-DF58-4802-A526-08001C1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교류 공간</a:t>
            </a:r>
          </a:p>
        </p:txBody>
      </p:sp>
      <p:sp>
        <p:nvSpPr>
          <p:cNvPr id="2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FEDEB26-5E21-4526-8B4E-9DA47E49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187D7A2-A820-4290-9F30-EC4F421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운영 본부</a:t>
            </a:r>
          </a:p>
        </p:txBody>
      </p:sp>
      <p:sp>
        <p:nvSpPr>
          <p:cNvPr id="2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EBD0CB3-6D8D-44C4-8FDA-D42D575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3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FA798F-77ED-4A50-A41E-5680FD71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응급·비상 지원</a:t>
            </a:r>
          </a:p>
        </p:txBody>
      </p:sp>
    </p:spTree>
    <p:extLst>
      <p:ext uri="{BB962C8B-B14F-4D97-AF65-F5344CB8AC3E}">
        <p14:creationId xmlns:p14="http://schemas.microsoft.com/office/powerpoint/2010/main" val="539175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FE00783-3495-4C40-8597-3C834605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073876D-22A6-42DA-9F8C-3F9C89CC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참가자 여정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8B2F333-D886-4B4A-B8BE-F5D4FC4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참여자가 필요한 정보를 각 시점에 받을 수 있도록 운영합니다.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BDE4F06-809B-4D94-9AB0-20C07F48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B0536C-1161-4542-A550-C8B2EC0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BE0BAE10-B7BD-4A9E-BEDA-451ED6D7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0C8317F-AEB2-4C68-A6D6-2995A50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4FE2193-0193-404E-BF5C-332B53D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A183D20-6C69-445E-9242-97FFFC5A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7E29DA-03D4-47C6-9D02-2CCE0E3B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전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E1B459E-EA78-408C-AD32-E377D79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5C93B967-D59A-4412-9496-957A81DF07DA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F3D864B-A5CB-4AA5-AEF7-03DE513B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8264C2C-51FF-4FE9-A7A7-7C1518C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26450F9-C30F-4978-B284-615DCA28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도착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39DBD5-D577-4FBC-BA2B-6CACC28B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C518312-1886-462A-AB5A-6A02AE7F0256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001751E-3DCD-44B2-BAE8-C37E3205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AED0F3E-AE16-47C4-BFA2-CAD30A62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D46C57-4F90-4E5C-B4BD-A32E8CFC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참여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5EAB11-83CF-4A7C-B2F1-54AD6557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9534352-8341-4EAC-93BC-D29E554513AA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2B65E3F-A832-4A68-BE7F-037873C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D3CDFAE0-E540-4699-8A9C-FEED757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285AB4F-B9BC-429B-81C5-CC38382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후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884ECD1-CBDD-412B-9E6E-2880938D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62782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23EE9F7-C6DC-44F4-8432-1B90EF35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9EFF053-7E8D-4C1F-923F-2D4E02E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홍보 채널과 콘텐츠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523B63D-2315-46F2-9E92-2DD4609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대상과 채널의 특성에 맞춰 메시지와 참여 경로를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F773A12-09B1-4F1A-B4D5-29B91B6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25456D4-1546-4975-A7B5-634BDD4D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FB8727B-8229-44F9-8956-1EF226E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DA2718-A9F3-4B3B-A75D-26AA1A34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2411B9B-4FC4-4429-8016-D40F70B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7F7D79C-8A83-4577-9E1A-0A480DB3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0B445E-1A43-4BA7-A73C-9FA6AE6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기관 채널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DA15B8E-B2DF-4936-B442-881CAC2A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862DF9-2DD7-40EE-A4C6-E3B87D6C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4CCC6CB-7083-4A45-AB0D-E0919AA4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1B83BA7-54A0-4F90-B347-7F2743B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참여 커뮤니티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34D234C-86DE-4D73-87AF-027C9C42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3D50910-39A1-4165-94FA-D463534B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5575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E02D5F7B-8846-47FB-9559-19A95ED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35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62B3D2E-A018-4F6C-9D4F-517E1219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6675"/>
            <a:ext cx="335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현장·후속 콘텐츠</a:t>
            </a:r>
          </a:p>
        </p:txBody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9754E26-5485-4CFF-95F1-0765C6FF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5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133702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42731BD-7181-4050-9ABB-11753234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76AC9A8-5A77-4B2C-8878-19FCDAC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현장 인력과 책임 분담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E48FE0-A5F3-4657-A1F0-A4F8F82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실명·인원은 배치 자료를 확인한 뒤 반영합니다.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5F60B50-4393-43AA-90D3-9BF8081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C68A04C-B722-4ACC-832E-92333DF7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9ADE8181-DB4B-485D-9AD3-F0519C9A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F9BDA5-E42F-40B0-BC42-F729331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9DEBD-50FF-40AD-ABA8-98858ACF119D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책임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연결할 업무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총괄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무대·기술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접수·안내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기록·정산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570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32EDCFB-460C-40FA-AF34-AA786C7D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4088304-BF21-48EE-A6E1-B41092F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제작·리허설·현장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C63FF44-5548-4D8F-B2F5-BD44EABD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일정은 가상 운영 단계이며 실제 마감과 승인 시점을 먼저 확인합니다.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DB5CCD00-5CF7-4525-ADBA-DB9ECDE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E95473-31DC-4704-8D73-E5E08919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7339D01-5A15-4CF0-8751-5788A0C5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00803FD-CAD4-41F5-AE1D-31AAAD5F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DF87CE-692E-4ECF-80EA-FD6CD65D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사전 제작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F3729C1-DEC4-403F-B3ED-CB9EE91C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F2D7486-716A-48B0-B5A5-29542B5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885ECA9-2397-4C67-9C32-35B3C9F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9AFEE59-259C-42EE-85AA-2AA57DB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리허설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4AE9F8F-8D0A-4640-B6D9-87A83C66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FD60422-B001-456C-947E-E5B04A23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E73FDC5-02EF-48E3-B0E3-4B4FE02B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3B89F8F-A8B8-4509-ABFE-AD7C82A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현장 운영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3D9D511-7AE9-47B2-BAB3-A1E0CE89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198883D-DF0C-4660-9722-276CA20B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218518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C4A5649-6E6B-4911-AF05-5161D17D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6CDF0BA-F112-4E01-9983-D1150E3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혼잡·시설·비상 상황 대응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EDAEC95-69ED-4D57-80B0-9E83CCE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현장 조건과 원문 기준에 맞춰 안전 계획을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039E2BD-9265-4B8D-9FB3-0CA33DC6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692F307-66E0-4300-B4CB-929B7FA0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21B35F8-6065-4EEB-94AA-C01E3B8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0812945-6981-44E9-88C2-1E4CCCD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C0082-063A-4D88-9412-AE7A2C7FBDD7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준비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판단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입장 혼잡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시설·기상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응급 상황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028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54F24DE-0C28-42B2-8BAC-1F45300F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F2D55D1-6D98-42FA-B52D-95027C18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프로그램 변경과 대체 운영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027FC4-4ED9-45A9-AB95-A5495921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중요한 변경은 운영 총괄과 발주처의 판단·기록을 거칩니다.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1FD12B5-87CE-47F5-A733-D6BA817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4F8F380-C93C-4ACF-BC04-500B900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66B456E-FE53-4C6C-98C0-6D99DB9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FDA6E65-676F-4A08-BC0E-194D293B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0D384EE-176A-405F-A6BA-0C39D01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2F22A33-0ADD-443E-B40F-001D4D2B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DF3B121-653F-4286-B916-0239CFD2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상황 확인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42D3433-7D42-4CE6-9A82-BA3BC4E6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9C80DD7A-0D28-488A-BA4A-DF80554490AC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EC93FE9-56C0-4265-9D35-0BD2A2A6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7DA24A6-1DEF-411D-A336-C65659BD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3F4141-A468-4CEC-A923-DAC3F121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영향 검토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1A992CF-7713-4C03-990E-A89FD43F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A981551-A382-4169-82C3-7701CD96C6D1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42CDD74-9F52-43B5-A2C9-B8BEED67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88BAE68-E7AD-41DF-B9DC-A143EC3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36C77E-232B-422D-83A2-9BF3D85B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대체안 협의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F404064-5ED8-4021-A6C6-9459AF41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2B7A3A98-7F53-4DDC-9BB9-7FFD9B565864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54A0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ECD39D6-6905-4EF9-819D-DAC1BE8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38C5975-0323-42C5-AD19-982C551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9525">
            <a:solidFill>
              <a:srgbClr val="7754A0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8CA118B-F88F-49B1-803A-109C97B5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안내·실행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0A7A436-06E1-48D7-BFC1-BDAEA86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885024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CA187E1-43D6-49F1-8780-EC0D3527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8138DEE-9C01-466F-8BA1-4FC7258D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성과 측정과 결과 보고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8ED340F-779A-4DAB-8ECC-2DFED9A8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결과 수치를 미리 만들지 않고 수집 방식과 검토 기준을 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3F56C6D-4FEF-4830-A684-FE8200E6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4B84C61-99CA-4D14-8DEC-60830A05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FBE131C-706B-4996-8D37-7DE076A8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72C12CC-5C51-46C5-A1D0-9220B7F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2B0C3-6913-4A03-B65D-652E93FD9849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항목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기록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 내용</a:t>
                      </a:r>
                    </a:p>
                  </a:txBody>
                  <a:tcPr marL="142875" marR="142875" marT="114300" marB="95250" anchor="ctr">
                    <a:solidFill>
                      <a:srgbClr val="352C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 흐름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반응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9F7FC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결과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52C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AE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45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95AF161-FEE3-49B5-B724-5CCE9337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4E2AD48-AAA8-4B23-8DDD-2A69C01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행사 산출물과 사용 범위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5E30F61-7C1F-46E0-A24E-EA9610A7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제작물·현장 기록·비용 근거를 제출 조건에 맞춰 인계합니다.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ADED8166-01D1-47EE-B549-EEEFF9F6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4A0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9886039-87EB-4DB8-AC54-718AE3B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BFFB1E75-540B-4DF0-AECA-4E962BE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1B5D5BC-6765-4676-8281-F34976C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218C589-B79D-4FDB-BF8C-2909668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기획·제작물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CFA9E68-6EBA-4C62-86B0-37102E9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BF5AFCD-11E8-4BB8-ACD3-95F6FEFB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현장 기록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3286EF0-CA30-415C-8BE8-192D65E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5EF497D-7A39-4CE8-BC94-35ACD8D1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결과·정산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BF57F8C-CE96-47EF-8283-3A1E092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614E41BC-6D95-414B-897C-FAAB9DC3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5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1BDC12F9-A6F9-4D2A-B219-E4BF439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52C47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6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A8CDDE05-4C9F-4FFB-9DF8-CAE8CD72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754A0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20478659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52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AC2B0D2-35BF-444A-8D2B-464F270B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참여자의 경험을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현장의 실행으로</a:t>
            </a:r>
          </a:p>
        </p:txBody>
      </p:sp>
      <p:sp>
        <p:nvSpPr>
          <p:cNvPr id="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BA9230-4A7F-4960-9AF0-4B1D9CB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1041080-6EFA-43EA-8FEE-F6E626B4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행사·홍보 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857CDC7-E153-49E8-BAD9-15ECD0CC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44571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2026-10-14T01:26:47.6840000Z</dcterms:created>
  <dcterms:modified xsi:type="dcterms:W3CDTF">2026-10-14T01:26:47.6840000Z</dcterms:modified>
</coreProperties>
</file>