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baaba0dc494d0d" /><Relationship Type="http://schemas.openxmlformats.org/officeDocument/2006/relationships/extended-properties" Target="/docProps/app.xml" Id="R2841ee60d8cf4f9c" /><Relationship Type="http://schemas.openxmlformats.org/officeDocument/2006/relationships/officeDocument" Target="/ppt/presentation.xml" Id="Ra47e4f73c53649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d62a8d7ce44faf"/>
  </p:sldMasterIdLst>
  <p:notesMasterIdLst>
    <p:notesMasterId xmlns:r="http://schemas.openxmlformats.org/officeDocument/2006/relationships" r:id="Rdd931ebb77e249e8"/>
  </p:notesMasterIdLst>
  <p:sldIdLst>
    <p:sldId xmlns:r="http://schemas.openxmlformats.org/officeDocument/2006/relationships" id="256" r:id="R2226f812560e4303"/>
    <p:sldId xmlns:r="http://schemas.openxmlformats.org/officeDocument/2006/relationships" id="257" r:id="R34c04c8929ec4b41"/>
    <p:sldId xmlns:r="http://schemas.openxmlformats.org/officeDocument/2006/relationships" id="258" r:id="R8735b633dd80433a"/>
    <p:sldId xmlns:r="http://schemas.openxmlformats.org/officeDocument/2006/relationships" id="259" r:id="R9f33b23b73174c47"/>
    <p:sldId xmlns:r="http://schemas.openxmlformats.org/officeDocument/2006/relationships" id="260" r:id="R3e6ebf191cd74f3c"/>
    <p:sldId xmlns:r="http://schemas.openxmlformats.org/officeDocument/2006/relationships" id="261" r:id="Re67d682cd624421e"/>
    <p:sldId xmlns:r="http://schemas.openxmlformats.org/officeDocument/2006/relationships" id="262" r:id="R29a784c6b59147d7"/>
    <p:sldId xmlns:r="http://schemas.openxmlformats.org/officeDocument/2006/relationships" id="263" r:id="R4a60edaabb3a4fa6"/>
    <p:sldId xmlns:r="http://schemas.openxmlformats.org/officeDocument/2006/relationships" id="264" r:id="R91c44f5c22e64712"/>
    <p:sldId xmlns:r="http://schemas.openxmlformats.org/officeDocument/2006/relationships" id="265" r:id="Reeb1866e50ae43b4"/>
    <p:sldId xmlns:r="http://schemas.openxmlformats.org/officeDocument/2006/relationships" id="266" r:id="R1a387df0818e4591"/>
    <p:sldId xmlns:r="http://schemas.openxmlformats.org/officeDocument/2006/relationships" id="267" r:id="R1942a57f1fd34629"/>
    <p:sldId xmlns:r="http://schemas.openxmlformats.org/officeDocument/2006/relationships" id="268" r:id="R4a59c71a22354f31"/>
    <p:sldId xmlns:r="http://schemas.openxmlformats.org/officeDocument/2006/relationships" id="269" r:id="R9899747c64194ac6"/>
    <p:sldId xmlns:r="http://schemas.openxmlformats.org/officeDocument/2006/relationships" id="270" r:id="R1a74e9726297458c"/>
    <p:sldId xmlns:r="http://schemas.openxmlformats.org/officeDocument/2006/relationships" id="271" r:id="R0d78640f43134181"/>
    <p:sldId xmlns:r="http://schemas.openxmlformats.org/officeDocument/2006/relationships" id="272" r:id="Raf9f7132008d4ba6"/>
    <p:sldId xmlns:r="http://schemas.openxmlformats.org/officeDocument/2006/relationships" id="273" r:id="Reec2a8f3fb6444e0"/>
    <p:sldId xmlns:r="http://schemas.openxmlformats.org/officeDocument/2006/relationships" id="274" r:id="R7a3fb6aee9194ee3"/>
    <p:sldId xmlns:r="http://schemas.openxmlformats.org/officeDocument/2006/relationships" id="275" r:id="R1be2c122de534e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b641f288694fa4" /><Relationship Type="http://schemas.openxmlformats.org/officeDocument/2006/relationships/slideMaster" Target="/ppt/slideMasters/slideMaster1.xml" Id="R3dd62a8d7ce44faf" /><Relationship Type="http://schemas.openxmlformats.org/officeDocument/2006/relationships/notesMaster" Target="/ppt/notesMasters/notesMaster1.xml" Id="Rdd931ebb77e249e8" /><Relationship Type="http://schemas.openxmlformats.org/officeDocument/2006/relationships/presProps" Target="/ppt/presProps.xml" Id="R118f272ddde4477e" /><Relationship Type="http://schemas.openxmlformats.org/officeDocument/2006/relationships/tableStyles" Target="/ppt/tableStyles.xml" Id="R7688635cfac64488" /><Relationship Type="http://schemas.openxmlformats.org/officeDocument/2006/relationships/slide" Target="/ppt/slides/slide1.xml" Id="R2226f812560e4303" /><Relationship Type="http://schemas.openxmlformats.org/officeDocument/2006/relationships/slide" Target="/ppt/slides/slide2.xml" Id="R34c04c8929ec4b41" /><Relationship Type="http://schemas.openxmlformats.org/officeDocument/2006/relationships/slide" Target="/ppt/slides/slide3.xml" Id="R8735b633dd80433a" /><Relationship Type="http://schemas.openxmlformats.org/officeDocument/2006/relationships/slide" Target="/ppt/slides/slide4.xml" Id="R9f33b23b73174c47" /><Relationship Type="http://schemas.openxmlformats.org/officeDocument/2006/relationships/slide" Target="/ppt/slides/slide5.xml" Id="R3e6ebf191cd74f3c" /><Relationship Type="http://schemas.openxmlformats.org/officeDocument/2006/relationships/slide" Target="/ppt/slides/slide6.xml" Id="Re67d682cd624421e" /><Relationship Type="http://schemas.openxmlformats.org/officeDocument/2006/relationships/slide" Target="/ppt/slides/slide7.xml" Id="R29a784c6b59147d7" /><Relationship Type="http://schemas.openxmlformats.org/officeDocument/2006/relationships/slide" Target="/ppt/slides/slide8.xml" Id="R4a60edaabb3a4fa6" /><Relationship Type="http://schemas.openxmlformats.org/officeDocument/2006/relationships/slide" Target="/ppt/slides/slide9.xml" Id="R91c44f5c22e64712" /><Relationship Type="http://schemas.openxmlformats.org/officeDocument/2006/relationships/slide" Target="/ppt/slides/slide10.xml" Id="Reeb1866e50ae43b4" /><Relationship Type="http://schemas.openxmlformats.org/officeDocument/2006/relationships/slide" Target="/ppt/slides/slide11.xml" Id="R1a387df0818e4591" /><Relationship Type="http://schemas.openxmlformats.org/officeDocument/2006/relationships/slide" Target="/ppt/slides/slide12.xml" Id="R1942a57f1fd34629" /><Relationship Type="http://schemas.openxmlformats.org/officeDocument/2006/relationships/slide" Target="/ppt/slides/slide13.xml" Id="R4a59c71a22354f31" /><Relationship Type="http://schemas.openxmlformats.org/officeDocument/2006/relationships/slide" Target="/ppt/slides/slide14.xml" Id="R9899747c64194ac6" /><Relationship Type="http://schemas.openxmlformats.org/officeDocument/2006/relationships/slide" Target="/ppt/slides/slide15.xml" Id="R1a74e9726297458c" /><Relationship Type="http://schemas.openxmlformats.org/officeDocument/2006/relationships/slide" Target="/ppt/slides/slide16.xml" Id="R0d78640f43134181" /><Relationship Type="http://schemas.openxmlformats.org/officeDocument/2006/relationships/slide" Target="/ppt/slides/slide17.xml" Id="Raf9f7132008d4ba6" /><Relationship Type="http://schemas.openxmlformats.org/officeDocument/2006/relationships/slide" Target="/ppt/slides/slide18.xml" Id="Reec2a8f3fb6444e0" /><Relationship Type="http://schemas.openxmlformats.org/officeDocument/2006/relationships/slide" Target="/ppt/slides/slide19.xml" Id="R7a3fb6aee9194ee3" /><Relationship Type="http://schemas.openxmlformats.org/officeDocument/2006/relationships/slide" Target="/ppt/slides/slide20.xml" Id="R1be2c122de534e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de7eea5e2142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6ef96271f24286" /><Relationship Type="http://schemas.openxmlformats.org/officeDocument/2006/relationships/notesMaster" Target="/ppt/notesMasters/notesMaster1.xml" Id="Rbaa802e7ae0047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e4311f71e94dd8" /><Relationship Type="http://schemas.openxmlformats.org/officeDocument/2006/relationships/notesMaster" Target="/ppt/notesMasters/notesMaster1.xml" Id="Rcf9c961ab1fe42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c1a999e4fb4dd6" /><Relationship Type="http://schemas.openxmlformats.org/officeDocument/2006/relationships/notesMaster" Target="/ppt/notesMasters/notesMaster1.xml" Id="R4b3975f5ef5d45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d4fe5743a54073" /><Relationship Type="http://schemas.openxmlformats.org/officeDocument/2006/relationships/notesMaster" Target="/ppt/notesMasters/notesMaster1.xml" Id="Rbd10b0a16e8d46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0dd0f72b444145" /><Relationship Type="http://schemas.openxmlformats.org/officeDocument/2006/relationships/notesMaster" Target="/ppt/notesMasters/notesMaster1.xml" Id="R9d5c71c8215842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bcf80879b34112" /><Relationship Type="http://schemas.openxmlformats.org/officeDocument/2006/relationships/notesMaster" Target="/ppt/notesMasters/notesMaster1.xml" Id="R1b51a947c66143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01dc0f56c2462f" /><Relationship Type="http://schemas.openxmlformats.org/officeDocument/2006/relationships/notesMaster" Target="/ppt/notesMasters/notesMaster1.xml" Id="R8f895e88e23e4a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6ddbfc1f0b4ca4" /><Relationship Type="http://schemas.openxmlformats.org/officeDocument/2006/relationships/notesMaster" Target="/ppt/notesMasters/notesMaster1.xml" Id="R0d32dddc228e40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e9ab27f10840f5" /><Relationship Type="http://schemas.openxmlformats.org/officeDocument/2006/relationships/notesMaster" Target="/ppt/notesMasters/notesMaster1.xml" Id="R9c1af0013bc949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6fc96b83564384" /><Relationship Type="http://schemas.openxmlformats.org/officeDocument/2006/relationships/notesMaster" Target="/ppt/notesMasters/notesMaster1.xml" Id="R78634ec6e73543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4f6f83bb72413f" /><Relationship Type="http://schemas.openxmlformats.org/officeDocument/2006/relationships/notesMaster" Target="/ppt/notesMasters/notesMaster1.xml" Id="R13055a6163b441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fc702e84a64333" /><Relationship Type="http://schemas.openxmlformats.org/officeDocument/2006/relationships/notesMaster" Target="/ppt/notesMasters/notesMaster1.xml" Id="R569241e9236b45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d440e43c4c49ba" /><Relationship Type="http://schemas.openxmlformats.org/officeDocument/2006/relationships/notesMaster" Target="/ppt/notesMasters/notesMaster1.xml" Id="Rc50b0e6ef78f43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dd3a4e24994235" /><Relationship Type="http://schemas.openxmlformats.org/officeDocument/2006/relationships/notesMaster" Target="/ppt/notesMasters/notesMaster1.xml" Id="R206c38268b434f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653e673c604847" /><Relationship Type="http://schemas.openxmlformats.org/officeDocument/2006/relationships/notesMaster" Target="/ppt/notesMasters/notesMaster1.xml" Id="R1927799d0ef44f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cad19e20184e1a" /><Relationship Type="http://schemas.openxmlformats.org/officeDocument/2006/relationships/notesMaster" Target="/ppt/notesMasters/notesMaster1.xml" Id="R20d6963eab0f46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1dd88fb9184a44" /><Relationship Type="http://schemas.openxmlformats.org/officeDocument/2006/relationships/notesMaster" Target="/ppt/notesMasters/notesMaster1.xml" Id="Rbb25afe5c90b43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dca0329a0448fa" /><Relationship Type="http://schemas.openxmlformats.org/officeDocument/2006/relationships/notesMaster" Target="/ppt/notesMasters/notesMaster1.xml" Id="R202dc0b0c4a043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b1b14c6a794471" /><Relationship Type="http://schemas.openxmlformats.org/officeDocument/2006/relationships/notesMaster" Target="/ppt/notesMasters/notesMaster1.xml" Id="Rebfefca880404d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00b0b7b77643ea" /><Relationship Type="http://schemas.openxmlformats.org/officeDocument/2006/relationships/notesMaster" Target="/ppt/notesMasters/notesMaster1.xml" Id="R688e356576d941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벤처 코럴.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4d1281b9246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609a13694c423a" /><Relationship Type="http://schemas.openxmlformats.org/officeDocument/2006/relationships/slideLayout" Target="/ppt/slideLayouts/slideLayout1.xml" Id="R0254c2f100eb48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54c2f100eb48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22ae2cade4883" /><Relationship Type="http://schemas.openxmlformats.org/officeDocument/2006/relationships/notesSlide" Target="/ppt/notesSlides/notesSlide1.xml" Id="R0ec0b4e46aaa49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1fcaba4cd4133" /><Relationship Type="http://schemas.openxmlformats.org/officeDocument/2006/relationships/notesSlide" Target="/ppt/notesSlides/notesSlide2.xml" Id="R0ea2f0f86fa440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c6609c74b4f55" /><Relationship Type="http://schemas.openxmlformats.org/officeDocument/2006/relationships/notesSlide" Target="/ppt/notesSlides/notesSlide3.xml" Id="R5468d54a78d74a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e590eb425444f" /><Relationship Type="http://schemas.openxmlformats.org/officeDocument/2006/relationships/notesSlide" Target="/ppt/notesSlides/notesSlide4.xml" Id="R133fcdac710943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d40815f4c4ebd" /><Relationship Type="http://schemas.openxmlformats.org/officeDocument/2006/relationships/notesSlide" Target="/ppt/notesSlides/notesSlide5.xml" Id="Rf5ad3bc3837542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d428bb9dd4f10" /><Relationship Type="http://schemas.openxmlformats.org/officeDocument/2006/relationships/notesSlide" Target="/ppt/notesSlides/notesSlide6.xml" Id="R55a9e1003f4440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7cb8c7c2546b8" /><Relationship Type="http://schemas.openxmlformats.org/officeDocument/2006/relationships/notesSlide" Target="/ppt/notesSlides/notesSlide7.xml" Id="R267b22de11cc4c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5d9a4c1434df9" /><Relationship Type="http://schemas.openxmlformats.org/officeDocument/2006/relationships/notesSlide" Target="/ppt/notesSlides/notesSlide8.xml" Id="R81f4359748234c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a7254bb9b420f" /><Relationship Type="http://schemas.openxmlformats.org/officeDocument/2006/relationships/notesSlide" Target="/ppt/notesSlides/notesSlide9.xml" Id="R8c81fba0005e4e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2a10d6cc24926" /><Relationship Type="http://schemas.openxmlformats.org/officeDocument/2006/relationships/notesSlide" Target="/ppt/notesSlides/notesSlide10.xml" Id="Ra5f6e8dcae454a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4179cffd8437d" /><Relationship Type="http://schemas.openxmlformats.org/officeDocument/2006/relationships/notesSlide" Target="/ppt/notesSlides/notesSlide11.xml" Id="R2a2accb6600b4c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b2d0af3c24b35" /><Relationship Type="http://schemas.openxmlformats.org/officeDocument/2006/relationships/notesSlide" Target="/ppt/notesSlides/notesSlide12.xml" Id="R2a7c0b4e62ce45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7aa0a84e64ef4" /><Relationship Type="http://schemas.openxmlformats.org/officeDocument/2006/relationships/notesSlide" Target="/ppt/notesSlides/notesSlide13.xml" Id="R94cc193e662e40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8cac298194608" /><Relationship Type="http://schemas.openxmlformats.org/officeDocument/2006/relationships/notesSlide" Target="/ppt/notesSlides/notesSlide14.xml" Id="R7809de98e48047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46bae0e5c4d81" /><Relationship Type="http://schemas.openxmlformats.org/officeDocument/2006/relationships/notesSlide" Target="/ppt/notesSlides/notesSlide15.xml" Id="R9d0e96221de74b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cb02002304b8d" /><Relationship Type="http://schemas.openxmlformats.org/officeDocument/2006/relationships/notesSlide" Target="/ppt/notesSlides/notesSlide16.xml" Id="Rbe9f196339da4a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cc40331bf48e8" /><Relationship Type="http://schemas.openxmlformats.org/officeDocument/2006/relationships/notesSlide" Target="/ppt/notesSlides/notesSlide17.xml" Id="R3edb4484af344a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1637e57dc4988" /><Relationship Type="http://schemas.openxmlformats.org/officeDocument/2006/relationships/notesSlide" Target="/ppt/notesSlides/notesSlide18.xml" Id="Rfee59f162b4041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28d4b87d1400b" /><Relationship Type="http://schemas.openxmlformats.org/officeDocument/2006/relationships/notesSlide" Target="/ppt/notesSlides/notesSlide19.xml" Id="R1565850b1a5247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714fd66ae428a" /><Relationship Type="http://schemas.openxmlformats.org/officeDocument/2006/relationships/notesSlide" Target="/ppt/notesSlides/notesSlide20.xml" Id="R7654b81ad8f643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E3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62FB761-1E10-477F-B49A-A0F30E4B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7382662-A3C9-44F2-8390-CC6F9975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28A6020-A786-4BCD-AB10-F707897C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82122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DF48AA0-74E3-442D-BEC9-FB05DDDF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3BBBE09-D168-458A-9904-D7CF73F7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AAB9B0D-8F04-4863-8AAB-C8A857BD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E2D650E-6F4B-400C-AB22-D7B39188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2035789-542E-406F-97CB-4AA908B7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E53FF2B-1AA0-443F-A1C0-BA8D9CD0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F447299-A9B7-4476-A6A0-CE8F6635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3D55048-004E-47D6-A4FE-C4C732C7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0C239EF-2F7E-410B-AD2B-353051A4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415BFC1-9CD1-4FD7-AEFC-410F661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C9F5BBB-2593-4E45-AED5-88B88D2B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588054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E5911DF8-6D0C-4E68-B22D-D3FABF0E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21F154F-DCAE-4064-B7F9-44C99C9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B5ED720-E536-4883-895A-896F0030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40E4760-1149-4822-A3D7-7472BEFA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FC23F3B-7C33-4961-9D0C-2C655E9D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C496C4A-C083-4540-A768-FB9D65E5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DA37AE6-AF3C-4D5A-9660-2B4F01EC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64FFD08-D14B-46D6-B6AC-6906787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8164AD2-88DA-4C08-869E-13DDF4D6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4DF088E-967F-4D26-9C3C-20C4770B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95743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5295D6FD-4969-42E5-9D4D-7A3CD7B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5A5AEA0-251E-4DCC-9962-B1B8517A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0600F7C-9DDF-44A6-912B-2FF41DE4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5C865DE-EE3C-4C76-B389-E364A958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F355E19-0A47-4128-890E-3F085F88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DE2118E-BDD2-4DBC-97B2-935A2093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D0EA25D-9F67-41B8-886B-7693147A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17483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147D141E-AC62-482F-A3AE-6C6FB6C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A49E602-2E6C-41E3-AF2D-B45F71CA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5E3DD39-4B05-4049-AFAD-ECBE0CD1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A1EF703-6199-499F-9763-BD32183E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B08F252-A489-4AEE-B898-DFFD7E68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363AECE-0E75-4541-8266-B986789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AB0E9E6-1939-4E71-B3D2-36744964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0D61EA3-DABB-4BC5-80AF-7EEC99F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1239F1C-AD9C-4A9A-8B66-C01EF043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12990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864AE87-527E-4B0E-9041-2ACA51EE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4E4CE45-54DD-457D-92ED-08AB008C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53ECA3D-9A13-4B89-BEDC-20A02502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463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CB88F8DA-E482-429A-A6B1-9FFE9B5C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26FBE1D-0C79-41ED-A1A1-F9C5A815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9D4DE16-B365-46DF-BA7C-653932D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279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1D95BED6-6FE9-4516-B380-334C0B55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E82B136-1CC6-4228-BB0D-4323CECA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CC40CC0-4994-4C2A-8574-DBE82BF4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558512E-1A82-4B23-A58E-351F3533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7AA0180-280B-4A63-83AC-730A218A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79203F7-06C9-4481-85C8-9475C129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ADF9646-68A2-46E4-B3C5-D6A71FE7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FEB63FD-0639-4AFF-BD0C-FB19B74B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A69B9FC-2FBD-4F1E-AAC1-1CBB0A33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113835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B3694E77-9100-4F5D-A70B-238B003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DA59F23-2087-4C6C-87FB-4E1C6AAA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2E026C0-F273-43ED-A2E5-7745E629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F586E9D-E15F-46AC-9E84-20855617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DF58915-D9FC-41B9-A834-B288EB64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3719360-C564-4CDD-AF33-679D35F2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39466EC-7054-4788-9143-43D358A4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86DF45E-6ABB-4029-80B9-F6DB65B8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6DD46EA-65C6-4481-99D2-239A8710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BAE003C-F188-4EA3-9888-8C9ABF88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DFD66E3-2DEB-4C2A-9C5F-9AC5B24F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6B0BBB9A-7DCB-4F48-86A8-F5819EB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AB7A13C-096A-4484-88F6-7D2E6030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1EAACCB1-4360-44A3-A6D7-29837717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0BB165C4-6FC4-4AA6-976B-0C78842E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01825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CD3F8EE0-DD73-4CF6-B647-86B22BE8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D3F493C-08D3-4482-BCF3-2F2C7F76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3ACC21D-F4FE-4632-8DCB-44DDC87B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959C083-4798-42CF-94AB-0BFAD4D6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4F6F115-5732-4F3F-ADFD-52825D6F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24F0968-9115-4588-8020-D786B22E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D04BFF1-D2EB-4382-BE84-17D1F003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998524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583148B5-98E7-4E9A-9486-3C0B6225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C9EE2A2-B926-43B2-9E90-0BB79210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4D05B14-919D-414E-AD90-12C5C920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123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A0B5FF9-5119-4E42-8333-F2492F86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3F09C61-DCD6-49E5-A9EE-EF75A6A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5FBC424-25D1-4470-A239-038886F2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2151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0BA34F7E-3D5C-4B0A-893C-B68386B9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197C988-7B31-4202-9839-B43ACA36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4ED9476-4603-4263-9B2C-9A5465B2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7A6A829-988E-4FA0-87F7-74BDDA00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64EEFB0-6D38-48C0-9C7E-165F1CD0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BE43432-D179-4509-BB04-D87EF3D5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6AE7A39-D8C6-4B01-A29A-ADD9114C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DA8C5F3-DC80-4A36-8DF8-B63DA554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4D293DC-3BAB-4E88-9B0A-2863E94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3D38EF4-2EC4-411A-B640-0E4608C4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24F3D9E9-5C92-4F6E-9532-BAA0F69D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E5D0FABE-CDE0-49FD-B02D-EB7E46B5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13B48F7-9D76-45DF-BD8D-B29700D9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A74C237A-2944-45C3-AB05-4D7BD6C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3244D892-3524-4435-923D-A6D121AF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725096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F45F5E91-6BED-4897-8551-3E564CA1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32645A6-1621-47C0-9839-A14ADA17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E49D8C1-216F-4FCA-9E2E-55FC9BB3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D8501CD-15A2-49EB-B24D-F2C61498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611CD87-5B7E-4387-A39B-6FE3A11B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4902E96-0747-45E0-81D8-1ADF17B9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79BEC32-8048-4937-A84E-21900347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B568614-7FC0-410B-9AC8-27AC8607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99362BB-C616-4DD2-A3B0-B0801707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267676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2C6419EA-DA00-444D-9B45-309933BA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890F70D-BD2C-4993-8519-C6E40C75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27A59F4-A3A8-4D08-997C-70DCDB19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0330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B12F34D9-3853-4FAD-85A9-7B7985C9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54C91AC-4488-4928-BFCC-D88D5BE0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78C6051-FAB8-4C96-86E6-2CF1BF9E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E30858F-238D-4AFC-A96A-DB748463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E7D7EF2-0FC6-4180-9AFE-7F1D15D4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5FD2664-D169-4529-90F9-184A14B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F39B72B-E9C7-4F2B-BAB7-2294796A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418252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233A817-533C-48F8-A704-993014C3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908032B-581C-44C6-8975-EA1361C1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48078FF-36EA-41D5-B90A-68A71B53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7536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4127E7D9-5C1E-4DF3-92CB-47E26C7D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9921839-1F1C-4EC6-AF13-F573FCAE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49C9697-C20B-4D4E-941C-B85A1D50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9083B72-E58F-4A17-8B86-6C88C780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881BF67-7E9F-47D3-8A05-72B27E72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4338F5F-DB24-4C63-941D-975B11E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896CA7B-2C73-4CA1-B7F2-7F88597B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533099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8A6BF70-4680-4037-8EC1-7F6353F1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E302B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A171A2C-C75C-45C4-9C03-62BBD524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8B1045E-62A0-43E7-9F7D-DB4196E7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6503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B650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E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E3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8359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4E3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31A40BB-49D2-433F-985D-90991204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76D80A15-B47A-4B69-A986-5F8CB00D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B452FF8-CB99-4CED-9FB6-972EBDA7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D8E2E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04571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2026-09-25T07:47:01.0700000Z</dcterms:created>
  <dcterms:modified xsi:type="dcterms:W3CDTF">2026-09-25T07:47:01.0700000Z</dcterms:modified>
</coreProperties>
</file>