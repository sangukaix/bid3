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a2d235a05bb48ea" /><Relationship Type="http://schemas.openxmlformats.org/officeDocument/2006/relationships/extended-properties" Target="/docProps/app.xml" Id="Rf19d6c245a334769" /><Relationship Type="http://schemas.openxmlformats.org/officeDocument/2006/relationships/officeDocument" Target="/ppt/presentation.xml" Id="R1040e0bc9b8c4e2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e00dd5a9f744cf2"/>
  </p:sldMasterIdLst>
  <p:notesMasterIdLst>
    <p:notesMasterId xmlns:r="http://schemas.openxmlformats.org/officeDocument/2006/relationships" r:id="R9d71f6f252ce49b1"/>
  </p:notesMasterIdLst>
  <p:sldIdLst>
    <p:sldId xmlns:r="http://schemas.openxmlformats.org/officeDocument/2006/relationships" id="256" r:id="R713f4ae031124bad"/>
    <p:sldId xmlns:r="http://schemas.openxmlformats.org/officeDocument/2006/relationships" id="257" r:id="Rb3931c4149524be4"/>
    <p:sldId xmlns:r="http://schemas.openxmlformats.org/officeDocument/2006/relationships" id="258" r:id="R7e96704cbd4449b5"/>
    <p:sldId xmlns:r="http://schemas.openxmlformats.org/officeDocument/2006/relationships" id="259" r:id="Re81d271a173f48ef"/>
    <p:sldId xmlns:r="http://schemas.openxmlformats.org/officeDocument/2006/relationships" id="260" r:id="R867993c3462d4dd1"/>
    <p:sldId xmlns:r="http://schemas.openxmlformats.org/officeDocument/2006/relationships" id="261" r:id="R875d9c01d5ba43af"/>
    <p:sldId xmlns:r="http://schemas.openxmlformats.org/officeDocument/2006/relationships" id="262" r:id="Rf6cc45b1e2474f61"/>
    <p:sldId xmlns:r="http://schemas.openxmlformats.org/officeDocument/2006/relationships" id="263" r:id="R601bbd2d99204e48"/>
    <p:sldId xmlns:r="http://schemas.openxmlformats.org/officeDocument/2006/relationships" id="264" r:id="Rbd826e1498b74857"/>
    <p:sldId xmlns:r="http://schemas.openxmlformats.org/officeDocument/2006/relationships" id="265" r:id="R50b0451a25fd423a"/>
    <p:sldId xmlns:r="http://schemas.openxmlformats.org/officeDocument/2006/relationships" id="266" r:id="R5062d20618194389"/>
    <p:sldId xmlns:r="http://schemas.openxmlformats.org/officeDocument/2006/relationships" id="267" r:id="R689d0fca83ff45ae"/>
    <p:sldId xmlns:r="http://schemas.openxmlformats.org/officeDocument/2006/relationships" id="268" r:id="R4c64b275ee8b4cc2"/>
    <p:sldId xmlns:r="http://schemas.openxmlformats.org/officeDocument/2006/relationships" id="269" r:id="Rb7abc4473e1c461f"/>
    <p:sldId xmlns:r="http://schemas.openxmlformats.org/officeDocument/2006/relationships" id="270" r:id="R0655a86b3e6f47d0"/>
    <p:sldId xmlns:r="http://schemas.openxmlformats.org/officeDocument/2006/relationships" id="271" r:id="Re32bfe21a15d47a0"/>
    <p:sldId xmlns:r="http://schemas.openxmlformats.org/officeDocument/2006/relationships" id="272" r:id="Rac2e39dc3ccf45d9"/>
    <p:sldId xmlns:r="http://schemas.openxmlformats.org/officeDocument/2006/relationships" id="273" r:id="R95acd7e1660c4403"/>
    <p:sldId xmlns:r="http://schemas.openxmlformats.org/officeDocument/2006/relationships" id="274" r:id="R3ee7d06afa3a4b9d"/>
    <p:sldId xmlns:r="http://schemas.openxmlformats.org/officeDocument/2006/relationships" id="275" r:id="R76da549c190b476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3b29503a3324895" /><Relationship Type="http://schemas.openxmlformats.org/officeDocument/2006/relationships/slideMaster" Target="/ppt/slideMasters/slideMaster1.xml" Id="R6e00dd5a9f744cf2" /><Relationship Type="http://schemas.openxmlformats.org/officeDocument/2006/relationships/notesMaster" Target="/ppt/notesMasters/notesMaster1.xml" Id="R9d71f6f252ce49b1" /><Relationship Type="http://schemas.openxmlformats.org/officeDocument/2006/relationships/presProps" Target="/ppt/presProps.xml" Id="R40b5d56514c64909" /><Relationship Type="http://schemas.openxmlformats.org/officeDocument/2006/relationships/tableStyles" Target="/ppt/tableStyles.xml" Id="R24d58d4b92c44924" /><Relationship Type="http://schemas.openxmlformats.org/officeDocument/2006/relationships/slide" Target="/ppt/slides/slide1.xml" Id="R713f4ae031124bad" /><Relationship Type="http://schemas.openxmlformats.org/officeDocument/2006/relationships/slide" Target="/ppt/slides/slide2.xml" Id="Rb3931c4149524be4" /><Relationship Type="http://schemas.openxmlformats.org/officeDocument/2006/relationships/slide" Target="/ppt/slides/slide3.xml" Id="R7e96704cbd4449b5" /><Relationship Type="http://schemas.openxmlformats.org/officeDocument/2006/relationships/slide" Target="/ppt/slides/slide4.xml" Id="Re81d271a173f48ef" /><Relationship Type="http://schemas.openxmlformats.org/officeDocument/2006/relationships/slide" Target="/ppt/slides/slide5.xml" Id="R867993c3462d4dd1" /><Relationship Type="http://schemas.openxmlformats.org/officeDocument/2006/relationships/slide" Target="/ppt/slides/slide6.xml" Id="R875d9c01d5ba43af" /><Relationship Type="http://schemas.openxmlformats.org/officeDocument/2006/relationships/slide" Target="/ppt/slides/slide7.xml" Id="Rf6cc45b1e2474f61" /><Relationship Type="http://schemas.openxmlformats.org/officeDocument/2006/relationships/slide" Target="/ppt/slides/slide8.xml" Id="R601bbd2d99204e48" /><Relationship Type="http://schemas.openxmlformats.org/officeDocument/2006/relationships/slide" Target="/ppt/slides/slide9.xml" Id="Rbd826e1498b74857" /><Relationship Type="http://schemas.openxmlformats.org/officeDocument/2006/relationships/slide" Target="/ppt/slides/slide10.xml" Id="R50b0451a25fd423a" /><Relationship Type="http://schemas.openxmlformats.org/officeDocument/2006/relationships/slide" Target="/ppt/slides/slide11.xml" Id="R5062d20618194389" /><Relationship Type="http://schemas.openxmlformats.org/officeDocument/2006/relationships/slide" Target="/ppt/slides/slide12.xml" Id="R689d0fca83ff45ae" /><Relationship Type="http://schemas.openxmlformats.org/officeDocument/2006/relationships/slide" Target="/ppt/slides/slide13.xml" Id="R4c64b275ee8b4cc2" /><Relationship Type="http://schemas.openxmlformats.org/officeDocument/2006/relationships/slide" Target="/ppt/slides/slide14.xml" Id="Rb7abc4473e1c461f" /><Relationship Type="http://schemas.openxmlformats.org/officeDocument/2006/relationships/slide" Target="/ppt/slides/slide15.xml" Id="R0655a86b3e6f47d0" /><Relationship Type="http://schemas.openxmlformats.org/officeDocument/2006/relationships/slide" Target="/ppt/slides/slide16.xml" Id="Re32bfe21a15d47a0" /><Relationship Type="http://schemas.openxmlformats.org/officeDocument/2006/relationships/slide" Target="/ppt/slides/slide17.xml" Id="Rac2e39dc3ccf45d9" /><Relationship Type="http://schemas.openxmlformats.org/officeDocument/2006/relationships/slide" Target="/ppt/slides/slide18.xml" Id="R95acd7e1660c4403" /><Relationship Type="http://schemas.openxmlformats.org/officeDocument/2006/relationships/slide" Target="/ppt/slides/slide19.xml" Id="R3ee7d06afa3a4b9d" /><Relationship Type="http://schemas.openxmlformats.org/officeDocument/2006/relationships/slide" Target="/ppt/slides/slide20.xml" Id="R76da549c190b476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60018d8f70c46f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46a1f867ab143ab" /><Relationship Type="http://schemas.openxmlformats.org/officeDocument/2006/relationships/notesMaster" Target="/ppt/notesMasters/notesMaster1.xml" Id="Rb513793d0cfe49f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900e420214944c4" /><Relationship Type="http://schemas.openxmlformats.org/officeDocument/2006/relationships/notesMaster" Target="/ppt/notesMasters/notesMaster1.xml" Id="Rc276524d4b354f5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89a42bdb7204628" /><Relationship Type="http://schemas.openxmlformats.org/officeDocument/2006/relationships/notesMaster" Target="/ppt/notesMasters/notesMaster1.xml" Id="Rfc57a18ba895473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a3fd200c0ef48a2" /><Relationship Type="http://schemas.openxmlformats.org/officeDocument/2006/relationships/notesMaster" Target="/ppt/notesMasters/notesMaster1.xml" Id="R8722a9dc67aa40b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ec2b2fa70d44e7e" /><Relationship Type="http://schemas.openxmlformats.org/officeDocument/2006/relationships/notesMaster" Target="/ppt/notesMasters/notesMaster1.xml" Id="R11d0c4511cc1422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86ee57735774f32" /><Relationship Type="http://schemas.openxmlformats.org/officeDocument/2006/relationships/notesMaster" Target="/ppt/notesMasters/notesMaster1.xml" Id="R9f138b8dc25c49e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403f6284ca94fd9" /><Relationship Type="http://schemas.openxmlformats.org/officeDocument/2006/relationships/notesMaster" Target="/ppt/notesMasters/notesMaster1.xml" Id="R44b5b959c52348f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c4631554a6446d6" /><Relationship Type="http://schemas.openxmlformats.org/officeDocument/2006/relationships/notesMaster" Target="/ppt/notesMasters/notesMaster1.xml" Id="R8a72e6ea9af34fd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b43434b53394904" /><Relationship Type="http://schemas.openxmlformats.org/officeDocument/2006/relationships/notesMaster" Target="/ppt/notesMasters/notesMaster1.xml" Id="R1f84d25be6f142e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4b60b4421b74599" /><Relationship Type="http://schemas.openxmlformats.org/officeDocument/2006/relationships/notesMaster" Target="/ppt/notesMasters/notesMaster1.xml" Id="R9cfe3cc4664c480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6e3a59745d84c97" /><Relationship Type="http://schemas.openxmlformats.org/officeDocument/2006/relationships/notesMaster" Target="/ppt/notesMasters/notesMaster1.xml" Id="R8b8106b338e94b2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f92a0480c3948a3" /><Relationship Type="http://schemas.openxmlformats.org/officeDocument/2006/relationships/notesMaster" Target="/ppt/notesMasters/notesMaster1.xml" Id="R229b56b739a8416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af09b3eb74e4c76" /><Relationship Type="http://schemas.openxmlformats.org/officeDocument/2006/relationships/notesMaster" Target="/ppt/notesMasters/notesMaster1.xml" Id="R187d4168bc404b6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3be45d0ee0d4367" /><Relationship Type="http://schemas.openxmlformats.org/officeDocument/2006/relationships/notesMaster" Target="/ppt/notesMasters/notesMaster1.xml" Id="R1157e53eb9fb4a2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ec465c0ccfd4700" /><Relationship Type="http://schemas.openxmlformats.org/officeDocument/2006/relationships/notesMaster" Target="/ppt/notesMasters/notesMaster1.xml" Id="R390676226f414a0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c91364978ce4203" /><Relationship Type="http://schemas.openxmlformats.org/officeDocument/2006/relationships/notesMaster" Target="/ppt/notesMasters/notesMaster1.xml" Id="R11bea759ea3b4e6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6f15ddce24a49c8" /><Relationship Type="http://schemas.openxmlformats.org/officeDocument/2006/relationships/notesMaster" Target="/ppt/notesMasters/notesMaster1.xml" Id="R85588ac4d4be46c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c4c0093a6044c02" /><Relationship Type="http://schemas.openxmlformats.org/officeDocument/2006/relationships/notesMaster" Target="/ppt/notesMasters/notesMaster1.xml" Id="R6ca05b8704b9453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4422d78a3024175" /><Relationship Type="http://schemas.openxmlformats.org/officeDocument/2006/relationships/notesMaster" Target="/ppt/notesMasters/notesMaster1.xml" Id="Rfd246d3f2ec34b6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4a7d02361f14870" /><Relationship Type="http://schemas.openxmlformats.org/officeDocument/2006/relationships/notesMaster" Target="/ppt/notesMasters/notesMaster1.xml" Id="R518a44af32a54db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로컬 티얼. Role: cover.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로컬 티얼. Role: contents.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로컬 티얼. Role: summary.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로컬 티얼. Role: problem.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로컬 티얼. Role: objective.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로컬 티얼. Role: compliance.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로컬 티얼. Role: evaluation.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로컬 티얼. Role: strategy.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로컬 티얼. Role: process.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로컬 티얼. Role: domain.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로컬 티얼. Role: timeline.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로컬 티얼. Role: organization.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로컬 티얼. Role: governance.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로컬 티얼. Role: quality.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로컬 티얼. Role: risk.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로컬 티얼. Role: security.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로컬 티얼. Role: metrics.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로컬 티얼. Role: evidence.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로컬 티얼. Role: outcomes.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로컬 티얼. Role: closing.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c18834f15e424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60e88a1b91145a9" /><Relationship Type="http://schemas.openxmlformats.org/officeDocument/2006/relationships/slideLayout" Target="/ppt/slideLayouts/slideLayout1.xml" Id="R73466a5a09b8476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3466a5a09b8476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db69e6077a444c" /><Relationship Type="http://schemas.openxmlformats.org/officeDocument/2006/relationships/notesSlide" Target="/ppt/notesSlides/notesSlide1.xml" Id="R1c37b17f7f2c49a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fc26ff8da8449f" /><Relationship Type="http://schemas.openxmlformats.org/officeDocument/2006/relationships/notesSlide" Target="/ppt/notesSlides/notesSlide2.xml" Id="R0b24a46b9675452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727e872677444d" /><Relationship Type="http://schemas.openxmlformats.org/officeDocument/2006/relationships/notesSlide" Target="/ppt/notesSlides/notesSlide3.xml" Id="R28e4bfebba7d4e4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e58108e9944193" /><Relationship Type="http://schemas.openxmlformats.org/officeDocument/2006/relationships/notesSlide" Target="/ppt/notesSlides/notesSlide4.xml" Id="R85c1a9c0cb4547f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789429a6fe4bd3" /><Relationship Type="http://schemas.openxmlformats.org/officeDocument/2006/relationships/notesSlide" Target="/ppt/notesSlides/notesSlide5.xml" Id="R21a4f8e69124498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1087a4b487472a" /><Relationship Type="http://schemas.openxmlformats.org/officeDocument/2006/relationships/notesSlide" Target="/ppt/notesSlides/notesSlide6.xml" Id="Re2fa6afb62bb486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d024f327354070" /><Relationship Type="http://schemas.openxmlformats.org/officeDocument/2006/relationships/notesSlide" Target="/ppt/notesSlides/notesSlide7.xml" Id="Rd5ba42feba7548d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231e1ff5034390" /><Relationship Type="http://schemas.openxmlformats.org/officeDocument/2006/relationships/notesSlide" Target="/ppt/notesSlides/notesSlide8.xml" Id="Rf32e9c161e19453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baf5b41d1948c0" /><Relationship Type="http://schemas.openxmlformats.org/officeDocument/2006/relationships/notesSlide" Target="/ppt/notesSlides/notesSlide9.xml" Id="R8693b86af3ec413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c88b8865fb409d" /><Relationship Type="http://schemas.openxmlformats.org/officeDocument/2006/relationships/notesSlide" Target="/ppt/notesSlides/notesSlide10.xml" Id="R27f33c2dee7e444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1ac85392d94907" /><Relationship Type="http://schemas.openxmlformats.org/officeDocument/2006/relationships/notesSlide" Target="/ppt/notesSlides/notesSlide11.xml" Id="Rdadfbbe72ce541f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c1d64f989a42ba" /><Relationship Type="http://schemas.openxmlformats.org/officeDocument/2006/relationships/notesSlide" Target="/ppt/notesSlides/notesSlide12.xml" Id="R86ec6dd6bfbd4c6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018d27221c4c70" /><Relationship Type="http://schemas.openxmlformats.org/officeDocument/2006/relationships/notesSlide" Target="/ppt/notesSlides/notesSlide13.xml" Id="R833ad3a9609d464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c3a312f0e4421f" /><Relationship Type="http://schemas.openxmlformats.org/officeDocument/2006/relationships/notesSlide" Target="/ppt/notesSlides/notesSlide14.xml" Id="Rcc2393f8e4e3439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3b6a75e83a41dd" /><Relationship Type="http://schemas.openxmlformats.org/officeDocument/2006/relationships/notesSlide" Target="/ppt/notesSlides/notesSlide15.xml" Id="R781c57d0f0ac47f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110d7bf1a44c53" /><Relationship Type="http://schemas.openxmlformats.org/officeDocument/2006/relationships/notesSlide" Target="/ppt/notesSlides/notesSlide16.xml" Id="R83d430a0b2a94b3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11ff6263804a90" /><Relationship Type="http://schemas.openxmlformats.org/officeDocument/2006/relationships/notesSlide" Target="/ppt/notesSlides/notesSlide17.xml" Id="Re56130d0dff34da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7816d6d10243b8" /><Relationship Type="http://schemas.openxmlformats.org/officeDocument/2006/relationships/notesSlide" Target="/ppt/notesSlides/notesSlide18.xml" Id="R72945df4918145a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87f805ca7c4564" /><Relationship Type="http://schemas.openxmlformats.org/officeDocument/2006/relationships/notesSlide" Target="/ppt/notesSlides/notesSlide19.xml" Id="Rabbcf92befed4bd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5c259a9d304926" /><Relationship Type="http://schemas.openxmlformats.org/officeDocument/2006/relationships/notesSlide" Target="/ppt/notesSlides/notesSlide20.xml" Id="Rc34a2c194ea549b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C8B668A0-85C4-41DC-B141-4DF29FB2F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14400"/>
            <a:ext cx="333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766E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6766E"/>
                </a:solidFill>
                <a:latin typeface="Malgun Gothic"/>
                <a:ea typeface="Malgun Gothic"/>
                <a:cs typeface="Malgun Gothic"/>
              </a:rPr>
              <a:t>사업 제안서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3D10FCBC-70F4-47C2-A5FB-C50CB3426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19325"/>
            <a:ext cx="714375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173C40"/>
                </a:solidFill>
                <a:latin typeface="Malgun Gothic"/>
                <a:ea typeface="Malgun Gothic"/>
                <a:cs typeface="Malgun Gothic"/>
              </a:defRPr>
            </a:pPr>
            <a:r>
              <a:rPr sz="5100" b="1">
                <a:solidFill>
                  <a:srgbClr val="173C40"/>
                </a:solidFill>
                <a:latin typeface="Malgun Gothic"/>
                <a:ea typeface="Malgun Gothic"/>
                <a:cs typeface="Malgun Gothic"/>
              </a:rPr>
              <a:t>사업명 확인 필요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48F41BA7-B256-410E-9E46-F4BC9B385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200650"/>
            <a:ext cx="666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766E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6766E"/>
                </a:solidFill>
                <a:latin typeface="Malgun Gothic"/>
                <a:ea typeface="Malgun Gothic"/>
                <a:cs typeface="Malgun Gothic"/>
              </a:rPr>
              <a:t>제안사 확인 필요 · 제출일 확인 필요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D1CF5187-B596-48AD-ABBD-20E6F8F87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00650"/>
            <a:ext cx="304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6766E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6766E"/>
                </a:solidFill>
                <a:latin typeface="Malgun Gothic"/>
                <a:ea typeface="Malgun Gothic"/>
                <a:cs typeface="Malgun Gothic"/>
              </a:rPr>
              <a:t>발주기관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9974630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E02AB8CE-DC35-4859-B5B1-1E7BEBFEA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209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16766E"/>
                </a:solidFill>
                <a:latin typeface="Malgun Gothic"/>
                <a:ea typeface="Malgun Gothic"/>
                <a:cs typeface="Malgun Gothic"/>
              </a:defRPr>
            </a:pPr>
            <a:r>
              <a:rPr sz="5250" b="1">
                <a:solidFill>
                  <a:srgbClr val="16766E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99CB493C-B061-4F6B-AD14-B9B480BB5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204787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3C40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173C40"/>
                </a:solidFill>
                <a:latin typeface="Malgun Gothic"/>
                <a:ea typeface="Malgun Gothic"/>
                <a:cs typeface="Malgun Gothic"/>
              </a:rPr>
              <a:t>제안의 구성</a:t>
            </a:r>
          </a:p>
        </p:txBody>
      </p:sp>
      <p:sp>
        <p:nvSpPr>
          <p:cNvPr id="3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0B7BAAAE-F8B9-44DE-B04F-538C68820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766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6766E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4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C7BD0C9E-4FA3-470D-9C68-5E8F7C063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16766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6766E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5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F0DEE0E5-CC1A-4AD9-B417-1DB2B2BA6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83820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6766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6766E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58331F5C-01D8-418B-A62D-D99BC8BD1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838200"/>
            <a:ext cx="7715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C40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73C40"/>
                </a:solidFill>
                <a:latin typeface="Malgun Gothic"/>
                <a:ea typeface="Malgun Gothic"/>
                <a:cs typeface="Malgun Gothic"/>
              </a:rPr>
              <a:t>사업 이해와 제안 방향</a:t>
            </a:r>
          </a:p>
        </p:txBody>
      </p:sp>
      <p:sp>
        <p:nvSpPr>
          <p:cNvPr id="7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2A4FED33-51D4-4A8F-AE36-7FB468859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79070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6766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6766E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26658542-8028-4230-A375-CBEAE64DB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790700"/>
            <a:ext cx="7715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C40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73C40"/>
                </a:solidFill>
                <a:latin typeface="Malgun Gothic"/>
                <a:ea typeface="Malgun Gothic"/>
                <a:cs typeface="Malgun Gothic"/>
              </a:rPr>
              <a:t>수행 방법과 운영 체계</a:t>
            </a:r>
          </a:p>
        </p:txBody>
      </p:sp>
      <p:sp>
        <p:nvSpPr>
          <p:cNvPr id="9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5EE6C56C-9E11-4585-864E-20495E027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74320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6766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6766E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7129B557-F15F-4DAD-8F36-B939BF853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743200"/>
            <a:ext cx="7715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C40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73C40"/>
                </a:solidFill>
                <a:latin typeface="Malgun Gothic"/>
                <a:ea typeface="Malgun Gothic"/>
                <a:cs typeface="Malgun Gothic"/>
              </a:rPr>
              <a:t>품질·위험·보안 관리</a:t>
            </a:r>
          </a:p>
        </p:txBody>
      </p:sp>
      <p:sp>
        <p:nvSpPr>
          <p:cNvPr id="11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9B2FB1BF-BAFE-4B43-A5D9-3C8B7F043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69570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6766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6766E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2" name="body">
            <a:extLst xmlns:a="http://schemas.openxmlformats.org/drawingml/2006/main">
              <a:ext uri="{FF2B5EF4-FFF2-40B4-BE49-F238E27FC236}">
                <a16:creationId xmlns:a16="http://schemas.microsoft.com/office/drawing/2014/main" id="{6AC2CABA-FC6E-4B02-82F8-D989F6CF1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695700"/>
            <a:ext cx="7715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C40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73C40"/>
                </a:solidFill>
                <a:latin typeface="Malgun Gothic"/>
                <a:ea typeface="Malgun Gothic"/>
                <a:cs typeface="Malgun Gothic"/>
              </a:rPr>
              <a:t>검증 근거와 성과 관리</a:t>
            </a:r>
          </a:p>
        </p:txBody>
      </p:sp>
    </p:spTree>
    <p:extLst>
      <p:ext uri="{BB962C8B-B14F-4D97-AF65-F5344CB8AC3E}">
        <p14:creationId xmlns:p14="http://schemas.microsoft.com/office/powerpoint/2010/main" val="19759176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2178F72F-34AA-4FE6-B2C6-9415980D6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209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16766E"/>
                </a:solidFill>
                <a:latin typeface="Malgun Gothic"/>
                <a:ea typeface="Malgun Gothic"/>
                <a:cs typeface="Malgun Gothic"/>
              </a:defRPr>
            </a:pPr>
            <a:r>
              <a:rPr sz="5250" b="1">
                <a:solidFill>
                  <a:srgbClr val="16766E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9A4312F5-4615-4EB7-BC62-0F7661283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204787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3C40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173C40"/>
                </a:solidFill>
                <a:latin typeface="Malgun Gothic"/>
                <a:ea typeface="Malgun Gothic"/>
                <a:cs typeface="Malgun Gothic"/>
              </a:rPr>
              <a:t>제안 요약</a:t>
            </a:r>
          </a:p>
        </p:txBody>
      </p:sp>
      <p:sp>
        <p:nvSpPr>
          <p:cNvPr id="3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9D9B7146-B1EE-4A65-92C0-41F7DE5BB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766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6766E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4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80021B3B-1D50-40D3-A419-F1FE02FD2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16766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6766E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725AC0B7-3B8F-4449-8D9D-DBB8A5AAE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838200"/>
            <a:ext cx="8477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16766E"/>
                </a:solidFill>
                <a:latin typeface="Malgun Gothic"/>
                <a:ea typeface="Malgun Gothic"/>
                <a:cs typeface="Malgun Gothic"/>
              </a:defRPr>
            </a:pPr>
            <a:r>
              <a:rPr sz="3075" b="1">
                <a:solidFill>
                  <a:srgbClr val="16766E"/>
                </a:solidFill>
                <a:latin typeface="Malgun Gothic"/>
                <a:ea typeface="Malgun Gothic"/>
                <a:cs typeface="Malgun Gothic"/>
              </a:rPr>
              <a:t>핵심 제안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E164083A-A685-458F-91DD-140C48145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276475"/>
            <a:ext cx="2622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C4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73C40"/>
                </a:solidFill>
                <a:latin typeface="Malgun Gothic"/>
                <a:ea typeface="Malgun Gothic"/>
                <a:cs typeface="Malgun Gothic"/>
              </a:rPr>
              <a:t>사업의 목적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15F619A5-9B41-4417-A7D4-B6FA14FE6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162300"/>
            <a:ext cx="26225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C4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C40"/>
                </a:solidFill>
                <a:latin typeface="Malgun Gothic"/>
                <a:ea typeface="Malgun Gothic"/>
                <a:cs typeface="Malgun Gothic"/>
              </a:rPr>
              <a:t>공고와 회사 자료에 따른 내용 확인 필요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7121C20B-F5EE-41E2-9CE9-AF9397789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2500" y="2276475"/>
            <a:ext cx="2622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C4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73C40"/>
                </a:solidFill>
                <a:latin typeface="Malgun Gothic"/>
                <a:ea typeface="Malgun Gothic"/>
                <a:cs typeface="Malgun Gothic"/>
              </a:rPr>
              <a:t>주요 수행 내용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91EBC7D7-4E5A-4EAB-A6EB-D3C47D321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2500" y="3162300"/>
            <a:ext cx="26225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C4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C40"/>
                </a:solidFill>
                <a:latin typeface="Malgun Gothic"/>
                <a:ea typeface="Malgun Gothic"/>
                <a:cs typeface="Malgun Gothic"/>
              </a:rPr>
              <a:t>공고와 회사 자료에 따른 내용 확인 필요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09D917CE-E6F7-4DF6-A603-C152A790D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9850" y="2276475"/>
            <a:ext cx="2622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C4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73C40"/>
                </a:solidFill>
                <a:latin typeface="Malgun Gothic"/>
                <a:ea typeface="Malgun Gothic"/>
                <a:cs typeface="Malgun Gothic"/>
              </a:rPr>
              <a:t>완료 기준</a:t>
            </a:r>
          </a:p>
        </p:txBody>
      </p:sp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FF1B7BBD-D4A7-4AB3-8FBA-A2102D1DF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9850" y="3162300"/>
            <a:ext cx="26225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C4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C40"/>
                </a:solidFill>
                <a:latin typeface="Malgun Gothic"/>
                <a:ea typeface="Malgun Gothic"/>
                <a:cs typeface="Malgun Gothic"/>
              </a:rPr>
              <a:t>공고와 회사 자료에 따른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8872270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647FA9F1-6DE4-412F-A966-30D7B97CC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209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16766E"/>
                </a:solidFill>
                <a:latin typeface="Malgun Gothic"/>
                <a:ea typeface="Malgun Gothic"/>
                <a:cs typeface="Malgun Gothic"/>
              </a:defRPr>
            </a:pPr>
            <a:r>
              <a:rPr sz="5250" b="1">
                <a:solidFill>
                  <a:srgbClr val="16766E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A7C5E7D1-5632-4450-B67A-FFF5A1C56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204787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3C40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173C40"/>
                </a:solidFill>
                <a:latin typeface="Malgun Gothic"/>
                <a:ea typeface="Malgun Gothic"/>
                <a:cs typeface="Malgun Gothic"/>
              </a:rPr>
              <a:t>사업 이해와</a:t>
            </a:r>
          </a:p>
          <a:p xmlns:a="http://schemas.openxmlformats.org/drawingml/2006/main">
            <a:pPr algn="l">
              <a:defRPr sz="2625" b="1">
                <a:solidFill>
                  <a:srgbClr val="173C40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173C40"/>
                </a:solidFill>
                <a:latin typeface="Malgun Gothic"/>
                <a:ea typeface="Malgun Gothic"/>
                <a:cs typeface="Malgun Gothic"/>
              </a:rPr>
              <a:t>핵심 과제</a:t>
            </a:r>
          </a:p>
        </p:txBody>
      </p:sp>
      <p:sp>
        <p:nvSpPr>
          <p:cNvPr id="3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8B48424E-6255-4C14-921E-F208A62E7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766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6766E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4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E779F8AB-34B7-4CA9-8449-49D88B1D5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16766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6766E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81FB2180-F817-461E-9E2F-B80979990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838200"/>
            <a:ext cx="40100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6766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6766E"/>
                </a:solidFill>
                <a:latin typeface="Malgun Gothic"/>
                <a:ea typeface="Malgun Gothic"/>
                <a:cs typeface="Malgun Gothic"/>
              </a:rPr>
              <a:t>발주처의 현황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FC8F0FD5-0A53-4076-8EDD-30244BAC6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228850"/>
            <a:ext cx="401002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C4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C40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173C4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C40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D4308819-F3E2-4B5F-8302-415CC39C5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838200"/>
            <a:ext cx="40100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6766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6766E"/>
                </a:solidFill>
                <a:latin typeface="Malgun Gothic"/>
                <a:ea typeface="Malgun Gothic"/>
                <a:cs typeface="Malgun Gothic"/>
              </a:rPr>
              <a:t>해결해야 할 과제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DCDE1DB3-CB73-4508-A675-3AC1868B1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228850"/>
            <a:ext cx="401002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C4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C40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173C4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C40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93543950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9914F8CC-FDEF-4957-B748-AC203A922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209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16766E"/>
                </a:solidFill>
                <a:latin typeface="Malgun Gothic"/>
                <a:ea typeface="Malgun Gothic"/>
                <a:cs typeface="Malgun Gothic"/>
              </a:defRPr>
            </a:pPr>
            <a:r>
              <a:rPr sz="5250" b="1">
                <a:solidFill>
                  <a:srgbClr val="16766E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7A48E5D1-8C1C-42B1-B754-55A72250F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204787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3C40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173C40"/>
                </a:solidFill>
                <a:latin typeface="Malgun Gothic"/>
                <a:ea typeface="Malgun Gothic"/>
                <a:cs typeface="Malgun Gothic"/>
              </a:rPr>
              <a:t>사업 목표와</a:t>
            </a:r>
          </a:p>
          <a:p xmlns:a="http://schemas.openxmlformats.org/drawingml/2006/main">
            <a:pPr algn="l">
              <a:defRPr sz="2625" b="1">
                <a:solidFill>
                  <a:srgbClr val="173C40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173C40"/>
                </a:solidFill>
                <a:latin typeface="Malgun Gothic"/>
                <a:ea typeface="Malgun Gothic"/>
                <a:cs typeface="Malgun Gothic"/>
              </a:rPr>
              <a:t>적용 범위</a:t>
            </a:r>
          </a:p>
        </p:txBody>
      </p:sp>
      <p:sp>
        <p:nvSpPr>
          <p:cNvPr id="3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5F3A9583-D74D-40AC-8084-38BC51B96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766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6766E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4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F9E3FDEE-E707-43DC-AD81-D08CC72F3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16766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6766E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4260C322-09D7-4EF4-BEEC-75FABE409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838200"/>
            <a:ext cx="25209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6766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6766E"/>
                </a:solidFill>
                <a:latin typeface="Malgun Gothic"/>
                <a:ea typeface="Malgun Gothic"/>
                <a:cs typeface="Malgun Gothic"/>
              </a:rPr>
              <a:t>대상과 범위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9A22BA01-18D3-49B0-9410-19CFEA655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228850"/>
            <a:ext cx="25209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C4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C40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173C4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C40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9C0E5004-E15D-4BC2-B442-A73ABB83F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3300" y="838200"/>
            <a:ext cx="25209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6766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6766E"/>
                </a:solidFill>
                <a:latin typeface="Malgun Gothic"/>
                <a:ea typeface="Malgun Gothic"/>
                <a:cs typeface="Malgun Gothic"/>
              </a:rPr>
              <a:t>정량 목표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218FE5D9-EFA7-4C04-BA18-A8B62F885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3300" y="2228850"/>
            <a:ext cx="25209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C4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C40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173C4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C40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A9DA749E-14C8-468D-AD13-37956C334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1450" y="838200"/>
            <a:ext cx="25209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6766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6766E"/>
                </a:solidFill>
                <a:latin typeface="Malgun Gothic"/>
                <a:ea typeface="Malgun Gothic"/>
                <a:cs typeface="Malgun Gothic"/>
              </a:rPr>
              <a:t>적용 조건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A3859A8C-3E96-470C-93A4-45EBE1392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1450" y="2228850"/>
            <a:ext cx="25209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C4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C40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173C4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C40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63757342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1EF501EB-7D8E-4F4B-BFD5-19446157A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209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16766E"/>
                </a:solidFill>
                <a:latin typeface="Malgun Gothic"/>
                <a:ea typeface="Malgun Gothic"/>
                <a:cs typeface="Malgun Gothic"/>
              </a:defRPr>
            </a:pPr>
            <a:r>
              <a:rPr sz="5250" b="1">
                <a:solidFill>
                  <a:srgbClr val="16766E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54C4D15E-CBFC-4EA7-AE06-C6A803075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204787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3C40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173C40"/>
                </a:solidFill>
                <a:latin typeface="Malgun Gothic"/>
                <a:ea typeface="Malgun Gothic"/>
                <a:cs typeface="Malgun Gothic"/>
              </a:rPr>
              <a:t>요구사항</a:t>
            </a:r>
          </a:p>
          <a:p xmlns:a="http://schemas.openxmlformats.org/drawingml/2006/main">
            <a:pPr algn="l">
              <a:defRPr sz="2625" b="1">
                <a:solidFill>
                  <a:srgbClr val="173C40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173C40"/>
                </a:solidFill>
                <a:latin typeface="Malgun Gothic"/>
                <a:ea typeface="Malgun Gothic"/>
                <a:cs typeface="Malgun Gothic"/>
              </a:rPr>
              <a:t>대응 계획</a:t>
            </a:r>
          </a:p>
        </p:txBody>
      </p:sp>
      <p:sp>
        <p:nvSpPr>
          <p:cNvPr id="3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AAC3DE2D-8BE4-4CBF-A876-B436E88CD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766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6766E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4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64457A21-4E5C-41C5-ABB6-DC9634259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16766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6766E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3105150" y="838200"/>
          <a:ext xmlns:a="http://schemas.openxmlformats.org/drawingml/2006/main" cx="8477250" cy="5000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25750"/>
                <a:gridCol w="2825750"/>
                <a:gridCol w="2825750"/>
              </a:tblGrid>
              <a:tr h="10001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요구사항</a:t>
                      </a:r>
                    </a:p>
                  </a:txBody>
                  <a:tcPr marL="171450" marR="171450" marT="152400" marB="114300" anchor="ctr">
                    <a:solidFill>
                      <a:srgbClr val="16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수행 방안</a:t>
                      </a:r>
                    </a:p>
                  </a:txBody>
                  <a:tcPr marL="171450" marR="171450" marT="152400" marB="114300" anchor="ctr">
                    <a:solidFill>
                      <a:srgbClr val="16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근거</a:t>
                      </a:r>
                    </a:p>
                  </a:txBody>
                  <a:tcPr marL="171450" marR="171450" marT="152400" marB="114300" anchor="ctr">
                    <a:solidFill>
                      <a:srgbClr val="16766E"/>
                    </a:solidFill>
                  </a:tcPr>
                </a:tc>
              </a:tr>
              <a:tr h="1000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C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E5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C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5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C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5F1EE"/>
                    </a:solidFill>
                  </a:tcPr>
                </a:tc>
              </a:tr>
              <a:tr h="1000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C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A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C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C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CFB"/>
                    </a:solidFill>
                  </a:tcPr>
                </a:tc>
              </a:tr>
              <a:tr h="1000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C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E5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C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5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C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5F1EE"/>
                    </a:solidFill>
                  </a:tcPr>
                </a:tc>
              </a:tr>
              <a:tr h="1000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C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A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C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C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CF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037920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EB164209-E2E9-4B2E-B867-19913D884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209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16766E"/>
                </a:solidFill>
                <a:latin typeface="Malgun Gothic"/>
                <a:ea typeface="Malgun Gothic"/>
                <a:cs typeface="Malgun Gothic"/>
              </a:defRPr>
            </a:pPr>
            <a:r>
              <a:rPr sz="5250" b="1">
                <a:solidFill>
                  <a:srgbClr val="16766E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8586F680-8914-42F5-98EA-D30C7E4C6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204787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3C40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173C40"/>
                </a:solidFill>
                <a:latin typeface="Malgun Gothic"/>
                <a:ea typeface="Malgun Gothic"/>
                <a:cs typeface="Malgun Gothic"/>
              </a:rPr>
              <a:t>평가항목별</a:t>
            </a:r>
          </a:p>
          <a:p xmlns:a="http://schemas.openxmlformats.org/drawingml/2006/main">
            <a:pPr algn="l">
              <a:defRPr sz="2625" b="1">
                <a:solidFill>
                  <a:srgbClr val="173C40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173C40"/>
                </a:solidFill>
                <a:latin typeface="Malgun Gothic"/>
                <a:ea typeface="Malgun Gothic"/>
                <a:cs typeface="Malgun Gothic"/>
              </a:rPr>
              <a:t>제안 근거</a:t>
            </a:r>
          </a:p>
        </p:txBody>
      </p:sp>
      <p:sp>
        <p:nvSpPr>
          <p:cNvPr id="3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FCA91002-223B-4CE4-A1A4-FDCB2FF28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766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6766E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4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572132F0-ABD6-43D5-A53F-9DAA27FE0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16766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6766E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3105150" y="838200"/>
          <a:ext xmlns:a="http://schemas.openxmlformats.org/drawingml/2006/main" cx="8477250" cy="5000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25750"/>
                <a:gridCol w="2825750"/>
                <a:gridCol w="2825750"/>
              </a:tblGrid>
              <a:tr h="10001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평가항목</a:t>
                      </a:r>
                    </a:p>
                  </a:txBody>
                  <a:tcPr marL="171450" marR="171450" marT="152400" marB="114300" anchor="ctr">
                    <a:solidFill>
                      <a:srgbClr val="16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제안 내용</a:t>
                      </a:r>
                    </a:p>
                  </a:txBody>
                  <a:tcPr marL="171450" marR="171450" marT="152400" marB="114300" anchor="ctr">
                    <a:solidFill>
                      <a:srgbClr val="16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증빙·관련 페이지</a:t>
                      </a:r>
                    </a:p>
                  </a:txBody>
                  <a:tcPr marL="171450" marR="171450" marT="152400" marB="114300" anchor="ctr">
                    <a:solidFill>
                      <a:srgbClr val="16766E"/>
                    </a:solidFill>
                  </a:tcPr>
                </a:tc>
              </a:tr>
              <a:tr h="1000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C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E5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C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5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C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5F1EE"/>
                    </a:solidFill>
                  </a:tcPr>
                </a:tc>
              </a:tr>
              <a:tr h="1000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C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A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C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C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CFB"/>
                    </a:solidFill>
                  </a:tcPr>
                </a:tc>
              </a:tr>
              <a:tr h="1000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C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E5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C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5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C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5F1EE"/>
                    </a:solidFill>
                  </a:tcPr>
                </a:tc>
              </a:tr>
              <a:tr h="1000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C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A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C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C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CF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868081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CD4EE6A4-6A0E-4A39-A167-98CB8B832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209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16766E"/>
                </a:solidFill>
                <a:latin typeface="Malgun Gothic"/>
                <a:ea typeface="Malgun Gothic"/>
                <a:cs typeface="Malgun Gothic"/>
              </a:defRPr>
            </a:pPr>
            <a:r>
              <a:rPr sz="5250" b="1">
                <a:solidFill>
                  <a:srgbClr val="16766E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56589682-5893-4D19-A02E-6AA26797E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204787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3C40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173C40"/>
                </a:solidFill>
                <a:latin typeface="Malgun Gothic"/>
                <a:ea typeface="Malgun Gothic"/>
                <a:cs typeface="Malgun Gothic"/>
              </a:rPr>
              <a:t>핵심 수행</a:t>
            </a:r>
          </a:p>
          <a:p xmlns:a="http://schemas.openxmlformats.org/drawingml/2006/main">
            <a:pPr algn="l">
              <a:defRPr sz="2625" b="1">
                <a:solidFill>
                  <a:srgbClr val="173C40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173C40"/>
                </a:solidFill>
                <a:latin typeface="Malgun Gothic"/>
                <a:ea typeface="Malgun Gothic"/>
                <a:cs typeface="Malgun Gothic"/>
              </a:rPr>
              <a:t>전략</a:t>
            </a:r>
          </a:p>
        </p:txBody>
      </p:sp>
      <p:sp>
        <p:nvSpPr>
          <p:cNvPr id="3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3FD10509-80A6-457C-93F5-EE4CA2CC4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766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6766E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4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79606172-158A-4377-90F0-1BD237753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16766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6766E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65E0AB5C-B8E3-485A-8A45-AF97E52F3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838200"/>
            <a:ext cx="25209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6766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6766E"/>
                </a:solidFill>
                <a:latin typeface="Malgun Gothic"/>
                <a:ea typeface="Malgun Gothic"/>
                <a:cs typeface="Malgun Gothic"/>
              </a:rPr>
              <a:t>접근 방법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A0F25787-F5FA-45B9-8B38-7DD29A13A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228850"/>
            <a:ext cx="25209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C4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C40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173C4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C40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D386E593-EC97-423F-8CCE-F1E32C080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3300" y="838200"/>
            <a:ext cx="25209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6766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6766E"/>
                </a:solidFill>
                <a:latin typeface="Malgun Gothic"/>
                <a:ea typeface="Malgun Gothic"/>
                <a:cs typeface="Malgun Gothic"/>
              </a:rPr>
              <a:t>수행의 차별점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D65ECA12-AAF1-4949-8114-2CB75019C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3300" y="2228850"/>
            <a:ext cx="25209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C4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C40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173C4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C40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54727C09-8FFA-42E1-BFA8-03BB2C7CB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1450" y="838200"/>
            <a:ext cx="25209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6766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6766E"/>
                </a:solidFill>
                <a:latin typeface="Malgun Gothic"/>
                <a:ea typeface="Malgun Gothic"/>
                <a:cs typeface="Malgun Gothic"/>
              </a:rPr>
              <a:t>실행 조건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558524CE-8909-44A5-BC67-FE8A083F7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1450" y="2228850"/>
            <a:ext cx="25209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C4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C40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173C4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C40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22470173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7B781F6F-009F-483B-8DF2-327B5DF2C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209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16766E"/>
                </a:solidFill>
                <a:latin typeface="Malgun Gothic"/>
                <a:ea typeface="Malgun Gothic"/>
                <a:cs typeface="Malgun Gothic"/>
              </a:defRPr>
            </a:pPr>
            <a:r>
              <a:rPr sz="5250" b="1">
                <a:solidFill>
                  <a:srgbClr val="16766E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54C32F92-F8B2-4B95-94E7-B6A872722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204787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3C40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173C40"/>
                </a:solidFill>
                <a:latin typeface="Malgun Gothic"/>
                <a:ea typeface="Malgun Gothic"/>
                <a:cs typeface="Malgun Gothic"/>
              </a:rPr>
              <a:t>단계별 수행</a:t>
            </a:r>
          </a:p>
          <a:p xmlns:a="http://schemas.openxmlformats.org/drawingml/2006/main">
            <a:pPr algn="l">
              <a:defRPr sz="2625" b="1">
                <a:solidFill>
                  <a:srgbClr val="173C40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173C40"/>
                </a:solidFill>
                <a:latin typeface="Malgun Gothic"/>
                <a:ea typeface="Malgun Gothic"/>
                <a:cs typeface="Malgun Gothic"/>
              </a:rPr>
              <a:t>절차</a:t>
            </a:r>
          </a:p>
        </p:txBody>
      </p:sp>
      <p:sp>
        <p:nvSpPr>
          <p:cNvPr id="3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DF5F508D-5594-48F2-997C-9A23BF9F9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766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6766E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4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997FDDE6-47F5-4D48-8DE9-1DDDDE5FB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16766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6766E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5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D16D85A4-EDE2-41F7-B920-C62540614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838200"/>
            <a:ext cx="619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766E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6766E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3517608B-87BA-4B1A-B192-AFD2664ED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38200"/>
            <a:ext cx="288226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C4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73C40"/>
                </a:solidFill>
                <a:latin typeface="Malgun Gothic"/>
                <a:ea typeface="Malgun Gothic"/>
                <a:cs typeface="Malgun Gothic"/>
              </a:rPr>
              <a:t>착수·요건 확인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BEFBAC6D-7696-436F-A379-B295FAD65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885825"/>
            <a:ext cx="42386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C4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C40"/>
                </a:solidFill>
                <a:latin typeface="Malgun Gothic"/>
                <a:ea typeface="Malgun Gothic"/>
                <a:cs typeface="Malgun Gothic"/>
              </a:rPr>
              <a:t>활동·담당·산출물 확인 필요</a:t>
            </a:r>
          </a:p>
        </p:txBody>
      </p:sp>
      <p:sp>
        <p:nvSpPr>
          <p:cNvPr id="8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A7616911-9CDC-40E4-AECB-F33349532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828800"/>
            <a:ext cx="619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766E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6766E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5458D6CA-87B0-4FC8-80D7-1468ADB47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828800"/>
            <a:ext cx="288226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C4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73C40"/>
                </a:solidFill>
                <a:latin typeface="Malgun Gothic"/>
                <a:ea typeface="Malgun Gothic"/>
                <a:cs typeface="Malgun Gothic"/>
              </a:rPr>
              <a:t>설계·준비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010D0EB5-D16B-4AB0-A2AB-4A580B490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1876425"/>
            <a:ext cx="42386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C4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C40"/>
                </a:solidFill>
                <a:latin typeface="Malgun Gothic"/>
                <a:ea typeface="Malgun Gothic"/>
                <a:cs typeface="Malgun Gothic"/>
              </a:rPr>
              <a:t>활동·담당·산출물 확인 필요</a:t>
            </a:r>
          </a:p>
        </p:txBody>
      </p:sp>
      <p:sp>
        <p:nvSpPr>
          <p:cNvPr id="11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CFAE0417-85D5-4562-9A40-3C06B40D5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819400"/>
            <a:ext cx="619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766E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6766E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2" name="body">
            <a:extLst xmlns:a="http://schemas.openxmlformats.org/drawingml/2006/main">
              <a:ext uri="{FF2B5EF4-FFF2-40B4-BE49-F238E27FC236}">
                <a16:creationId xmlns:a16="http://schemas.microsoft.com/office/drawing/2014/main" id="{F529FAE0-C196-4E67-B8E5-4C96AA587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819400"/>
            <a:ext cx="288226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C4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73C40"/>
                </a:solidFill>
                <a:latin typeface="Malgun Gothic"/>
                <a:ea typeface="Malgun Gothic"/>
                <a:cs typeface="Malgun Gothic"/>
              </a:rPr>
              <a:t>실행·점검</a:t>
            </a:r>
          </a:p>
        </p:txBody>
      </p:sp>
      <p:sp>
        <p:nvSpPr>
          <p:cNvPr id="13" name="body">
            <a:extLst xmlns:a="http://schemas.openxmlformats.org/drawingml/2006/main">
              <a:ext uri="{FF2B5EF4-FFF2-40B4-BE49-F238E27FC236}">
                <a16:creationId xmlns:a16="http://schemas.microsoft.com/office/drawing/2014/main" id="{BC2E6550-77B2-4C93-BE76-98BEA187E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867025"/>
            <a:ext cx="42386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C4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C40"/>
                </a:solidFill>
                <a:latin typeface="Malgun Gothic"/>
                <a:ea typeface="Malgun Gothic"/>
                <a:cs typeface="Malgun Gothic"/>
              </a:rPr>
              <a:t>활동·담당·산출물 확인 필요</a:t>
            </a:r>
          </a:p>
        </p:txBody>
      </p:sp>
      <p:sp>
        <p:nvSpPr>
          <p:cNvPr id="14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781773DF-2813-4D84-8F5A-7697AF91C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810000"/>
            <a:ext cx="619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766E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6766E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5" name="body">
            <a:extLst xmlns:a="http://schemas.openxmlformats.org/drawingml/2006/main">
              <a:ext uri="{FF2B5EF4-FFF2-40B4-BE49-F238E27FC236}">
                <a16:creationId xmlns:a16="http://schemas.microsoft.com/office/drawing/2014/main" id="{ABB69933-6505-42D4-8425-B7E1F68DF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810000"/>
            <a:ext cx="288226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C4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73C40"/>
                </a:solidFill>
                <a:latin typeface="Malgun Gothic"/>
                <a:ea typeface="Malgun Gothic"/>
                <a:cs typeface="Malgun Gothic"/>
              </a:rPr>
              <a:t>검증·인계</a:t>
            </a:r>
          </a:p>
        </p:txBody>
      </p:sp>
      <p:sp>
        <p:nvSpPr>
          <p:cNvPr id="16" name="body">
            <a:extLst xmlns:a="http://schemas.openxmlformats.org/drawingml/2006/main">
              <a:ext uri="{FF2B5EF4-FFF2-40B4-BE49-F238E27FC236}">
                <a16:creationId xmlns:a16="http://schemas.microsoft.com/office/drawing/2014/main" id="{A9CCE755-D000-4AFE-86D6-7FC912DC7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3857625"/>
            <a:ext cx="42386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C4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C40"/>
                </a:solidFill>
                <a:latin typeface="Malgun Gothic"/>
                <a:ea typeface="Malgun Gothic"/>
                <a:cs typeface="Malgun Gothic"/>
              </a:rPr>
              <a:t>활동·담당·산출물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4941410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BC95B770-224C-4D1D-A2B4-F8572A65C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209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16766E"/>
                </a:solidFill>
                <a:latin typeface="Malgun Gothic"/>
                <a:ea typeface="Malgun Gothic"/>
                <a:cs typeface="Malgun Gothic"/>
              </a:defRPr>
            </a:pPr>
            <a:r>
              <a:rPr sz="5250" b="1">
                <a:solidFill>
                  <a:srgbClr val="16766E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F6D22323-DC1C-4E85-A089-CED95191D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204787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3C40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173C40"/>
                </a:solidFill>
                <a:latin typeface="Malgun Gothic"/>
                <a:ea typeface="Malgun Gothic"/>
                <a:cs typeface="Malgun Gothic"/>
              </a:rPr>
              <a:t>세부 과업</a:t>
            </a:r>
          </a:p>
          <a:p xmlns:a="http://schemas.openxmlformats.org/drawingml/2006/main">
            <a:pPr algn="l">
              <a:defRPr sz="2625" b="1">
                <a:solidFill>
                  <a:srgbClr val="173C40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173C40"/>
                </a:solidFill>
                <a:latin typeface="Malgun Gothic"/>
                <a:ea typeface="Malgun Gothic"/>
                <a:cs typeface="Malgun Gothic"/>
              </a:rPr>
              <a:t>수행 방안</a:t>
            </a:r>
          </a:p>
        </p:txBody>
      </p:sp>
      <p:sp>
        <p:nvSpPr>
          <p:cNvPr id="3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136E94BD-6823-4866-B061-4B28BA3AC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766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6766E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4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7A8E9E37-45CA-4280-A60B-9DB743A59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16766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6766E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0E11E1CC-963D-4D29-987C-B5AB64DFA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838200"/>
            <a:ext cx="40100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6766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6766E"/>
                </a:solidFill>
                <a:latin typeface="Malgun Gothic"/>
                <a:ea typeface="Malgun Gothic"/>
                <a:cs typeface="Malgun Gothic"/>
              </a:rPr>
              <a:t>주요 과업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9C1143D0-4CD6-40EE-AF27-2CB0A3891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228850"/>
            <a:ext cx="401002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C4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C40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173C4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C40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DF1C1B05-CA45-4941-BC54-602EF2E8B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838200"/>
            <a:ext cx="40100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6766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6766E"/>
                </a:solidFill>
                <a:latin typeface="Malgun Gothic"/>
                <a:ea typeface="Malgun Gothic"/>
                <a:cs typeface="Malgun Gothic"/>
              </a:rPr>
              <a:t>수행 방법과 산출물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62B83926-D306-427E-957C-DEA22EF09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228850"/>
            <a:ext cx="401002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C4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C40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173C4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C40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5879194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B632CFC3-8E4B-46F5-A3EC-2B35BEF21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209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16766E"/>
                </a:solidFill>
                <a:latin typeface="Malgun Gothic"/>
                <a:ea typeface="Malgun Gothic"/>
                <a:cs typeface="Malgun Gothic"/>
              </a:defRPr>
            </a:pPr>
            <a:r>
              <a:rPr sz="5250" b="1">
                <a:solidFill>
                  <a:srgbClr val="16766E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639B3DB6-7B17-45E8-9A2D-7151843AB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204787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3C40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173C40"/>
                </a:solidFill>
                <a:latin typeface="Malgun Gothic"/>
                <a:ea typeface="Malgun Gothic"/>
                <a:cs typeface="Malgun Gothic"/>
              </a:rPr>
              <a:t>추진 일정과</a:t>
            </a:r>
          </a:p>
          <a:p xmlns:a="http://schemas.openxmlformats.org/drawingml/2006/main">
            <a:pPr algn="l">
              <a:defRPr sz="2625" b="1">
                <a:solidFill>
                  <a:srgbClr val="173C40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173C40"/>
                </a:solidFill>
                <a:latin typeface="Malgun Gothic"/>
                <a:ea typeface="Malgun Gothic"/>
                <a:cs typeface="Malgun Gothic"/>
              </a:rPr>
              <a:t>마일스톤</a:t>
            </a:r>
          </a:p>
        </p:txBody>
      </p:sp>
      <p:sp>
        <p:nvSpPr>
          <p:cNvPr id="3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FDA70B5F-9A03-4022-A491-35545AA6E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766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6766E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4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FB4A7DA9-EEEE-442A-876A-3AC5F4B11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16766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6766E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3105150" y="838200"/>
          <a:ext xmlns:a="http://schemas.openxmlformats.org/drawingml/2006/main" cx="8477250" cy="5000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19313"/>
                <a:gridCol w="2119313"/>
                <a:gridCol w="2119313"/>
                <a:gridCol w="2119313"/>
              </a:tblGrid>
              <a:tr h="10001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단계</a:t>
                      </a:r>
                    </a:p>
                  </a:txBody>
                  <a:tcPr marL="171450" marR="171450" marT="152400" marB="114300" anchor="ctr">
                    <a:solidFill>
                      <a:srgbClr val="16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기간</a:t>
                      </a:r>
                    </a:p>
                  </a:txBody>
                  <a:tcPr marL="171450" marR="171450" marT="152400" marB="114300" anchor="ctr">
                    <a:solidFill>
                      <a:srgbClr val="16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주요 활동</a:t>
                      </a:r>
                    </a:p>
                  </a:txBody>
                  <a:tcPr marL="171450" marR="171450" marT="152400" marB="114300" anchor="ctr">
                    <a:solidFill>
                      <a:srgbClr val="16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완료 기준</a:t>
                      </a:r>
                    </a:p>
                  </a:txBody>
                  <a:tcPr marL="171450" marR="171450" marT="152400" marB="114300" anchor="ctr">
                    <a:solidFill>
                      <a:srgbClr val="16766E"/>
                    </a:solidFill>
                  </a:tcPr>
                </a:tc>
              </a:tr>
              <a:tr h="1000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C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E5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C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5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C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5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C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5F1EE"/>
                    </a:solidFill>
                  </a:tcPr>
                </a:tc>
              </a:tr>
              <a:tr h="1000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C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A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C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C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C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CFB"/>
                    </a:solidFill>
                  </a:tcPr>
                </a:tc>
              </a:tr>
              <a:tr h="1000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C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E5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C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5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C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5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C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5F1EE"/>
                    </a:solidFill>
                  </a:tcPr>
                </a:tc>
              </a:tr>
              <a:tr h="1000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C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A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C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C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C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CF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669229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80B49698-DC7C-47D6-9E6D-E234A89EC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209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16766E"/>
                </a:solidFill>
                <a:latin typeface="Malgun Gothic"/>
                <a:ea typeface="Malgun Gothic"/>
                <a:cs typeface="Malgun Gothic"/>
              </a:defRPr>
            </a:pPr>
            <a:r>
              <a:rPr sz="5250" b="1">
                <a:solidFill>
                  <a:srgbClr val="16766E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FF119A87-AD00-4D48-AB70-B52586665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204787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3C40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173C40"/>
                </a:solidFill>
                <a:latin typeface="Malgun Gothic"/>
                <a:ea typeface="Malgun Gothic"/>
                <a:cs typeface="Malgun Gothic"/>
              </a:rPr>
              <a:t>수행 조직과</a:t>
            </a:r>
          </a:p>
          <a:p xmlns:a="http://schemas.openxmlformats.org/drawingml/2006/main">
            <a:pPr algn="l">
              <a:defRPr sz="2625" b="1">
                <a:solidFill>
                  <a:srgbClr val="173C40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173C40"/>
                </a:solidFill>
                <a:latin typeface="Malgun Gothic"/>
                <a:ea typeface="Malgun Gothic"/>
                <a:cs typeface="Malgun Gothic"/>
              </a:rPr>
              <a:t>역할</a:t>
            </a:r>
          </a:p>
        </p:txBody>
      </p:sp>
      <p:sp>
        <p:nvSpPr>
          <p:cNvPr id="3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65E88029-8788-4224-B580-DA72BF369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766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6766E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4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7604B5A7-19E8-467B-8EDF-B5DAA80D6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16766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6766E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3105150" y="838200"/>
          <a:ext xmlns:a="http://schemas.openxmlformats.org/drawingml/2006/main" cx="8477250" cy="5000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25750"/>
                <a:gridCol w="2825750"/>
                <a:gridCol w="2825750"/>
              </a:tblGrid>
              <a:tr h="10001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</a:t>
                      </a:r>
                    </a:p>
                  </a:txBody>
                  <a:tcPr marL="171450" marR="171450" marT="152400" marB="114300" anchor="ctr">
                    <a:solidFill>
                      <a:srgbClr val="16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담당·투입 조건</a:t>
                      </a:r>
                    </a:p>
                  </a:txBody>
                  <a:tcPr marL="171450" marR="171450" marT="152400" marB="114300" anchor="ctr">
                    <a:solidFill>
                      <a:srgbClr val="16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책임과 수행 내용</a:t>
                      </a:r>
                    </a:p>
                  </a:txBody>
                  <a:tcPr marL="171450" marR="171450" marT="152400" marB="114300" anchor="ctr">
                    <a:solidFill>
                      <a:srgbClr val="16766E"/>
                    </a:solidFill>
                  </a:tcPr>
                </a:tc>
              </a:tr>
              <a:tr h="1000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C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E5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C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5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C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5F1EE"/>
                    </a:solidFill>
                  </a:tcPr>
                </a:tc>
              </a:tr>
              <a:tr h="1000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C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A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C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C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CFB"/>
                    </a:solidFill>
                  </a:tcPr>
                </a:tc>
              </a:tr>
              <a:tr h="1000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C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E5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C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5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C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5F1EE"/>
                    </a:solidFill>
                  </a:tcPr>
                </a:tc>
              </a:tr>
              <a:tr h="1000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C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A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C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C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CF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090093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9A972AEE-BD29-46E3-9072-039AA6C1B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209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16766E"/>
                </a:solidFill>
                <a:latin typeface="Malgun Gothic"/>
                <a:ea typeface="Malgun Gothic"/>
                <a:cs typeface="Malgun Gothic"/>
              </a:defRPr>
            </a:pPr>
            <a:r>
              <a:rPr sz="5250" b="1">
                <a:solidFill>
                  <a:srgbClr val="16766E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1B15D598-2066-4A8C-AEC0-AD336F289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204787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3C40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173C40"/>
                </a:solidFill>
                <a:latin typeface="Malgun Gothic"/>
                <a:ea typeface="Malgun Gothic"/>
                <a:cs typeface="Malgun Gothic"/>
              </a:rPr>
              <a:t>보고와</a:t>
            </a:r>
          </a:p>
          <a:p xmlns:a="http://schemas.openxmlformats.org/drawingml/2006/main">
            <a:pPr algn="l">
              <a:defRPr sz="2625" b="1">
                <a:solidFill>
                  <a:srgbClr val="173C40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173C40"/>
                </a:solidFill>
                <a:latin typeface="Malgun Gothic"/>
                <a:ea typeface="Malgun Gothic"/>
                <a:cs typeface="Malgun Gothic"/>
              </a:rPr>
              <a:t>의사결정</a:t>
            </a:r>
          </a:p>
        </p:txBody>
      </p:sp>
      <p:sp>
        <p:nvSpPr>
          <p:cNvPr id="3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69837698-8FE0-4E93-95D2-924BDA75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766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6766E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4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1A49AF8C-1E26-4FB3-9E05-6593792C0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16766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6766E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sp>
        <p:nvSpPr>
          <p:cNvPr id="5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4F2B6CB0-28A9-42F3-84A6-4CE82E181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838200"/>
            <a:ext cx="619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766E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6766E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39919C41-48D3-494F-AC45-B9A621BC7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38200"/>
            <a:ext cx="288226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C4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73C40"/>
                </a:solidFill>
                <a:latin typeface="Malgun Gothic"/>
                <a:ea typeface="Malgun Gothic"/>
                <a:cs typeface="Malgun Gothic"/>
              </a:rPr>
              <a:t>진행 현황 보고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E475FF13-6501-4460-AC14-ED7A0F79C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885825"/>
            <a:ext cx="42386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C4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C40"/>
                </a:solidFill>
                <a:latin typeface="Malgun Gothic"/>
                <a:ea typeface="Malgun Gothic"/>
                <a:cs typeface="Malgun Gothic"/>
              </a:rPr>
              <a:t>활동·담당·산출물 확인 필요</a:t>
            </a:r>
          </a:p>
        </p:txBody>
      </p:sp>
      <p:sp>
        <p:nvSpPr>
          <p:cNvPr id="8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5035589C-F580-4F9A-86B7-936597979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828800"/>
            <a:ext cx="619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766E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6766E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F99622EE-4046-4EAC-8611-F953B29F8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828800"/>
            <a:ext cx="288226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C4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73C40"/>
                </a:solidFill>
                <a:latin typeface="Malgun Gothic"/>
                <a:ea typeface="Malgun Gothic"/>
                <a:cs typeface="Malgun Gothic"/>
              </a:rPr>
              <a:t>쟁점 검토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4DEAC06D-7577-4D01-B9CA-633C5247B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1876425"/>
            <a:ext cx="42386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C4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C40"/>
                </a:solidFill>
                <a:latin typeface="Malgun Gothic"/>
                <a:ea typeface="Malgun Gothic"/>
                <a:cs typeface="Malgun Gothic"/>
              </a:rPr>
              <a:t>활동·담당·산출물 확인 필요</a:t>
            </a:r>
          </a:p>
        </p:txBody>
      </p:sp>
      <p:sp>
        <p:nvSpPr>
          <p:cNvPr id="11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C9126EA8-1290-44F5-94C7-A6AD4351C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819400"/>
            <a:ext cx="619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766E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6766E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2" name="body">
            <a:extLst xmlns:a="http://schemas.openxmlformats.org/drawingml/2006/main">
              <a:ext uri="{FF2B5EF4-FFF2-40B4-BE49-F238E27FC236}">
                <a16:creationId xmlns:a16="http://schemas.microsoft.com/office/drawing/2014/main" id="{48499909-D744-4028-8008-8D0889367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819400"/>
            <a:ext cx="288226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C4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73C40"/>
                </a:solidFill>
                <a:latin typeface="Malgun Gothic"/>
                <a:ea typeface="Malgun Gothic"/>
                <a:cs typeface="Malgun Gothic"/>
              </a:rPr>
              <a:t>발주처 협의</a:t>
            </a:r>
          </a:p>
        </p:txBody>
      </p:sp>
      <p:sp>
        <p:nvSpPr>
          <p:cNvPr id="13" name="body">
            <a:extLst xmlns:a="http://schemas.openxmlformats.org/drawingml/2006/main">
              <a:ext uri="{FF2B5EF4-FFF2-40B4-BE49-F238E27FC236}">
                <a16:creationId xmlns:a16="http://schemas.microsoft.com/office/drawing/2014/main" id="{81095EE3-70CA-4E58-B5E1-244BC669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867025"/>
            <a:ext cx="42386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C4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C40"/>
                </a:solidFill>
                <a:latin typeface="Malgun Gothic"/>
                <a:ea typeface="Malgun Gothic"/>
                <a:cs typeface="Malgun Gothic"/>
              </a:rPr>
              <a:t>활동·담당·산출물 확인 필요</a:t>
            </a:r>
          </a:p>
        </p:txBody>
      </p:sp>
      <p:sp>
        <p:nvSpPr>
          <p:cNvPr id="14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448B0AB9-EBEB-4409-B588-9A21D90F7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810000"/>
            <a:ext cx="619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766E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6766E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5" name="body">
            <a:extLst xmlns:a="http://schemas.openxmlformats.org/drawingml/2006/main">
              <a:ext uri="{FF2B5EF4-FFF2-40B4-BE49-F238E27FC236}">
                <a16:creationId xmlns:a16="http://schemas.microsoft.com/office/drawing/2014/main" id="{0F063C2C-E1D2-4979-9C4B-33152E609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810000"/>
            <a:ext cx="288226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C4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73C40"/>
                </a:solidFill>
                <a:latin typeface="Malgun Gothic"/>
                <a:ea typeface="Malgun Gothic"/>
                <a:cs typeface="Malgun Gothic"/>
              </a:rPr>
              <a:t>변경사항 반영</a:t>
            </a:r>
          </a:p>
        </p:txBody>
      </p:sp>
      <p:sp>
        <p:nvSpPr>
          <p:cNvPr id="16" name="body">
            <a:extLst xmlns:a="http://schemas.openxmlformats.org/drawingml/2006/main">
              <a:ext uri="{FF2B5EF4-FFF2-40B4-BE49-F238E27FC236}">
                <a16:creationId xmlns:a16="http://schemas.microsoft.com/office/drawing/2014/main" id="{CD8DD703-9D85-40E7-B663-164B58F20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3857625"/>
            <a:ext cx="42386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C4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C40"/>
                </a:solidFill>
                <a:latin typeface="Malgun Gothic"/>
                <a:ea typeface="Malgun Gothic"/>
                <a:cs typeface="Malgun Gothic"/>
              </a:rPr>
              <a:t>활동·담당·산출물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63972377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44875F92-5F40-4F92-AECF-1C17D0662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209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16766E"/>
                </a:solidFill>
                <a:latin typeface="Malgun Gothic"/>
                <a:ea typeface="Malgun Gothic"/>
                <a:cs typeface="Malgun Gothic"/>
              </a:defRPr>
            </a:pPr>
            <a:r>
              <a:rPr sz="5250" b="1">
                <a:solidFill>
                  <a:srgbClr val="16766E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D23D278F-BBEC-4B20-AAD5-2B4837889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204787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3C40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173C40"/>
                </a:solidFill>
                <a:latin typeface="Malgun Gothic"/>
                <a:ea typeface="Malgun Gothic"/>
                <a:cs typeface="Malgun Gothic"/>
              </a:rPr>
              <a:t>품질관리와</a:t>
            </a:r>
          </a:p>
          <a:p xmlns:a="http://schemas.openxmlformats.org/drawingml/2006/main">
            <a:pPr algn="l">
              <a:defRPr sz="2625" b="1">
                <a:solidFill>
                  <a:srgbClr val="173C40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173C40"/>
                </a:solidFill>
                <a:latin typeface="Malgun Gothic"/>
                <a:ea typeface="Malgun Gothic"/>
                <a:cs typeface="Malgun Gothic"/>
              </a:rPr>
              <a:t>검수</a:t>
            </a:r>
          </a:p>
        </p:txBody>
      </p:sp>
      <p:sp>
        <p:nvSpPr>
          <p:cNvPr id="3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B596009E-4C1D-4E7D-9206-2592F9C82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766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6766E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4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5FC62521-640F-4E0C-91C1-D879F7DF3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16766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6766E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38D9343B-724C-4D6F-83EB-6BA189C2F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838200"/>
            <a:ext cx="25209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6766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6766E"/>
                </a:solidFill>
                <a:latin typeface="Malgun Gothic"/>
                <a:ea typeface="Malgun Gothic"/>
                <a:cs typeface="Malgun Gothic"/>
              </a:rPr>
              <a:t>품질 기준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FB4ABBF0-76AE-47C1-B962-47E896090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228850"/>
            <a:ext cx="25209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C4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C40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173C4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C40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91C5619C-6AFB-4DB2-8E15-BC2506111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3300" y="838200"/>
            <a:ext cx="25209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6766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6766E"/>
                </a:solidFill>
                <a:latin typeface="Malgun Gothic"/>
                <a:ea typeface="Malgun Gothic"/>
                <a:cs typeface="Malgun Gothic"/>
              </a:rPr>
              <a:t>검증 방법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3761D0D8-2917-4AA4-B8EF-C755D937B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3300" y="2228850"/>
            <a:ext cx="25209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C4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C40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173C4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C40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FF747E91-0807-4FD5-85A1-1B6843BA7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1450" y="838200"/>
            <a:ext cx="25209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6766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6766E"/>
                </a:solidFill>
                <a:latin typeface="Malgun Gothic"/>
                <a:ea typeface="Malgun Gothic"/>
                <a:cs typeface="Malgun Gothic"/>
              </a:rPr>
              <a:t>보완과 재검수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EEDE073B-FC8A-4A56-959D-5B97CB172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1450" y="2228850"/>
            <a:ext cx="25209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C4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C40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173C4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C40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43524337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A56E68F3-A936-4D7A-AC23-0BEFDBE0E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209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16766E"/>
                </a:solidFill>
                <a:latin typeface="Malgun Gothic"/>
                <a:ea typeface="Malgun Gothic"/>
                <a:cs typeface="Malgun Gothic"/>
              </a:defRPr>
            </a:pPr>
            <a:r>
              <a:rPr sz="5250" b="1">
                <a:solidFill>
                  <a:srgbClr val="16766E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CA517910-5168-463E-BA68-6DBD3F776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204787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3C40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173C40"/>
                </a:solidFill>
                <a:latin typeface="Malgun Gothic"/>
                <a:ea typeface="Malgun Gothic"/>
                <a:cs typeface="Malgun Gothic"/>
              </a:rPr>
              <a:t>위험과 대응</a:t>
            </a:r>
          </a:p>
          <a:p xmlns:a="http://schemas.openxmlformats.org/drawingml/2006/main">
            <a:pPr algn="l">
              <a:defRPr sz="2625" b="1">
                <a:solidFill>
                  <a:srgbClr val="173C40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173C40"/>
                </a:solidFill>
                <a:latin typeface="Malgun Gothic"/>
                <a:ea typeface="Malgun Gothic"/>
                <a:cs typeface="Malgun Gothic"/>
              </a:rPr>
              <a:t>계획</a:t>
            </a:r>
          </a:p>
        </p:txBody>
      </p:sp>
      <p:sp>
        <p:nvSpPr>
          <p:cNvPr id="3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E3C0ACFE-876E-4C4C-AA96-2F6C1C80C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766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6766E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4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4AAFB533-3D1B-458E-AE3E-6115C8FF9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16766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6766E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3105150" y="838200"/>
          <a:ext xmlns:a="http://schemas.openxmlformats.org/drawingml/2006/main" cx="8477250" cy="5000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25750"/>
                <a:gridCol w="2825750"/>
                <a:gridCol w="2825750"/>
              </a:tblGrid>
              <a:tr h="10001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위험 요인</a:t>
                      </a:r>
                    </a:p>
                  </a:txBody>
                  <a:tcPr marL="171450" marR="171450" marT="152400" marB="114300" anchor="ctr">
                    <a:solidFill>
                      <a:srgbClr val="16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예방·대응 방안</a:t>
                      </a:r>
                    </a:p>
                  </a:txBody>
                  <a:tcPr marL="171450" marR="171450" marT="152400" marB="114300" anchor="ctr">
                    <a:solidFill>
                      <a:srgbClr val="16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담당·점검 기준</a:t>
                      </a:r>
                    </a:p>
                  </a:txBody>
                  <a:tcPr marL="171450" marR="171450" marT="152400" marB="114300" anchor="ctr">
                    <a:solidFill>
                      <a:srgbClr val="16766E"/>
                    </a:solidFill>
                  </a:tcPr>
                </a:tc>
              </a:tr>
              <a:tr h="1000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C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E5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C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5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C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5F1EE"/>
                    </a:solidFill>
                  </a:tcPr>
                </a:tc>
              </a:tr>
              <a:tr h="1000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C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A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C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C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CFB"/>
                    </a:solidFill>
                  </a:tcPr>
                </a:tc>
              </a:tr>
              <a:tr h="1000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C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E5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C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5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C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5F1EE"/>
                    </a:solidFill>
                  </a:tcPr>
                </a:tc>
              </a:tr>
              <a:tr h="1000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C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A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C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C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CF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517615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7DCA9CFE-5C52-44AC-804C-066D401D2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209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16766E"/>
                </a:solidFill>
                <a:latin typeface="Malgun Gothic"/>
                <a:ea typeface="Malgun Gothic"/>
                <a:cs typeface="Malgun Gothic"/>
              </a:defRPr>
            </a:pPr>
            <a:r>
              <a:rPr sz="5250" b="1">
                <a:solidFill>
                  <a:srgbClr val="16766E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57AFA01E-4416-40A7-9DBD-4F1F58478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204787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3C40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173C40"/>
                </a:solidFill>
                <a:latin typeface="Malgun Gothic"/>
                <a:ea typeface="Malgun Gothic"/>
                <a:cs typeface="Malgun Gothic"/>
              </a:rPr>
              <a:t>정보보호와</a:t>
            </a:r>
          </a:p>
          <a:p xmlns:a="http://schemas.openxmlformats.org/drawingml/2006/main">
            <a:pPr algn="l">
              <a:defRPr sz="2625" b="1">
                <a:solidFill>
                  <a:srgbClr val="173C40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173C40"/>
                </a:solidFill>
                <a:latin typeface="Malgun Gothic"/>
                <a:ea typeface="Malgun Gothic"/>
                <a:cs typeface="Malgun Gothic"/>
              </a:rPr>
              <a:t>준수사항</a:t>
            </a:r>
          </a:p>
        </p:txBody>
      </p:sp>
      <p:sp>
        <p:nvSpPr>
          <p:cNvPr id="3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3C6195F1-136F-4F8C-BB8E-FEDB41334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766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6766E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4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B660F23E-30DB-46DD-A1D8-34F27C850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16766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6766E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8FF61459-380F-43B1-95DF-585D8D634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838200"/>
            <a:ext cx="40100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6766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6766E"/>
                </a:solidFill>
                <a:latin typeface="Malgun Gothic"/>
                <a:ea typeface="Malgun Gothic"/>
                <a:cs typeface="Malgun Gothic"/>
              </a:rPr>
              <a:t>보호 대상과 준수 기준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695E3CE1-5E58-4F31-8F16-78E3F891B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228850"/>
            <a:ext cx="401002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C4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C40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173C4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C40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B2CFBAE1-A5CD-4C03-BBD8-2D7B7A091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838200"/>
            <a:ext cx="40100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6766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6766E"/>
                </a:solidFill>
                <a:latin typeface="Malgun Gothic"/>
                <a:ea typeface="Malgun Gothic"/>
                <a:cs typeface="Malgun Gothic"/>
              </a:rPr>
              <a:t>통제 방법과 점검 기록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66F7B48B-63CB-437A-BD24-5D8FC0571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228850"/>
            <a:ext cx="401002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C4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C40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173C4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C40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205380823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23F05443-3151-4314-91FC-3FDB0F0A7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209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16766E"/>
                </a:solidFill>
                <a:latin typeface="Malgun Gothic"/>
                <a:ea typeface="Malgun Gothic"/>
                <a:cs typeface="Malgun Gothic"/>
              </a:defRPr>
            </a:pPr>
            <a:r>
              <a:rPr sz="5250" b="1">
                <a:solidFill>
                  <a:srgbClr val="16766E"/>
                </a:solidFill>
                <a:latin typeface="Malgun Gothic"/>
                <a:ea typeface="Malgun Gothic"/>
                <a:cs typeface="Malgun Gothic"/>
              </a:rPr>
              <a:t>17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E2360442-6633-4734-A6C6-F28D3104A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204787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3C40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173C40"/>
                </a:solidFill>
                <a:latin typeface="Malgun Gothic"/>
                <a:ea typeface="Malgun Gothic"/>
                <a:cs typeface="Malgun Gothic"/>
              </a:rPr>
              <a:t>성과지표와</a:t>
            </a:r>
          </a:p>
          <a:p xmlns:a="http://schemas.openxmlformats.org/drawingml/2006/main">
            <a:pPr algn="l">
              <a:defRPr sz="2625" b="1">
                <a:solidFill>
                  <a:srgbClr val="173C40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173C40"/>
                </a:solidFill>
                <a:latin typeface="Malgun Gothic"/>
                <a:ea typeface="Malgun Gothic"/>
                <a:cs typeface="Malgun Gothic"/>
              </a:rPr>
              <a:t>측정 방법</a:t>
            </a:r>
          </a:p>
        </p:txBody>
      </p:sp>
      <p:sp>
        <p:nvSpPr>
          <p:cNvPr id="3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D3794E65-3CE1-4551-A076-775619C9D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766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6766E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4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8DCAA5F2-8AFB-469D-9B8B-D9C6738CB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16766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6766E"/>
                </a:solidFill>
                <a:latin typeface="Malgun Gothic"/>
                <a:ea typeface="Malgun Gothic"/>
                <a:cs typeface="Malgun Gothic"/>
              </a:rPr>
              <a:t>17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3105150" y="838200"/>
          <a:ext xmlns:a="http://schemas.openxmlformats.org/drawingml/2006/main" cx="8477250" cy="5000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25750"/>
                <a:gridCol w="2825750"/>
                <a:gridCol w="2825750"/>
              </a:tblGrid>
              <a:tr h="10001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성과지표</a:t>
                      </a:r>
                    </a:p>
                  </a:txBody>
                  <a:tcPr marL="171450" marR="171450" marT="152400" marB="114300" anchor="ctr">
                    <a:solidFill>
                      <a:srgbClr val="16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목표·근거</a:t>
                      </a:r>
                    </a:p>
                  </a:txBody>
                  <a:tcPr marL="171450" marR="171450" marT="152400" marB="114300" anchor="ctr">
                    <a:solidFill>
                      <a:srgbClr val="16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측정 방법·주기</a:t>
                      </a:r>
                    </a:p>
                  </a:txBody>
                  <a:tcPr marL="171450" marR="171450" marT="152400" marB="114300" anchor="ctr">
                    <a:solidFill>
                      <a:srgbClr val="16766E"/>
                    </a:solidFill>
                  </a:tcPr>
                </a:tc>
              </a:tr>
              <a:tr h="1000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C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E5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C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5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C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5F1EE"/>
                    </a:solidFill>
                  </a:tcPr>
                </a:tc>
              </a:tr>
              <a:tr h="1000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C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A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C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C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CFB"/>
                    </a:solidFill>
                  </a:tcPr>
                </a:tc>
              </a:tr>
              <a:tr h="1000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C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E5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C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5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C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5F1EE"/>
                    </a:solidFill>
                  </a:tcPr>
                </a:tc>
              </a:tr>
              <a:tr h="1000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C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A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C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C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CF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918111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8DFEE983-DC3A-4E74-B96A-1E23508CF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209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16766E"/>
                </a:solidFill>
                <a:latin typeface="Malgun Gothic"/>
                <a:ea typeface="Malgun Gothic"/>
                <a:cs typeface="Malgun Gothic"/>
              </a:defRPr>
            </a:pPr>
            <a:r>
              <a:rPr sz="5250" b="1">
                <a:solidFill>
                  <a:srgbClr val="16766E"/>
                </a:solidFill>
                <a:latin typeface="Malgun Gothic"/>
                <a:ea typeface="Malgun Gothic"/>
                <a:cs typeface="Malgun Gothic"/>
              </a:rPr>
              <a:t>18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A4A33F34-5A37-40E5-A287-8912D9696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204787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3C40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173C40"/>
                </a:solidFill>
                <a:latin typeface="Malgun Gothic"/>
                <a:ea typeface="Malgun Gothic"/>
                <a:cs typeface="Malgun Gothic"/>
              </a:rPr>
              <a:t>수행 역량과</a:t>
            </a:r>
          </a:p>
          <a:p xmlns:a="http://schemas.openxmlformats.org/drawingml/2006/main">
            <a:pPr algn="l">
              <a:defRPr sz="2625" b="1">
                <a:solidFill>
                  <a:srgbClr val="173C40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173C40"/>
                </a:solidFill>
                <a:latin typeface="Malgun Gothic"/>
                <a:ea typeface="Malgun Gothic"/>
                <a:cs typeface="Malgun Gothic"/>
              </a:rPr>
              <a:t>검증 자료</a:t>
            </a:r>
          </a:p>
        </p:txBody>
      </p:sp>
      <p:sp>
        <p:nvSpPr>
          <p:cNvPr id="3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A2CE00AA-325F-4CEC-B891-CDE375FD5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766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6766E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4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4B0EB08C-74FD-479F-9944-40F223319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16766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6766E"/>
                </a:solidFill>
                <a:latin typeface="Malgun Gothic"/>
                <a:ea typeface="Malgun Gothic"/>
                <a:cs typeface="Malgun Gothic"/>
              </a:rPr>
              <a:t>18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A717F2BC-0155-4A7B-AA59-84BD39DE1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838200"/>
            <a:ext cx="40100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6766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6766E"/>
                </a:solidFill>
                <a:latin typeface="Malgun Gothic"/>
                <a:ea typeface="Malgun Gothic"/>
                <a:cs typeface="Malgun Gothic"/>
              </a:rPr>
              <a:t>관련 역량과 수행 경험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B74A5FEC-D2B7-41B3-8A4F-A7DDE3045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228850"/>
            <a:ext cx="401002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C4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C40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173C4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C40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8137FE08-6688-497E-B7FF-498F9B226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838200"/>
            <a:ext cx="40100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6766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6766E"/>
                </a:solidFill>
                <a:latin typeface="Malgun Gothic"/>
                <a:ea typeface="Malgun Gothic"/>
                <a:cs typeface="Malgun Gothic"/>
              </a:rPr>
              <a:t>확인 가능한 증빙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043895C8-B590-464A-A218-D2F2C86E8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228850"/>
            <a:ext cx="401002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C4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C40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173C4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C40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96198167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1F2E5AB9-1FF7-4365-B6B7-A063089A7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209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16766E"/>
                </a:solidFill>
                <a:latin typeface="Malgun Gothic"/>
                <a:ea typeface="Malgun Gothic"/>
                <a:cs typeface="Malgun Gothic"/>
              </a:defRPr>
            </a:pPr>
            <a:r>
              <a:rPr sz="5250" b="1">
                <a:solidFill>
                  <a:srgbClr val="16766E"/>
                </a:solidFill>
                <a:latin typeface="Malgun Gothic"/>
                <a:ea typeface="Malgun Gothic"/>
                <a:cs typeface="Malgun Gothic"/>
              </a:rPr>
              <a:t>19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CCCA4A5D-DD43-4B84-B6A3-27AB0ED1B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204787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3C40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173C40"/>
                </a:solidFill>
                <a:latin typeface="Malgun Gothic"/>
                <a:ea typeface="Malgun Gothic"/>
                <a:cs typeface="Malgun Gothic"/>
              </a:rPr>
              <a:t>산출물과</a:t>
            </a:r>
          </a:p>
          <a:p xmlns:a="http://schemas.openxmlformats.org/drawingml/2006/main">
            <a:pPr algn="l">
              <a:defRPr sz="2625" b="1">
                <a:solidFill>
                  <a:srgbClr val="173C40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173C40"/>
                </a:solidFill>
                <a:latin typeface="Malgun Gothic"/>
                <a:ea typeface="Malgun Gothic"/>
                <a:cs typeface="Malgun Gothic"/>
              </a:rPr>
              <a:t>완료 기준</a:t>
            </a:r>
          </a:p>
        </p:txBody>
      </p:sp>
      <p:sp>
        <p:nvSpPr>
          <p:cNvPr id="3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6965DCB9-B4A9-453A-BBCE-EB114E4D5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766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6766E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4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599B83E2-FC1C-48EC-A39A-0938B765B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16766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6766E"/>
                </a:solidFill>
                <a:latin typeface="Malgun Gothic"/>
                <a:ea typeface="Malgun Gothic"/>
                <a:cs typeface="Malgun Gothic"/>
              </a:rPr>
              <a:t>19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3105150" y="838200"/>
          <a:ext xmlns:a="http://schemas.openxmlformats.org/drawingml/2006/main" cx="8477250" cy="5000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25750"/>
                <a:gridCol w="2825750"/>
                <a:gridCol w="2825750"/>
              </a:tblGrid>
              <a:tr h="10001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주요 산출물</a:t>
                      </a:r>
                    </a:p>
                  </a:txBody>
                  <a:tcPr marL="171450" marR="171450" marT="152400" marB="114300" anchor="ctr">
                    <a:solidFill>
                      <a:srgbClr val="16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제출·인계 방법</a:t>
                      </a:r>
                    </a:p>
                  </a:txBody>
                  <a:tcPr marL="171450" marR="171450" marT="152400" marB="114300" anchor="ctr">
                    <a:solidFill>
                      <a:srgbClr val="16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완료 기준</a:t>
                      </a:r>
                    </a:p>
                  </a:txBody>
                  <a:tcPr marL="171450" marR="171450" marT="152400" marB="114300" anchor="ctr">
                    <a:solidFill>
                      <a:srgbClr val="16766E"/>
                    </a:solidFill>
                  </a:tcPr>
                </a:tc>
              </a:tr>
              <a:tr h="1000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C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E5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C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5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C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5F1EE"/>
                    </a:solidFill>
                  </a:tcPr>
                </a:tc>
              </a:tr>
              <a:tr h="1000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C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A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C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C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CFB"/>
                    </a:solidFill>
                  </a:tcPr>
                </a:tc>
              </a:tr>
              <a:tr h="1000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C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E5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C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5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C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5F1EE"/>
                    </a:solidFill>
                  </a:tcPr>
                </a:tc>
              </a:tr>
              <a:tr h="1000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C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A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C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C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CF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755906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C6F19B88-09CB-4CF8-BD3A-99E2AA76D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14400"/>
            <a:ext cx="333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766E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6766E"/>
                </a:solidFill>
                <a:latin typeface="Malgun Gothic"/>
                <a:ea typeface="Malgun Gothic"/>
                <a:cs typeface="Malgun Gothic"/>
              </a:rPr>
              <a:t>핵심 제안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D01B55F1-FAD7-446D-B758-C3C954107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19325"/>
            <a:ext cx="714375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173C40"/>
                </a:solidFill>
                <a:latin typeface="Malgun Gothic"/>
                <a:ea typeface="Malgun Gothic"/>
                <a:cs typeface="Malgun Gothic"/>
              </a:defRPr>
            </a:pPr>
            <a:r>
              <a:rPr sz="5100" b="1">
                <a:solidFill>
                  <a:srgbClr val="173C40"/>
                </a:solidFill>
                <a:latin typeface="Malgun Gothic"/>
                <a:ea typeface="Malgun Gothic"/>
                <a:cs typeface="Malgun Gothic"/>
              </a:rPr>
              <a:t>수행 범위 확인 필요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6E20B71C-6092-44F8-B24E-D3F2B8E38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200650"/>
            <a:ext cx="666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766E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6766E"/>
                </a:solidFill>
                <a:latin typeface="Malgun Gothic"/>
                <a:ea typeface="Malgun Gothic"/>
                <a:cs typeface="Malgun Gothic"/>
              </a:rPr>
              <a:t>협의 사항 확인 필요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E3C6D006-8F97-415C-BF4B-B3C64106D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00650"/>
            <a:ext cx="304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6766E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6766E"/>
                </a:solidFill>
                <a:latin typeface="Malgun Gothic"/>
                <a:ea typeface="Malgun Gothic"/>
                <a:cs typeface="Malgun Gothic"/>
              </a:rPr>
              <a:t>협의 사항 확인 필요</a:t>
            </a:r>
          </a:p>
        </p:txBody>
      </p:sp>
    </p:spTree>
    <p:extLst>
      <p:ext uri="{BB962C8B-B14F-4D97-AF65-F5344CB8AC3E}">
        <p14:creationId xmlns:p14="http://schemas.microsoft.com/office/powerpoint/2010/main" val="8557742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2026-09-25T07:45:02.0800000Z</dcterms:created>
  <dcterms:modified xsi:type="dcterms:W3CDTF">2026-09-25T07:45:02.0800000Z</dcterms:modified>
</coreProperties>
</file>