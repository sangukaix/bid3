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e3d25b925043e2" /><Relationship Type="http://schemas.openxmlformats.org/officeDocument/2006/relationships/extended-properties" Target="/docProps/app.xml" Id="R8e90d352b5c84f5c" /><Relationship Type="http://schemas.openxmlformats.org/officeDocument/2006/relationships/officeDocument" Target="/ppt/presentation.xml" Id="R357beedf78f74d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5093ec1b114b15"/>
  </p:sldMasterIdLst>
  <p:notesMasterIdLst>
    <p:notesMasterId xmlns:r="http://schemas.openxmlformats.org/officeDocument/2006/relationships" r:id="Rf183a3f1eb834bc9"/>
  </p:notesMasterIdLst>
  <p:sldIdLst>
    <p:sldId xmlns:r="http://schemas.openxmlformats.org/officeDocument/2006/relationships" id="256" r:id="R8b34ffa74b294a7d"/>
    <p:sldId xmlns:r="http://schemas.openxmlformats.org/officeDocument/2006/relationships" id="257" r:id="R7a7326f4eb6f42f3"/>
    <p:sldId xmlns:r="http://schemas.openxmlformats.org/officeDocument/2006/relationships" id="258" r:id="R5465a1858af2449b"/>
    <p:sldId xmlns:r="http://schemas.openxmlformats.org/officeDocument/2006/relationships" id="259" r:id="R2ca5502f6dd74322"/>
    <p:sldId xmlns:r="http://schemas.openxmlformats.org/officeDocument/2006/relationships" id="260" r:id="Rb0bf769b2fe94cc1"/>
    <p:sldId xmlns:r="http://schemas.openxmlformats.org/officeDocument/2006/relationships" id="261" r:id="Rfd26a9d67f6348ea"/>
    <p:sldId xmlns:r="http://schemas.openxmlformats.org/officeDocument/2006/relationships" id="262" r:id="R79d9a78c430341f0"/>
    <p:sldId xmlns:r="http://schemas.openxmlformats.org/officeDocument/2006/relationships" id="263" r:id="R31eba040149b4fa4"/>
    <p:sldId xmlns:r="http://schemas.openxmlformats.org/officeDocument/2006/relationships" id="264" r:id="Rc2ba84694bf74ef6"/>
    <p:sldId xmlns:r="http://schemas.openxmlformats.org/officeDocument/2006/relationships" id="265" r:id="Rd74dcbdb0a3b4f0b"/>
    <p:sldId xmlns:r="http://schemas.openxmlformats.org/officeDocument/2006/relationships" id="266" r:id="R420b225dc348487a"/>
    <p:sldId xmlns:r="http://schemas.openxmlformats.org/officeDocument/2006/relationships" id="267" r:id="R53a1ac63058c4b44"/>
    <p:sldId xmlns:r="http://schemas.openxmlformats.org/officeDocument/2006/relationships" id="268" r:id="R25a628cd437246fe"/>
    <p:sldId xmlns:r="http://schemas.openxmlformats.org/officeDocument/2006/relationships" id="269" r:id="Rfec63b0e5f7e41c3"/>
    <p:sldId xmlns:r="http://schemas.openxmlformats.org/officeDocument/2006/relationships" id="270" r:id="Re884159d75c843b8"/>
    <p:sldId xmlns:r="http://schemas.openxmlformats.org/officeDocument/2006/relationships" id="271" r:id="Rd4da09a203204a7b"/>
    <p:sldId xmlns:r="http://schemas.openxmlformats.org/officeDocument/2006/relationships" id="272" r:id="R490fbd0642004f6c"/>
    <p:sldId xmlns:r="http://schemas.openxmlformats.org/officeDocument/2006/relationships" id="273" r:id="R33140d07b36b4d35"/>
    <p:sldId xmlns:r="http://schemas.openxmlformats.org/officeDocument/2006/relationships" id="274" r:id="R2ee0aced408b4cc2"/>
    <p:sldId xmlns:r="http://schemas.openxmlformats.org/officeDocument/2006/relationships" id="275" r:id="R953403cde9e2499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83942248f342c3" /><Relationship Type="http://schemas.openxmlformats.org/officeDocument/2006/relationships/slideMaster" Target="/ppt/slideMasters/slideMaster1.xml" Id="Rb15093ec1b114b15" /><Relationship Type="http://schemas.openxmlformats.org/officeDocument/2006/relationships/notesMaster" Target="/ppt/notesMasters/notesMaster1.xml" Id="Rf183a3f1eb834bc9" /><Relationship Type="http://schemas.openxmlformats.org/officeDocument/2006/relationships/presProps" Target="/ppt/presProps.xml" Id="R7f30844271f84aec" /><Relationship Type="http://schemas.openxmlformats.org/officeDocument/2006/relationships/tableStyles" Target="/ppt/tableStyles.xml" Id="R9e31d9ac3ef44cad" /><Relationship Type="http://schemas.openxmlformats.org/officeDocument/2006/relationships/slide" Target="/ppt/slides/slide1.xml" Id="R8b34ffa74b294a7d" /><Relationship Type="http://schemas.openxmlformats.org/officeDocument/2006/relationships/slide" Target="/ppt/slides/slide2.xml" Id="R7a7326f4eb6f42f3" /><Relationship Type="http://schemas.openxmlformats.org/officeDocument/2006/relationships/slide" Target="/ppt/slides/slide3.xml" Id="R5465a1858af2449b" /><Relationship Type="http://schemas.openxmlformats.org/officeDocument/2006/relationships/slide" Target="/ppt/slides/slide4.xml" Id="R2ca5502f6dd74322" /><Relationship Type="http://schemas.openxmlformats.org/officeDocument/2006/relationships/slide" Target="/ppt/slides/slide5.xml" Id="Rb0bf769b2fe94cc1" /><Relationship Type="http://schemas.openxmlformats.org/officeDocument/2006/relationships/slide" Target="/ppt/slides/slide6.xml" Id="Rfd26a9d67f6348ea" /><Relationship Type="http://schemas.openxmlformats.org/officeDocument/2006/relationships/slide" Target="/ppt/slides/slide7.xml" Id="R79d9a78c430341f0" /><Relationship Type="http://schemas.openxmlformats.org/officeDocument/2006/relationships/slide" Target="/ppt/slides/slide8.xml" Id="R31eba040149b4fa4" /><Relationship Type="http://schemas.openxmlformats.org/officeDocument/2006/relationships/slide" Target="/ppt/slides/slide9.xml" Id="Rc2ba84694bf74ef6" /><Relationship Type="http://schemas.openxmlformats.org/officeDocument/2006/relationships/slide" Target="/ppt/slides/slide10.xml" Id="Rd74dcbdb0a3b4f0b" /><Relationship Type="http://schemas.openxmlformats.org/officeDocument/2006/relationships/slide" Target="/ppt/slides/slide11.xml" Id="R420b225dc348487a" /><Relationship Type="http://schemas.openxmlformats.org/officeDocument/2006/relationships/slide" Target="/ppt/slides/slide12.xml" Id="R53a1ac63058c4b44" /><Relationship Type="http://schemas.openxmlformats.org/officeDocument/2006/relationships/slide" Target="/ppt/slides/slide13.xml" Id="R25a628cd437246fe" /><Relationship Type="http://schemas.openxmlformats.org/officeDocument/2006/relationships/slide" Target="/ppt/slides/slide14.xml" Id="Rfec63b0e5f7e41c3" /><Relationship Type="http://schemas.openxmlformats.org/officeDocument/2006/relationships/slide" Target="/ppt/slides/slide15.xml" Id="Re884159d75c843b8" /><Relationship Type="http://schemas.openxmlformats.org/officeDocument/2006/relationships/slide" Target="/ppt/slides/slide16.xml" Id="Rd4da09a203204a7b" /><Relationship Type="http://schemas.openxmlformats.org/officeDocument/2006/relationships/slide" Target="/ppt/slides/slide17.xml" Id="R490fbd0642004f6c" /><Relationship Type="http://schemas.openxmlformats.org/officeDocument/2006/relationships/slide" Target="/ppt/slides/slide18.xml" Id="R33140d07b36b4d35" /><Relationship Type="http://schemas.openxmlformats.org/officeDocument/2006/relationships/slide" Target="/ppt/slides/slide19.xml" Id="R2ee0aced408b4cc2" /><Relationship Type="http://schemas.openxmlformats.org/officeDocument/2006/relationships/slide" Target="/ppt/slides/slide20.xml" Id="R953403cde9e249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6ba4623c3a40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b370743c484540" /><Relationship Type="http://schemas.openxmlformats.org/officeDocument/2006/relationships/notesMaster" Target="/ppt/notesMasters/notesMaster1.xml" Id="R10116908a45c48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e4fbee959a44de" /><Relationship Type="http://schemas.openxmlformats.org/officeDocument/2006/relationships/notesMaster" Target="/ppt/notesMasters/notesMaster1.xml" Id="R74e6bc5daea346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c31856390343ac" /><Relationship Type="http://schemas.openxmlformats.org/officeDocument/2006/relationships/notesMaster" Target="/ppt/notesMasters/notesMaster1.xml" Id="R7573d1b393db4f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aee072d2d449f4" /><Relationship Type="http://schemas.openxmlformats.org/officeDocument/2006/relationships/notesMaster" Target="/ppt/notesMasters/notesMaster1.xml" Id="R08076037ec7941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2c4f3bd4ba470d" /><Relationship Type="http://schemas.openxmlformats.org/officeDocument/2006/relationships/notesMaster" Target="/ppt/notesMasters/notesMaster1.xml" Id="R5385aa68420f4d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f631f2a0994a42" /><Relationship Type="http://schemas.openxmlformats.org/officeDocument/2006/relationships/notesMaster" Target="/ppt/notesMasters/notesMaster1.xml" Id="R56bff17ebb224f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6fe7caee5c4fb6" /><Relationship Type="http://schemas.openxmlformats.org/officeDocument/2006/relationships/notesMaster" Target="/ppt/notesMasters/notesMaster1.xml" Id="Rd67c4efe526e4c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c2cbe642eb4f5d" /><Relationship Type="http://schemas.openxmlformats.org/officeDocument/2006/relationships/notesMaster" Target="/ppt/notesMasters/notesMaster1.xml" Id="R9dd3539152a4481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ea5883d0aa4d46" /><Relationship Type="http://schemas.openxmlformats.org/officeDocument/2006/relationships/notesMaster" Target="/ppt/notesMasters/notesMaster1.xml" Id="Re1813da101ab40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499ae074fef4bee" /><Relationship Type="http://schemas.openxmlformats.org/officeDocument/2006/relationships/notesMaster" Target="/ppt/notesMasters/notesMaster1.xml" Id="Rc7298500761149b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e411462e51847c5" /><Relationship Type="http://schemas.openxmlformats.org/officeDocument/2006/relationships/notesMaster" Target="/ppt/notesMasters/notesMaster1.xml" Id="Re4a90ff92e0a4bf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2b1940c62094b37" /><Relationship Type="http://schemas.openxmlformats.org/officeDocument/2006/relationships/notesMaster" Target="/ppt/notesMasters/notesMaster1.xml" Id="R072604e1b140472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aec91074ad4428e" /><Relationship Type="http://schemas.openxmlformats.org/officeDocument/2006/relationships/notesMaster" Target="/ppt/notesMasters/notesMaster1.xml" Id="R0262f6f584e4415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2fb65dc2e504171" /><Relationship Type="http://schemas.openxmlformats.org/officeDocument/2006/relationships/notesMaster" Target="/ppt/notesMasters/notesMaster1.xml" Id="Rcf5bbce4455846f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d29f165e2af4e6d" /><Relationship Type="http://schemas.openxmlformats.org/officeDocument/2006/relationships/notesMaster" Target="/ppt/notesMasters/notesMaster1.xml" Id="Rd423f8982be440a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fb10cdcc0854791" /><Relationship Type="http://schemas.openxmlformats.org/officeDocument/2006/relationships/notesMaster" Target="/ppt/notesMasters/notesMaster1.xml" Id="R078d9230cbc3489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5844400497b498d" /><Relationship Type="http://schemas.openxmlformats.org/officeDocument/2006/relationships/notesMaster" Target="/ppt/notesMasters/notesMaster1.xml" Id="R50a587d1089940e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d7cd0a775bf431c" /><Relationship Type="http://schemas.openxmlformats.org/officeDocument/2006/relationships/notesMaster" Target="/ppt/notesMasters/notesMaster1.xml" Id="R69e70eb1a7f247f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f96ec75828347a0" /><Relationship Type="http://schemas.openxmlformats.org/officeDocument/2006/relationships/notesMaster" Target="/ppt/notesMasters/notesMaster1.xml" Id="R70a921c0448444d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054d019d6c84324" /><Relationship Type="http://schemas.openxmlformats.org/officeDocument/2006/relationships/notesMaster" Target="/ppt/notesMasters/notesMaster1.xml" Id="Rcbed52462e6548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오션 블루. Role: cover.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오션 블루. Role: contents.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오션 블루. Role: summary.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오션 블루. Role: problem.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오션 블루. Role: objective.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오션 블루. Role: compliance.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오션 블루. Role: evaluation.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오션 블루. Role: strategy.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오션 블루. Role: process.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오션 블루. Role: domain.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오션 블루. Role: timeline.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오션 블루. Role: organization.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오션 블루. Role: governance.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오션 블루. Role: quality.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오션 블루. Role: risk.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오션 블루. Role: security.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오션 블루. Role: metrics.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오션 블루. Role: evidence.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오션 블루. Role: outcomes.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오션 블루. Role: closing.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6a0d321edd41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da0d3fdebf4374" /><Relationship Type="http://schemas.openxmlformats.org/officeDocument/2006/relationships/slideLayout" Target="/ppt/slideLayouts/slideLayout1.xml" Id="R2a411f0d2f0d49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411f0d2f0d49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0152b8913542df" /><Relationship Type="http://schemas.openxmlformats.org/officeDocument/2006/relationships/notesSlide" Target="/ppt/notesSlides/notesSlide1.xml" Id="R2ec87127fa9c4f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bf4ab6acba45c1" /><Relationship Type="http://schemas.openxmlformats.org/officeDocument/2006/relationships/notesSlide" Target="/ppt/notesSlides/notesSlide2.xml" Id="Ra557c450c63a44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d8865aa11c4ef7" /><Relationship Type="http://schemas.openxmlformats.org/officeDocument/2006/relationships/notesSlide" Target="/ppt/notesSlides/notesSlide3.xml" Id="R547f38511a3f4f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464c71746423e" /><Relationship Type="http://schemas.openxmlformats.org/officeDocument/2006/relationships/notesSlide" Target="/ppt/notesSlides/notesSlide4.xml" Id="R1809da183a9046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71dee80074025" /><Relationship Type="http://schemas.openxmlformats.org/officeDocument/2006/relationships/notesSlide" Target="/ppt/notesSlides/notesSlide5.xml" Id="R59d74da8fa9e44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60b8615a23435b" /><Relationship Type="http://schemas.openxmlformats.org/officeDocument/2006/relationships/notesSlide" Target="/ppt/notesSlides/notesSlide6.xml" Id="Rbd8ccd2695024b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018160c3554544" /><Relationship Type="http://schemas.openxmlformats.org/officeDocument/2006/relationships/notesSlide" Target="/ppt/notesSlides/notesSlide7.xml" Id="Rde7d494bf49d4d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b991dae514b55" /><Relationship Type="http://schemas.openxmlformats.org/officeDocument/2006/relationships/notesSlide" Target="/ppt/notesSlides/notesSlide8.xml" Id="Rf819065e6f134e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38dcc676a849a5" /><Relationship Type="http://schemas.openxmlformats.org/officeDocument/2006/relationships/notesSlide" Target="/ppt/notesSlides/notesSlide9.xml" Id="R3f97ce93aee745e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7a989b5184349" /><Relationship Type="http://schemas.openxmlformats.org/officeDocument/2006/relationships/notesSlide" Target="/ppt/notesSlides/notesSlide10.xml" Id="R094ffc9754194f8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1cbc0205c94a6e" /><Relationship Type="http://schemas.openxmlformats.org/officeDocument/2006/relationships/notesSlide" Target="/ppt/notesSlides/notesSlide11.xml" Id="Rc382b0624f4d447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eaee6cb8bd4eb1" /><Relationship Type="http://schemas.openxmlformats.org/officeDocument/2006/relationships/notesSlide" Target="/ppt/notesSlides/notesSlide12.xml" Id="R803ec42db10b432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db25fa0fd34325" /><Relationship Type="http://schemas.openxmlformats.org/officeDocument/2006/relationships/notesSlide" Target="/ppt/notesSlides/notesSlide13.xml" Id="Ra730250574d3491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33164b6eda4a2a" /><Relationship Type="http://schemas.openxmlformats.org/officeDocument/2006/relationships/notesSlide" Target="/ppt/notesSlides/notesSlide14.xml" Id="Rb6d2386d6462491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65ef4e8944ab3" /><Relationship Type="http://schemas.openxmlformats.org/officeDocument/2006/relationships/notesSlide" Target="/ppt/notesSlides/notesSlide15.xml" Id="Rad432f722952431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7fdfba4e04db4" /><Relationship Type="http://schemas.openxmlformats.org/officeDocument/2006/relationships/notesSlide" Target="/ppt/notesSlides/notesSlide16.xml" Id="R122e16ddc564493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1254eeccff4d25" /><Relationship Type="http://schemas.openxmlformats.org/officeDocument/2006/relationships/notesSlide" Target="/ppt/notesSlides/notesSlide17.xml" Id="R34d3f1ae5c6c445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3ba7b26b54b64" /><Relationship Type="http://schemas.openxmlformats.org/officeDocument/2006/relationships/notesSlide" Target="/ppt/notesSlides/notesSlide18.xml" Id="R861ca672c54d4db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bc5c25f914541" /><Relationship Type="http://schemas.openxmlformats.org/officeDocument/2006/relationships/notesSlide" Target="/ppt/notesSlides/notesSlide19.xml" Id="R0da1c5612f1f49d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376e19b91348e0" /><Relationship Type="http://schemas.openxmlformats.org/officeDocument/2006/relationships/notesSlide" Target="/ppt/notesSlides/notesSlide20.xml" Id="R57772a55c54e43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A52B3EBA-1C63-4E54-9B3D-556FBFA0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사업 제안서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BDBC394F-90DC-43F6-A469-95B59180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100584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5100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사업명 확인 필요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F036EA0C-02D0-4DC5-99AF-ECD5D550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14925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제안사 확인 필요 · 제출일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4304854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id3-title">
            <a:extLst xmlns:a="http://schemas.openxmlformats.org/drawingml/2006/main">
              <a:ext uri="{FF2B5EF4-FFF2-40B4-BE49-F238E27FC236}">
                <a16:creationId xmlns:a16="http://schemas.microsoft.com/office/drawing/2014/main" id="{4FBECD59-44AD-4238-8FF9-BFB61834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제안의 구성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F25111AD-12F8-48F3-B505-26F019AF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2BF58E75-D53D-46B2-AFE3-7C2EAFC7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1D855B36-4C02-4F2E-80F7-40FDE54F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AEA14EAC-BC70-444B-9AFD-883D25A6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431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사업 이해와 제안 방향</a:t>
            </a:r>
          </a:p>
        </p:txBody>
      </p:sp>
      <p:sp>
        <p:nvSpPr>
          <p:cNvPr id="6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74E0D144-F648-480E-88C3-4244BD8C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ED8073FA-552B-4AF0-8955-3D3A9C35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956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수행 방법과 운영 체계</a:t>
            </a:r>
          </a:p>
        </p:txBody>
      </p:sp>
      <p:sp>
        <p:nvSpPr>
          <p:cNvPr id="8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5C50E2C8-0FA7-401D-93F1-B259294A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C654B5EB-AA3F-4845-AE1B-2E03C12E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481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품질·위험·보안 관리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C53A7CA7-7229-4966-8E08-85A8511E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61947A79-C7BD-4F61-BD9B-AD1A5C5F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006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검증 근거와 성과 관리</a:t>
            </a:r>
          </a:p>
        </p:txBody>
      </p:sp>
    </p:spTree>
    <p:extLst>
      <p:ext uri="{BB962C8B-B14F-4D97-AF65-F5344CB8AC3E}">
        <p14:creationId xmlns:p14="http://schemas.microsoft.com/office/powerpoint/2010/main" val="886885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id3-title">
            <a:extLst xmlns:a="http://schemas.openxmlformats.org/drawingml/2006/main">
              <a:ext uri="{FF2B5EF4-FFF2-40B4-BE49-F238E27FC236}">
                <a16:creationId xmlns:a16="http://schemas.microsoft.com/office/drawing/2014/main" id="{CA452288-41B1-439F-8E56-A6FC8BD9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제안 요약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7DAF098-7F94-49C7-A208-2B3AB3A6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2278AC72-F8BE-41A4-B97E-7FB1B4FF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F3020D1C-3F7D-4DF8-B178-F0FC6AEC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핵심 제안 내용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49D3A93C-2976-4275-8E72-F8B3D148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345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사업의 목적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4CC4BFB6-3AAF-4C17-8661-E2C3277F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3454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EC12207E-A34D-4BE5-B092-29B10063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3381375"/>
            <a:ext cx="345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주요 수행 내용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5F01A6AC-8EA6-4FAE-91A4-E1D1B61C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4267200"/>
            <a:ext cx="3454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C37CC965-FA58-4EEC-B9D3-EF6882BE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3381375"/>
            <a:ext cx="345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완료 기준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E1788CB9-A211-46E6-BB46-E935C88F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4267200"/>
            <a:ext cx="3454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8994867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1CA8E6CD-7174-4115-B4F8-A196265A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사업 이해와 핵심 과제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201BC1FF-A981-48C7-B431-06653A9B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915D9A3-18FC-4F70-BE8E-E89F9334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837D34E8-F032-4390-95EF-CECB647F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발주처의 현황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8822C14-5E75-447A-BA17-17C4D8E0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A2499B8E-8888-41E0-8B81-489E19F2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해결해야 할 과제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981E529A-9627-4350-B243-A6DA91A2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8233178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B9CBC08A-ABE3-46B2-BCA8-A6D9E729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사업 목표와 적용 범위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8060EFDF-19D1-485C-AAE7-B196C669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C5BD26D-CFC4-46A0-B705-331EACF7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79575E84-FDDA-4F33-A863-3C663B4F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대상과 범위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80C3758-E841-4B58-9C92-095DF908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AE910BF9-6C0F-4636-B773-65C23137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정량 목표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82C5C1AE-B580-4755-9624-DDBC93CB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47CED1EA-F183-4A05-8422-960C8894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적용 조건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F142ABEE-468C-4550-AE63-3C6F1A85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7029698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A4BB3F67-CD51-4937-B4C0-D3358622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요구사항 대응 계획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E7BC0494-EBF5-4267-8B40-EBCBBF15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04C7C797-45B6-492F-A51F-7314FEB4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</a:t>
                      </a:r>
                    </a:p>
                  </a:txBody>
                  <a:tcPr marL="171450" marR="171450" marT="152400" marB="114300" anchor="ctr">
                    <a:solidFill>
                      <a:srgbClr val="127A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수행 방안</a:t>
                      </a:r>
                    </a:p>
                  </a:txBody>
                  <a:tcPr marL="171450" marR="171450" marT="152400" marB="114300" anchor="ctr">
                    <a:solidFill>
                      <a:srgbClr val="127A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근거</a:t>
                      </a:r>
                    </a:p>
                  </a:txBody>
                  <a:tcPr marL="171450" marR="171450" marT="152400" marB="114300" anchor="ctr">
                    <a:solidFill>
                      <a:srgbClr val="127A9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DF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DF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DFF0F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6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B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DF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DF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DFF0F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6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B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58697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3C5A8680-28EB-44C2-ABE5-690C86A4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평가항목별 제안 근거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6D13453B-5313-4033-8065-EAE17C6C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DF77144A-CDF1-49AD-A587-35E8FBC0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평가항목</a:t>
                      </a:r>
                    </a:p>
                  </a:txBody>
                  <a:tcPr marL="171450" marR="171450" marT="152400" marB="114300" anchor="ctr">
                    <a:solidFill>
                      <a:srgbClr val="127A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제안 내용</a:t>
                      </a:r>
                    </a:p>
                  </a:txBody>
                  <a:tcPr marL="171450" marR="171450" marT="152400" marB="114300" anchor="ctr">
                    <a:solidFill>
                      <a:srgbClr val="127A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증빙·관련 페이지</a:t>
                      </a:r>
                    </a:p>
                  </a:txBody>
                  <a:tcPr marL="171450" marR="171450" marT="152400" marB="114300" anchor="ctr">
                    <a:solidFill>
                      <a:srgbClr val="127A9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DF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DF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DFF0F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6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B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DF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DF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DFF0F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6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B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03672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0B2C8DA5-2113-47FB-9351-554BE51D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핵심 수행 전략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DB3F7624-B828-4FC8-A32D-BB73BF51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BEEDD5D5-77E4-45A9-851C-D204A697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279172DF-B578-46FE-92A6-C0630ED5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접근 방법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9215D30C-281B-4F36-8F85-CEE9C768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853DF055-2709-40EA-B269-109CA96C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수행의 차별점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4BCA8D52-8AA9-4C26-B039-30C6D237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B2AD7B46-2A02-4C3C-B8D6-8F9DB069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실행 조건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A1A22F5E-9229-472A-8D4B-4AB9548A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0010534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title">
            <a:extLst xmlns:a="http://schemas.openxmlformats.org/drawingml/2006/main">
              <a:ext uri="{FF2B5EF4-FFF2-40B4-BE49-F238E27FC236}">
                <a16:creationId xmlns:a16="http://schemas.microsoft.com/office/drawing/2014/main" id="{50581DEC-8937-415F-A047-0698DC78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단계별 수행 절차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ABA98DC7-1BAE-423A-BF9F-ACF96590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92F7A3A-23AF-4548-AE40-32896B31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6F0B9958-C4FA-41D0-A988-8A6BA58A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419EB1BA-D38F-48C7-A572-FA10F54B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착수·요건 확인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C35DEB7C-5B95-4662-8426-51FFCF3B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FE6A4A96-BB9E-41BF-8087-F8DCA560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89718574-89BB-41BE-8331-AF413DC8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설계·준비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99F2D0AC-5098-4635-8B86-39A09DAA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42B63284-5EE2-4E5F-8E89-67F2BD80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1F9ECCD4-04B9-426A-8B52-6AD137B0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실행·점검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F5541222-9D7A-46E8-AFA9-FB2579CC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3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808EECB9-3DD8-4BAF-9265-6DAA1EF1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BB0233D9-C5D7-426C-9C24-67543262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검증·인계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F83C5764-7AF0-4A1F-A930-6D75FD85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</p:spTree>
    <p:extLst>
      <p:ext uri="{BB962C8B-B14F-4D97-AF65-F5344CB8AC3E}">
        <p14:creationId xmlns:p14="http://schemas.microsoft.com/office/powerpoint/2010/main" val="8008927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C408E432-CDCE-499F-8823-0B4F5A29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세부 과업 수행 방안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1788B813-9AEA-471E-A863-88F4D8D9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11CE72F-C3A2-49DD-A731-FE07EC6D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74A69F70-9827-49AF-ACB9-2A37ED43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주요 과업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1FED16B-4B03-4E72-8411-21AE7E70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B22E191F-437C-4249-A8B5-C889C7AE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수행 방법과 산출물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FF9F1226-6B1C-4F5E-ABEA-E8DF540C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4600669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0C5E5DD7-0F2E-47E0-AC74-F9F97B40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추진 일정과 마일스톤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492BA7CF-61FB-4B39-B7F2-FBAB86C2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F931265B-9363-4518-9089-BB035A21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171450" marR="171450" marT="152400" marB="114300" anchor="ctr">
                    <a:solidFill>
                      <a:srgbClr val="127A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</a:t>
                      </a:r>
                    </a:p>
                  </a:txBody>
                  <a:tcPr marL="171450" marR="171450" marT="152400" marB="114300" anchor="ctr">
                    <a:solidFill>
                      <a:srgbClr val="127A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활동</a:t>
                      </a:r>
                    </a:p>
                  </a:txBody>
                  <a:tcPr marL="171450" marR="171450" marT="152400" marB="114300" anchor="ctr">
                    <a:solidFill>
                      <a:srgbClr val="127A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127A9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DF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DF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DF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DFF0F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6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B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DF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DF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DF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DFF0F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6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B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8100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72200CE2-31E2-4F89-951E-2AB73302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수행 조직과 역할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D25318D6-B172-4D08-965B-9FB40E9B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1848C15-9273-423C-8432-E4E2FDC5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171450" marR="171450" marT="152400" marB="114300" anchor="ctr">
                    <a:solidFill>
                      <a:srgbClr val="127A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담당·투입 조건</a:t>
                      </a:r>
                    </a:p>
                  </a:txBody>
                  <a:tcPr marL="171450" marR="171450" marT="152400" marB="114300" anchor="ctr">
                    <a:solidFill>
                      <a:srgbClr val="127A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책임과 수행 내용</a:t>
                      </a:r>
                    </a:p>
                  </a:txBody>
                  <a:tcPr marL="171450" marR="171450" marT="152400" marB="114300" anchor="ctr">
                    <a:solidFill>
                      <a:srgbClr val="127A9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DF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DF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DFF0F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6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B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DF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DF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DFF0F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6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B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60422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title">
            <a:extLst xmlns:a="http://schemas.openxmlformats.org/drawingml/2006/main">
              <a:ext uri="{FF2B5EF4-FFF2-40B4-BE49-F238E27FC236}">
                <a16:creationId xmlns:a16="http://schemas.microsoft.com/office/drawing/2014/main" id="{47C00A45-F5DF-41D2-8717-AF44EE21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보고와 의사결정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C511454F-3ABA-45C7-B734-DB40DE81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1B45AA6C-A99E-4C60-8EF6-31EE2B3B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4507A2F4-D906-4ABF-83D8-F526B5C8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E574D9B6-7454-4C4A-A263-36AD0B4F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진행 현황 보고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4B25EB15-4C01-46B7-89E2-20FB553B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650D7375-C00B-473D-9EFF-70BACFFF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4E344428-2BB8-4213-A7CB-4BD29D26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쟁점 검토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2193E553-EA3E-4CAF-8075-4DEE1F46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CFFCE826-D38E-4315-B3BD-44BE4EFA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050924F0-FE4D-40E9-8F11-E342C04D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발주처 협의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DE6285A7-640A-425F-A207-CE212B60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3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BF83178E-7C84-4F20-9DFC-150E794F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A1AD14A4-DCD7-4E56-B80B-334A99EC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변경사항 반영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6F559287-11DE-4EE0-A5DC-F21F4AC5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</p:spTree>
    <p:extLst>
      <p:ext uri="{BB962C8B-B14F-4D97-AF65-F5344CB8AC3E}">
        <p14:creationId xmlns:p14="http://schemas.microsoft.com/office/powerpoint/2010/main" val="154403457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939FC423-85EE-4F67-8860-2F2B251E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품질관리와 검수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A521FEF-39E5-4D18-9A1A-038F68FB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BA14B13F-BBA7-495F-9048-276ABF05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61417122-EE3D-42AE-A604-F71F2192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품질 기준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2873069-2AF0-45A8-A677-7CFEBF9F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43F27609-8564-4300-A1CD-2DD975A1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검증 방법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1136FB2F-99D4-4CEE-9DE5-B2F6D5F9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18D4A9F7-6826-43EF-89D5-146685DD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보완과 재검수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DB99C991-DD7D-4619-B292-471B56C3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1381065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696EACD9-2864-4B63-A791-3004C159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위험과 대응 계획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1303C523-1CB4-49AC-967B-EF64421B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51565919-A695-4BC2-B7F8-169BA602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 요인</a:t>
                      </a:r>
                    </a:p>
                  </a:txBody>
                  <a:tcPr marL="171450" marR="171450" marT="152400" marB="114300" anchor="ctr">
                    <a:solidFill>
                      <a:srgbClr val="127A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예방·대응 방안</a:t>
                      </a:r>
                    </a:p>
                  </a:txBody>
                  <a:tcPr marL="171450" marR="171450" marT="152400" marB="114300" anchor="ctr">
                    <a:solidFill>
                      <a:srgbClr val="127A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담당·점검 기준</a:t>
                      </a:r>
                    </a:p>
                  </a:txBody>
                  <a:tcPr marL="171450" marR="171450" marT="152400" marB="114300" anchor="ctr">
                    <a:solidFill>
                      <a:srgbClr val="127A9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DF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DF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DFF0F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6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B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DF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DF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DFF0F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6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B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63652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4AB92386-C68E-4769-B811-C65BF839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정보보호와 준수사항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C97250A-9D9E-43B0-8BAB-7A4AE42A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3E716157-CF55-4507-A8B8-F5914FF9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DF660E7D-3EB7-4540-A29F-2C1117F7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보호 대상과 준수 기준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983109E3-0238-40D3-9608-E3932A30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19500334-91A8-4E08-AFB2-163D8677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통제 방법과 점검 기록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74EECF3F-3FD6-4C83-98C5-4B20FB73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67063176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D2571DAE-834A-4DF0-B3E6-499A0104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성과지표와 측정 방법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634E7DA2-FA7D-4372-8664-88B38F4B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2B1E3F71-5011-4C2F-9FF7-A4B65F84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성과지표</a:t>
                      </a:r>
                    </a:p>
                  </a:txBody>
                  <a:tcPr marL="171450" marR="171450" marT="152400" marB="114300" anchor="ctr">
                    <a:solidFill>
                      <a:srgbClr val="127A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목표·근거</a:t>
                      </a:r>
                    </a:p>
                  </a:txBody>
                  <a:tcPr marL="171450" marR="171450" marT="152400" marB="114300" anchor="ctr">
                    <a:solidFill>
                      <a:srgbClr val="127A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방법·주기</a:t>
                      </a:r>
                    </a:p>
                  </a:txBody>
                  <a:tcPr marL="171450" marR="171450" marT="152400" marB="114300" anchor="ctr">
                    <a:solidFill>
                      <a:srgbClr val="127A9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DF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DF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DFF0F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6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B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DF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DF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DFF0F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6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B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49532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5F3F9FDE-5322-456A-8D35-C9C74C63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수행 역량과 검증 자료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4553C510-D62A-424E-89CE-AECF3520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3A3FFD3A-E6D0-4B88-B3D4-01AF2B0F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289516D1-3939-4FAE-9C55-C3730B0C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관련 역량과 수행 경험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E37412FC-C6AB-49B4-959B-626C9093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1D9D7738-81A9-486B-A891-31DB1FC3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확인 가능한 증빙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DC17DB0F-E5EF-48C0-9829-BED4D469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60124433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23403A44-D074-4A5C-82C1-8911DD2D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산출물과 완료 기준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755A4B5-0316-4936-86EC-A7F61B04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19C3B15-9365-4C25-9E95-8CBAD0B5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산출물</a:t>
                      </a:r>
                    </a:p>
                  </a:txBody>
                  <a:tcPr marL="171450" marR="171450" marT="152400" marB="114300" anchor="ctr">
                    <a:solidFill>
                      <a:srgbClr val="127A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제출·인계 방법</a:t>
                      </a:r>
                    </a:p>
                  </a:txBody>
                  <a:tcPr marL="171450" marR="171450" marT="152400" marB="114300" anchor="ctr">
                    <a:solidFill>
                      <a:srgbClr val="127A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127A9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DF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DF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DFF0F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6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B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DF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DF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DFF0F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6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41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B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845051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6E35A0AC-4467-462D-B3A5-084455C0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제안의 핵심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0B89D922-29A1-4A64-936E-4E5C527C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100584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defRPr>
            </a:pPr>
            <a:r>
              <a:rPr sz="5100" b="1">
                <a:solidFill>
                  <a:srgbClr val="174150"/>
                </a:solidFill>
                <a:latin typeface="Malgun Gothic"/>
                <a:ea typeface="Malgun Gothic"/>
                <a:cs typeface="Malgun Gothic"/>
              </a:rPr>
              <a:t>수행 범위 확인 필요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EBF2686E-1BDC-48EB-8812-2FFCA731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14925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27A96"/>
                </a:solidFill>
                <a:latin typeface="Malgun Gothic"/>
                <a:ea typeface="Malgun Gothic"/>
                <a:cs typeface="Malgun Gothic"/>
              </a:rPr>
              <a:t>협의 사항 확인 필요</a:t>
            </a:r>
          </a:p>
        </p:txBody>
      </p:sp>
    </p:spTree>
    <p:extLst>
      <p:ext uri="{BB962C8B-B14F-4D97-AF65-F5344CB8AC3E}">
        <p14:creationId xmlns:p14="http://schemas.microsoft.com/office/powerpoint/2010/main" val="5154531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2026-09-25T07:46:24.5740000Z</dcterms:created>
  <dcterms:modified xsi:type="dcterms:W3CDTF">2026-09-25T07:46:24.5740000Z</dcterms:modified>
</coreProperties>
</file>