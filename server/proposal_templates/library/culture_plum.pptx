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05289c0164147" /><Relationship Type="http://schemas.openxmlformats.org/officeDocument/2006/relationships/extended-properties" Target="/docProps/app.xml" Id="R15d93e8134ac463c" /><Relationship Type="http://schemas.openxmlformats.org/officeDocument/2006/relationships/officeDocument" Target="/ppt/presentation.xml" Id="Rfbb6a97baf69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ef72335aa47f1"/>
  </p:sldMasterIdLst>
  <p:notesMasterIdLst>
    <p:notesMasterId xmlns:r="http://schemas.openxmlformats.org/officeDocument/2006/relationships" r:id="R1eb520fb8d134173"/>
  </p:notesMasterIdLst>
  <p:sldIdLst>
    <p:sldId xmlns:r="http://schemas.openxmlformats.org/officeDocument/2006/relationships" id="256" r:id="R746734faa53142f5"/>
    <p:sldId xmlns:r="http://schemas.openxmlformats.org/officeDocument/2006/relationships" id="257" r:id="Rc937a66f03d94018"/>
    <p:sldId xmlns:r="http://schemas.openxmlformats.org/officeDocument/2006/relationships" id="258" r:id="R0d36c38ea7094ba0"/>
    <p:sldId xmlns:r="http://schemas.openxmlformats.org/officeDocument/2006/relationships" id="259" r:id="Ra8d92539d00e4410"/>
    <p:sldId xmlns:r="http://schemas.openxmlformats.org/officeDocument/2006/relationships" id="260" r:id="R3b8c77ac598147be"/>
    <p:sldId xmlns:r="http://schemas.openxmlformats.org/officeDocument/2006/relationships" id="261" r:id="Rb36efe5a116c45ae"/>
    <p:sldId xmlns:r="http://schemas.openxmlformats.org/officeDocument/2006/relationships" id="262" r:id="Rb016eeef5b794392"/>
    <p:sldId xmlns:r="http://schemas.openxmlformats.org/officeDocument/2006/relationships" id="263" r:id="R5b70f5e5b2f54e08"/>
    <p:sldId xmlns:r="http://schemas.openxmlformats.org/officeDocument/2006/relationships" id="264" r:id="Rf8048ce8cbaa44a5"/>
    <p:sldId xmlns:r="http://schemas.openxmlformats.org/officeDocument/2006/relationships" id="265" r:id="R590fe11f449b46a8"/>
    <p:sldId xmlns:r="http://schemas.openxmlformats.org/officeDocument/2006/relationships" id="266" r:id="R133a7488343b4b1d"/>
    <p:sldId xmlns:r="http://schemas.openxmlformats.org/officeDocument/2006/relationships" id="267" r:id="R1cd6bb75a5fc4f2e"/>
    <p:sldId xmlns:r="http://schemas.openxmlformats.org/officeDocument/2006/relationships" id="268" r:id="Rf397a2d36bf54ba2"/>
    <p:sldId xmlns:r="http://schemas.openxmlformats.org/officeDocument/2006/relationships" id="269" r:id="R2f5782e8bb3b48f3"/>
    <p:sldId xmlns:r="http://schemas.openxmlformats.org/officeDocument/2006/relationships" id="270" r:id="R00cb99620f4a4ade"/>
    <p:sldId xmlns:r="http://schemas.openxmlformats.org/officeDocument/2006/relationships" id="271" r:id="R45b65dc243e14b6b"/>
    <p:sldId xmlns:r="http://schemas.openxmlformats.org/officeDocument/2006/relationships" id="272" r:id="Rb276a883d426406a"/>
    <p:sldId xmlns:r="http://schemas.openxmlformats.org/officeDocument/2006/relationships" id="273" r:id="Raf3cae1f8f044f54"/>
    <p:sldId xmlns:r="http://schemas.openxmlformats.org/officeDocument/2006/relationships" id="274" r:id="R6c61d67c48b0424a"/>
    <p:sldId xmlns:r="http://schemas.openxmlformats.org/officeDocument/2006/relationships" id="275" r:id="Ra0b869fb57ef49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9db390b8e43c5" /><Relationship Type="http://schemas.openxmlformats.org/officeDocument/2006/relationships/slideMaster" Target="/ppt/slideMasters/slideMaster1.xml" Id="R2d3ef72335aa47f1" /><Relationship Type="http://schemas.openxmlformats.org/officeDocument/2006/relationships/notesMaster" Target="/ppt/notesMasters/notesMaster1.xml" Id="R1eb520fb8d134173" /><Relationship Type="http://schemas.openxmlformats.org/officeDocument/2006/relationships/presProps" Target="/ppt/presProps.xml" Id="R2babdef0795f4fb4" /><Relationship Type="http://schemas.openxmlformats.org/officeDocument/2006/relationships/tableStyles" Target="/ppt/tableStyles.xml" Id="Rc045abe2509648a3" /><Relationship Type="http://schemas.openxmlformats.org/officeDocument/2006/relationships/slide" Target="/ppt/slides/slide1.xml" Id="R746734faa53142f5" /><Relationship Type="http://schemas.openxmlformats.org/officeDocument/2006/relationships/slide" Target="/ppt/slides/slide2.xml" Id="Rc937a66f03d94018" /><Relationship Type="http://schemas.openxmlformats.org/officeDocument/2006/relationships/slide" Target="/ppt/slides/slide3.xml" Id="R0d36c38ea7094ba0" /><Relationship Type="http://schemas.openxmlformats.org/officeDocument/2006/relationships/slide" Target="/ppt/slides/slide4.xml" Id="Ra8d92539d00e4410" /><Relationship Type="http://schemas.openxmlformats.org/officeDocument/2006/relationships/slide" Target="/ppt/slides/slide5.xml" Id="R3b8c77ac598147be" /><Relationship Type="http://schemas.openxmlformats.org/officeDocument/2006/relationships/slide" Target="/ppt/slides/slide6.xml" Id="Rb36efe5a116c45ae" /><Relationship Type="http://schemas.openxmlformats.org/officeDocument/2006/relationships/slide" Target="/ppt/slides/slide7.xml" Id="Rb016eeef5b794392" /><Relationship Type="http://schemas.openxmlformats.org/officeDocument/2006/relationships/slide" Target="/ppt/slides/slide8.xml" Id="R5b70f5e5b2f54e08" /><Relationship Type="http://schemas.openxmlformats.org/officeDocument/2006/relationships/slide" Target="/ppt/slides/slide9.xml" Id="Rf8048ce8cbaa44a5" /><Relationship Type="http://schemas.openxmlformats.org/officeDocument/2006/relationships/slide" Target="/ppt/slides/slide10.xml" Id="R590fe11f449b46a8" /><Relationship Type="http://schemas.openxmlformats.org/officeDocument/2006/relationships/slide" Target="/ppt/slides/slide11.xml" Id="R133a7488343b4b1d" /><Relationship Type="http://schemas.openxmlformats.org/officeDocument/2006/relationships/slide" Target="/ppt/slides/slide12.xml" Id="R1cd6bb75a5fc4f2e" /><Relationship Type="http://schemas.openxmlformats.org/officeDocument/2006/relationships/slide" Target="/ppt/slides/slide13.xml" Id="Rf397a2d36bf54ba2" /><Relationship Type="http://schemas.openxmlformats.org/officeDocument/2006/relationships/slide" Target="/ppt/slides/slide14.xml" Id="R2f5782e8bb3b48f3" /><Relationship Type="http://schemas.openxmlformats.org/officeDocument/2006/relationships/slide" Target="/ppt/slides/slide15.xml" Id="R00cb99620f4a4ade" /><Relationship Type="http://schemas.openxmlformats.org/officeDocument/2006/relationships/slide" Target="/ppt/slides/slide16.xml" Id="R45b65dc243e14b6b" /><Relationship Type="http://schemas.openxmlformats.org/officeDocument/2006/relationships/slide" Target="/ppt/slides/slide17.xml" Id="Rb276a883d426406a" /><Relationship Type="http://schemas.openxmlformats.org/officeDocument/2006/relationships/slide" Target="/ppt/slides/slide18.xml" Id="Raf3cae1f8f044f54" /><Relationship Type="http://schemas.openxmlformats.org/officeDocument/2006/relationships/slide" Target="/ppt/slides/slide19.xml" Id="R6c61d67c48b0424a" /><Relationship Type="http://schemas.openxmlformats.org/officeDocument/2006/relationships/slide" Target="/ppt/slides/slide20.xml" Id="Ra0b869fb57ef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7f7381da25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6d056dfc343eb" /><Relationship Type="http://schemas.openxmlformats.org/officeDocument/2006/relationships/notesMaster" Target="/ppt/notesMasters/notesMaster1.xml" Id="Rbe58bdaac459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5d401bc9f42e2" /><Relationship Type="http://schemas.openxmlformats.org/officeDocument/2006/relationships/notesMaster" Target="/ppt/notesMasters/notesMaster1.xml" Id="R74e5c8247615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90ba3bc8540ec" /><Relationship Type="http://schemas.openxmlformats.org/officeDocument/2006/relationships/notesMaster" Target="/ppt/notesMasters/notesMaster1.xml" Id="R6700242ea29444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783fa1c824b86" /><Relationship Type="http://schemas.openxmlformats.org/officeDocument/2006/relationships/notesMaster" Target="/ppt/notesMasters/notesMaster1.xml" Id="R612b4843656e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9d0ada56d34d47" /><Relationship Type="http://schemas.openxmlformats.org/officeDocument/2006/relationships/notesMaster" Target="/ppt/notesMasters/notesMaster1.xml" Id="R7d9a7a1241784b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3a811138ba4745" /><Relationship Type="http://schemas.openxmlformats.org/officeDocument/2006/relationships/notesMaster" Target="/ppt/notesMasters/notesMaster1.xml" Id="R32792e496dc8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14672c41874929" /><Relationship Type="http://schemas.openxmlformats.org/officeDocument/2006/relationships/notesMaster" Target="/ppt/notesMasters/notesMaster1.xml" Id="R952dc1ea28fc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767627a1344e67" /><Relationship Type="http://schemas.openxmlformats.org/officeDocument/2006/relationships/notesMaster" Target="/ppt/notesMasters/notesMaster1.xml" Id="R13fa3efee7a343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07ad9dc58483b" /><Relationship Type="http://schemas.openxmlformats.org/officeDocument/2006/relationships/notesMaster" Target="/ppt/notesMasters/notesMaster1.xml" Id="Rf949700b4e4b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ce9d2a25574c40" /><Relationship Type="http://schemas.openxmlformats.org/officeDocument/2006/relationships/notesMaster" Target="/ppt/notesMasters/notesMaster1.xml" Id="R7cc57d632bc94d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df7b977fde485a" /><Relationship Type="http://schemas.openxmlformats.org/officeDocument/2006/relationships/notesMaster" Target="/ppt/notesMasters/notesMaster1.xml" Id="Ra8c1df7026984f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955842a9b740f6" /><Relationship Type="http://schemas.openxmlformats.org/officeDocument/2006/relationships/notesMaster" Target="/ppt/notesMasters/notesMaster1.xml" Id="Rb84f941c95c04d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99b6ebba5441b1" /><Relationship Type="http://schemas.openxmlformats.org/officeDocument/2006/relationships/notesMaster" Target="/ppt/notesMasters/notesMaster1.xml" Id="Rcfd5a30823564f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0357ac85694ff7" /><Relationship Type="http://schemas.openxmlformats.org/officeDocument/2006/relationships/notesMaster" Target="/ppt/notesMasters/notesMaster1.xml" Id="Rc20a3890129246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70dbd999d4487c" /><Relationship Type="http://schemas.openxmlformats.org/officeDocument/2006/relationships/notesMaster" Target="/ppt/notesMasters/notesMaster1.xml" Id="R8a611082b44b4f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b808df377642d1" /><Relationship Type="http://schemas.openxmlformats.org/officeDocument/2006/relationships/notesMaster" Target="/ppt/notesMasters/notesMaster1.xml" Id="R3c3ef8b400494d7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8d78d0ef71454f" /><Relationship Type="http://schemas.openxmlformats.org/officeDocument/2006/relationships/notesMaster" Target="/ppt/notesMasters/notesMaster1.xml" Id="Ra6ae426a96a34f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af774087634040" /><Relationship Type="http://schemas.openxmlformats.org/officeDocument/2006/relationships/notesMaster" Target="/ppt/notesMasters/notesMaster1.xml" Id="Rfcdbf78e7f5a4d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0cf83fbcf64057" /><Relationship Type="http://schemas.openxmlformats.org/officeDocument/2006/relationships/notesMaster" Target="/ppt/notesMasters/notesMaster1.xml" Id="Rd96071d2bfe344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b87a73afc54e81" /><Relationship Type="http://schemas.openxmlformats.org/officeDocument/2006/relationships/notesMaster" Target="/ppt/notesMasters/notesMaster1.xml" Id="R76b8b3d75dcd4b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컬처 플럼.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2b13ad5c6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215acacc24ba9" /><Relationship Type="http://schemas.openxmlformats.org/officeDocument/2006/relationships/slideLayout" Target="/ppt/slideLayouts/slideLayout1.xml" Id="Rad55b0bb195949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55b0bb195949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876faa174e94" /><Relationship Type="http://schemas.openxmlformats.org/officeDocument/2006/relationships/image" Target="/ppt/media/image.png" Id="Rdcfba821093d4d68" /><Relationship Type="http://schemas.openxmlformats.org/officeDocument/2006/relationships/notesSlide" Target="/ppt/notesSlides/notesSlide1.xml" Id="R287f2e444431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466f9bc8b4f9f" /><Relationship Type="http://schemas.openxmlformats.org/officeDocument/2006/relationships/notesSlide" Target="/ppt/notesSlides/notesSlide2.xml" Id="Re9b447857202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f810df7cc44d9" /><Relationship Type="http://schemas.openxmlformats.org/officeDocument/2006/relationships/notesSlide" Target="/ppt/notesSlides/notesSlide3.xml" Id="Rf24a5a07239740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02532f0174869" /><Relationship Type="http://schemas.openxmlformats.org/officeDocument/2006/relationships/notesSlide" Target="/ppt/notesSlides/notesSlide4.xml" Id="Read94ce6ec9343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e92092d5b4971" /><Relationship Type="http://schemas.openxmlformats.org/officeDocument/2006/relationships/notesSlide" Target="/ppt/notesSlides/notesSlide5.xml" Id="R04ff52e1214c47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39ff497c14a24" /><Relationship Type="http://schemas.openxmlformats.org/officeDocument/2006/relationships/notesSlide" Target="/ppt/notesSlides/notesSlide6.xml" Id="R1d4f91152c3a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ac9524cd4bb6" /><Relationship Type="http://schemas.openxmlformats.org/officeDocument/2006/relationships/notesSlide" Target="/ppt/notesSlides/notesSlide7.xml" Id="R9d9e0d9ab8ac4b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2caafd2614d85" /><Relationship Type="http://schemas.openxmlformats.org/officeDocument/2006/relationships/notesSlide" Target="/ppt/notesSlides/notesSlide8.xml" Id="R2f3f81322a6d42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5f678e2047f3" /><Relationship Type="http://schemas.openxmlformats.org/officeDocument/2006/relationships/notesSlide" Target="/ppt/notesSlides/notesSlide9.xml" Id="Ra033f7e09aa8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7afb78a49464a" /><Relationship Type="http://schemas.openxmlformats.org/officeDocument/2006/relationships/notesSlide" Target="/ppt/notesSlides/notesSlide10.xml" Id="Rd1d8418620934d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347ae1b384794" /><Relationship Type="http://schemas.openxmlformats.org/officeDocument/2006/relationships/notesSlide" Target="/ppt/notesSlides/notesSlide11.xml" Id="R7c51a1391c6f48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feb5e9cc846ab" /><Relationship Type="http://schemas.openxmlformats.org/officeDocument/2006/relationships/notesSlide" Target="/ppt/notesSlides/notesSlide12.xml" Id="Rbef1297a5e5743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85e74d704f2f" /><Relationship Type="http://schemas.openxmlformats.org/officeDocument/2006/relationships/notesSlide" Target="/ppt/notesSlides/notesSlide13.xml" Id="R16a2842f972740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042ded1e4c14" /><Relationship Type="http://schemas.openxmlformats.org/officeDocument/2006/relationships/notesSlide" Target="/ppt/notesSlides/notesSlide14.xml" Id="R3db11a387cd54d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bcb12946b4184" /><Relationship Type="http://schemas.openxmlformats.org/officeDocument/2006/relationships/notesSlide" Target="/ppt/notesSlides/notesSlide15.xml" Id="R32e6105b08e645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4bdfd22dc4c7a" /><Relationship Type="http://schemas.openxmlformats.org/officeDocument/2006/relationships/notesSlide" Target="/ppt/notesSlides/notesSlide16.xml" Id="R0f821d2620d648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f4da8862d4692" /><Relationship Type="http://schemas.openxmlformats.org/officeDocument/2006/relationships/notesSlide" Target="/ppt/notesSlides/notesSlide17.xml" Id="R18c72a9cde1e47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3e07e75644431" /><Relationship Type="http://schemas.openxmlformats.org/officeDocument/2006/relationships/notesSlide" Target="/ppt/notesSlides/notesSlide18.xml" Id="R91228eb0497747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735cd64ae4c2d" /><Relationship Type="http://schemas.openxmlformats.org/officeDocument/2006/relationships/notesSlide" Target="/ppt/notesSlides/notesSlide19.xml" Id="Re7d20f98126541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4b5193fab4b85" /><Relationship Type="http://schemas.openxmlformats.org/officeDocument/2006/relationships/image" Target="/ppt/media/image2.png" Id="R52f841032e6a4123" /><Relationship Type="http://schemas.openxmlformats.org/officeDocument/2006/relationships/notesSlide" Target="/ppt/notesSlides/notesSlide20.xml" Id="R38b4ad08a4684a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a821093d4d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1488276F-F51A-4056-8FF1-62477ED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3BFB5AAC-4C00-4A70-A163-74FED2B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0F00F41-DA9A-4197-B74C-580A5F4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962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0FC01BC-37FB-4CFD-9660-B7BE52F7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50021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AF03253-EB75-419C-B1C7-2880282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65D0253-B0A6-45ED-8B1F-6F3E066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AE40B48-17E4-45DC-B47D-DAB481A5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3B2AC5D-92D9-4698-81DB-0C0EEF1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378FF4F-5401-4F39-A401-7FA6F867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62C1E02-F5E6-4F9C-9CDF-1F7D0FC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51DD28E-49CF-4591-8DC2-E72720A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3B643E7-4446-497D-9B53-F436E222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3E93F0E-C1BE-43C2-96EF-C92773C2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4DE4CAB-DA62-47F7-8A9F-5E69852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60FABB56-D4CE-43BD-A8A0-31865D5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516465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D895EC25-CE5B-48E9-B0D5-8801B07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74C8172-6BCD-484E-A17D-3A69B727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82DD1F0-0892-46B1-A495-94B29AA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065F8B5-E8A6-403A-8068-7959A44D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FE0A8A0-B75E-4453-8315-CAF544F8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B2BE95-3265-4488-B4C9-82DD243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5FD3BA7-F131-46D9-A828-CB33819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B5EFA1D-630C-47D5-8294-EAC15F5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FA7312E-C6E1-4D9C-AD87-E4C20BAF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7F0D85E-271A-488B-B14E-AF61CC5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08172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D18536FD-35C1-4F39-B31C-2247705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5AF11F7-83C0-43C8-B9DE-EF91A9F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1AB1B98-98F8-4E02-9839-7AA64E3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487F98C-F560-43AB-AFE4-F67AD6D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49F26CF-82C7-4A41-92AD-F260CD9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1EA0C95-6E5F-4FD7-983D-76D63A38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139972D-5634-4DAB-AFEC-C0EDD31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37321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9AD4E50-EDD0-4D1E-9D6C-2E8BC7F8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5CBB4C6-3E96-4895-9C4C-F3BE055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74E4F32-5528-486C-9361-C12E3F6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16DF7B7-34E0-45BB-8DF4-C43981F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D993997-F06A-4224-A60D-BD0CADD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7FEB888-C11B-4B75-9D5A-0115CF43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021A589-A7F0-4D38-A5E9-B77BA26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7B104A6-112C-4223-927B-DA04979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3DBA235-89F3-48C6-A442-6CF33E1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17801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2F00BB73-1490-4327-AEB1-E683D73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EA46F2D-A014-4A8A-B2FF-2F8116A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AF41073-BE90-4BD5-8273-4EA594D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012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12F8969-CDF6-4774-957D-6CFA099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C15DA3A-AA38-4967-908E-52605E5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2CA00B8-5C20-4367-975F-B45B6B34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93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4D0A521-F99D-40C6-807D-295DF0AF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A2EABE5-BD47-4995-84BF-2FA160E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43AC74-2398-4088-8DEA-4129D04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A2FD65-C1D8-4F4A-A7D1-88BDCF7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D1E055F-E18D-4645-8BC8-2174A95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3941855-6F19-44A6-ADE2-AFA5825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4C57667-9631-49AD-8770-907505DF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A83F5EB-76FF-4D7A-AA33-EAC6FB5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21C4741-258F-4A40-8472-F8E1B6F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94023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49117533-D831-4002-9FB1-3046A07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D2F17B9-CD4E-4605-9BE4-68746B9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F1D5D5D-A2E7-40FA-8865-39A838C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289B35C-C66F-4E3C-97F5-37EE5DC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36F4315-CE15-4749-A62E-5C407ED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416D156-0086-4A4C-AEF6-5A6A45B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E9C55AD-AF7A-4B19-A5F7-8E3C90A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2F36FB4-0732-4AE4-BD3C-E6F197BE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CF115D4-3BE0-4DAA-B166-368A48EF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E2DF7F9-D040-4B74-A7B2-B7CBD425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14F3949-7802-4449-A043-55798E19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893B69D-C31A-4730-83E6-24E8911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01B2CD3-F5E4-431F-AF1B-4216613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11F23303-2722-4F6B-867C-A2206A7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AEBB0B9-D2D1-4CF3-AB1C-BB91644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15750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9FDEB8F-3EBF-4842-AFDE-B1C4D771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5FB4955-C6D3-4A82-962F-C26ACF2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CF466A-7857-4023-85E2-6CA44FA5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CC4ABBF-AF6C-4D7D-B80B-B7CA046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2813E80-4F15-474E-906C-9936358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699257-A7A7-4ED3-9EB7-12D7FCF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9577FE3-D28A-4D39-9C63-5F4646D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82605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BCC0E6-8F50-441A-8C04-4C009BA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0770E23-12D4-474A-87F7-8D419956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227A438-13B8-4F86-A871-C4D0A894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210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479EB7F-715F-4ECB-B6A6-0CE7307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8F59D0-4FB2-442E-853B-4EAE654F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B7F91B2-9171-48CE-BBB8-5E74DDA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954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095BE795-6034-4245-B617-553172E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B492282-5BDF-40E2-9F0B-60A318B6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70DFA35-D96F-4BB8-B159-A3EA64A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CF3D379-71F9-4A37-8A7F-ECD141B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000DAE6-B498-4D86-A8BE-70B2D68E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087D0AA-00CD-4734-9E1D-22591A25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CC7A8B0-5398-45B8-8465-A63E7718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4BD0740-E8EB-4188-B58E-6F7BC7CF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6017F1F-ABBA-4C2A-B8B3-776E9934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AEFC43C-47D9-4277-8B6F-1F922169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0905F22-17E1-437B-BE1B-FC3355E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0F0847F-4181-4737-91EB-0B2A83B0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07702DB-D574-459F-8E08-5320EE1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E4F4B56-A4A5-439C-AE0B-B22193E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7B284974-47A3-4337-9D6C-69D1665F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8419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4949A7A-04E9-467E-8496-F1FD6343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6E3188F-7CD1-45A1-A97A-20642A7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6E077B4-68CB-4723-9A95-CFF3B1D3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2693992-7524-462C-93B8-214ACD0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1FF717-D837-4354-B6A6-9E98E0F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331BF9A-95F3-4DBB-9C47-EF7885A0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788A4A5-25BC-48E7-9225-4BFAAD0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00508DB-24E6-417E-AA8E-94C7BFEB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7C973F6-A2FA-4843-8793-8A47F28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4831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D7C5673-D157-432A-AD88-E8317B03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0D6A4DB-1885-43C6-B4E2-660D3484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C642D8C-38A5-4F0F-AC80-6C1346C7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6195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3588341E-4E74-4C29-94B2-251284B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847CF4A-80B4-4B1B-BCB4-ADB0DB9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3E5ACBE-A7A1-4A51-A468-57F8D72D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B1E4401-CC3F-490D-819F-052D1CB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48A3A2-1523-46D7-A121-FEB6D55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211BF87-7D25-433A-80F4-460F288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14B3B29-1654-4FAF-AB61-3633BDC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75876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40D96E-E53E-44E8-A3B9-93B818C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900FAA3-F9B9-4377-9031-9058D35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1EF5B3-41E9-41F4-B3C0-6AA14689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5684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BEB182-5B5D-4D84-9536-8B07D19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4F3338D-9D3A-4C42-8CD8-6D98229D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0B73FE5-4576-45B9-BB48-F45502D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D888746-2AB0-4A2A-9795-0DE99E7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10FFF39-076B-4B41-ADA3-5F7DAD10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4BA0D67-3D1E-4725-AC5C-EF9DAD3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6A52DB9-8442-4E4B-BD3C-00F36FA4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76589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10D8E65-D5C5-4BE5-B849-12F43C2D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8A5C085-BA60-435D-B807-4C813C42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83A0D98-703E-4C61-96B4-BC7AC20B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914B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2E6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F5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C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1471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841032e6a41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82C9983A-1615-46DC-B6B2-4FA7B80C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5726D1B9-8502-43FC-9303-4AA36AD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  <a:p xmlns:a="http://schemas.openxmlformats.org/drawingml/2006/main">
            <a:pPr algn="l">
              <a:def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B2F5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B6636DF-7F89-4A99-AFEC-AC74F27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962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0333A22-CBDB-4F06-8C23-C79FD08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14B8D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37389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2026-09-25T07:51:53.1000000Z</dcterms:created>
  <dcterms:modified xsi:type="dcterms:W3CDTF">2026-09-25T07:51:53.1000000Z</dcterms:modified>
</coreProperties>
</file>