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d1e2d2a0944749" /><Relationship Type="http://schemas.openxmlformats.org/officeDocument/2006/relationships/extended-properties" Target="/docProps/app.xml" Id="R1ec7120fdd0f4aaa" /><Relationship Type="http://schemas.openxmlformats.org/officeDocument/2006/relationships/officeDocument" Target="/ppt/presentation.xml" Id="Re7dce66188bc44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ee80ec56a94e38"/>
  </p:sldMasterIdLst>
  <p:notesMasterIdLst>
    <p:notesMasterId xmlns:r="http://schemas.openxmlformats.org/officeDocument/2006/relationships" r:id="R24ac3d86768c4dc8"/>
  </p:notesMasterIdLst>
  <p:sldIdLst>
    <p:sldId xmlns:r="http://schemas.openxmlformats.org/officeDocument/2006/relationships" id="256" r:id="R660c470856e841b7"/>
    <p:sldId xmlns:r="http://schemas.openxmlformats.org/officeDocument/2006/relationships" id="257" r:id="R989c09e525fa4a24"/>
    <p:sldId xmlns:r="http://schemas.openxmlformats.org/officeDocument/2006/relationships" id="258" r:id="R073f4913abdb417d"/>
    <p:sldId xmlns:r="http://schemas.openxmlformats.org/officeDocument/2006/relationships" id="259" r:id="Rf8c29fc97b4c42d2"/>
    <p:sldId xmlns:r="http://schemas.openxmlformats.org/officeDocument/2006/relationships" id="260" r:id="R80973162f4ed4293"/>
    <p:sldId xmlns:r="http://schemas.openxmlformats.org/officeDocument/2006/relationships" id="261" r:id="Ra45d852349c847fe"/>
    <p:sldId xmlns:r="http://schemas.openxmlformats.org/officeDocument/2006/relationships" id="262" r:id="R4fdb19ccca914cfc"/>
    <p:sldId xmlns:r="http://schemas.openxmlformats.org/officeDocument/2006/relationships" id="263" r:id="R88243c8c4e8b420e"/>
    <p:sldId xmlns:r="http://schemas.openxmlformats.org/officeDocument/2006/relationships" id="264" r:id="R5a68cc3b8eae40e8"/>
    <p:sldId xmlns:r="http://schemas.openxmlformats.org/officeDocument/2006/relationships" id="265" r:id="R79c9f6aeae084dc5"/>
    <p:sldId xmlns:r="http://schemas.openxmlformats.org/officeDocument/2006/relationships" id="266" r:id="R50824f67eeee46be"/>
    <p:sldId xmlns:r="http://schemas.openxmlformats.org/officeDocument/2006/relationships" id="267" r:id="Rb89dd0b5e71345d9"/>
    <p:sldId xmlns:r="http://schemas.openxmlformats.org/officeDocument/2006/relationships" id="268" r:id="R6e257a1d467c47dc"/>
    <p:sldId xmlns:r="http://schemas.openxmlformats.org/officeDocument/2006/relationships" id="269" r:id="Ra7534d9b6fc840c6"/>
    <p:sldId xmlns:r="http://schemas.openxmlformats.org/officeDocument/2006/relationships" id="270" r:id="Ree641ab9bffe422f"/>
    <p:sldId xmlns:r="http://schemas.openxmlformats.org/officeDocument/2006/relationships" id="271" r:id="R5d83d9ffeaea41d2"/>
    <p:sldId xmlns:r="http://schemas.openxmlformats.org/officeDocument/2006/relationships" id="272" r:id="R9ee3bac744cb4a51"/>
    <p:sldId xmlns:r="http://schemas.openxmlformats.org/officeDocument/2006/relationships" id="273" r:id="R904e0acc5d534c70"/>
    <p:sldId xmlns:r="http://schemas.openxmlformats.org/officeDocument/2006/relationships" id="274" r:id="Recf55ca843534507"/>
    <p:sldId xmlns:r="http://schemas.openxmlformats.org/officeDocument/2006/relationships" id="275" r:id="R1f7461e3a8f644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fe8b26fd384696" /><Relationship Type="http://schemas.openxmlformats.org/officeDocument/2006/relationships/slideMaster" Target="/ppt/slideMasters/slideMaster1.xml" Id="Ra5ee80ec56a94e38" /><Relationship Type="http://schemas.openxmlformats.org/officeDocument/2006/relationships/notesMaster" Target="/ppt/notesMasters/notesMaster1.xml" Id="R24ac3d86768c4dc8" /><Relationship Type="http://schemas.openxmlformats.org/officeDocument/2006/relationships/presProps" Target="/ppt/presProps.xml" Id="R3124e2b4c94b40f9" /><Relationship Type="http://schemas.openxmlformats.org/officeDocument/2006/relationships/tableStyles" Target="/ppt/tableStyles.xml" Id="Ree13e22b51d14215" /><Relationship Type="http://schemas.openxmlformats.org/officeDocument/2006/relationships/slide" Target="/ppt/slides/slide1.xml" Id="R660c470856e841b7" /><Relationship Type="http://schemas.openxmlformats.org/officeDocument/2006/relationships/slide" Target="/ppt/slides/slide2.xml" Id="R989c09e525fa4a24" /><Relationship Type="http://schemas.openxmlformats.org/officeDocument/2006/relationships/slide" Target="/ppt/slides/slide3.xml" Id="R073f4913abdb417d" /><Relationship Type="http://schemas.openxmlformats.org/officeDocument/2006/relationships/slide" Target="/ppt/slides/slide4.xml" Id="Rf8c29fc97b4c42d2" /><Relationship Type="http://schemas.openxmlformats.org/officeDocument/2006/relationships/slide" Target="/ppt/slides/slide5.xml" Id="R80973162f4ed4293" /><Relationship Type="http://schemas.openxmlformats.org/officeDocument/2006/relationships/slide" Target="/ppt/slides/slide6.xml" Id="Ra45d852349c847fe" /><Relationship Type="http://schemas.openxmlformats.org/officeDocument/2006/relationships/slide" Target="/ppt/slides/slide7.xml" Id="R4fdb19ccca914cfc" /><Relationship Type="http://schemas.openxmlformats.org/officeDocument/2006/relationships/slide" Target="/ppt/slides/slide8.xml" Id="R88243c8c4e8b420e" /><Relationship Type="http://schemas.openxmlformats.org/officeDocument/2006/relationships/slide" Target="/ppt/slides/slide9.xml" Id="R5a68cc3b8eae40e8" /><Relationship Type="http://schemas.openxmlformats.org/officeDocument/2006/relationships/slide" Target="/ppt/slides/slide10.xml" Id="R79c9f6aeae084dc5" /><Relationship Type="http://schemas.openxmlformats.org/officeDocument/2006/relationships/slide" Target="/ppt/slides/slide11.xml" Id="R50824f67eeee46be" /><Relationship Type="http://schemas.openxmlformats.org/officeDocument/2006/relationships/slide" Target="/ppt/slides/slide12.xml" Id="Rb89dd0b5e71345d9" /><Relationship Type="http://schemas.openxmlformats.org/officeDocument/2006/relationships/slide" Target="/ppt/slides/slide13.xml" Id="R6e257a1d467c47dc" /><Relationship Type="http://schemas.openxmlformats.org/officeDocument/2006/relationships/slide" Target="/ppt/slides/slide14.xml" Id="Ra7534d9b6fc840c6" /><Relationship Type="http://schemas.openxmlformats.org/officeDocument/2006/relationships/slide" Target="/ppt/slides/slide15.xml" Id="Ree641ab9bffe422f" /><Relationship Type="http://schemas.openxmlformats.org/officeDocument/2006/relationships/slide" Target="/ppt/slides/slide16.xml" Id="R5d83d9ffeaea41d2" /><Relationship Type="http://schemas.openxmlformats.org/officeDocument/2006/relationships/slide" Target="/ppt/slides/slide17.xml" Id="R9ee3bac744cb4a51" /><Relationship Type="http://schemas.openxmlformats.org/officeDocument/2006/relationships/slide" Target="/ppt/slides/slide18.xml" Id="R904e0acc5d534c70" /><Relationship Type="http://schemas.openxmlformats.org/officeDocument/2006/relationships/slide" Target="/ppt/slides/slide19.xml" Id="Recf55ca843534507" /><Relationship Type="http://schemas.openxmlformats.org/officeDocument/2006/relationships/slide" Target="/ppt/slides/slide20.xml" Id="R1f7461e3a8f644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200a1cd4654b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122a6799304b72" /><Relationship Type="http://schemas.openxmlformats.org/officeDocument/2006/relationships/notesMaster" Target="/ppt/notesMasters/notesMaster1.xml" Id="Rf2ab668a3aba46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3d68c5d4bf4a6c" /><Relationship Type="http://schemas.openxmlformats.org/officeDocument/2006/relationships/notesMaster" Target="/ppt/notesMasters/notesMaster1.xml" Id="R709322355aa444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a8e4146b82458f" /><Relationship Type="http://schemas.openxmlformats.org/officeDocument/2006/relationships/notesMaster" Target="/ppt/notesMasters/notesMaster1.xml" Id="Ra93e78ca860d4b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ede5232fda4bd7" /><Relationship Type="http://schemas.openxmlformats.org/officeDocument/2006/relationships/notesMaster" Target="/ppt/notesMasters/notesMaster1.xml" Id="Rb80cf3ad9cb544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69bf6202534115" /><Relationship Type="http://schemas.openxmlformats.org/officeDocument/2006/relationships/notesMaster" Target="/ppt/notesMasters/notesMaster1.xml" Id="Rc05eba7be8cb4c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9a33a2d5ec41f7" /><Relationship Type="http://schemas.openxmlformats.org/officeDocument/2006/relationships/notesMaster" Target="/ppt/notesMasters/notesMaster1.xml" Id="Rb940e1876c7641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913ebd03af4f88" /><Relationship Type="http://schemas.openxmlformats.org/officeDocument/2006/relationships/notesMaster" Target="/ppt/notesMasters/notesMaster1.xml" Id="R0e4a538d30f84a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a85b3f38184e3c" /><Relationship Type="http://schemas.openxmlformats.org/officeDocument/2006/relationships/notesMaster" Target="/ppt/notesMasters/notesMaster1.xml" Id="Ra71cdaa5734d44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f2d8d1b63c4d20" /><Relationship Type="http://schemas.openxmlformats.org/officeDocument/2006/relationships/notesMaster" Target="/ppt/notesMasters/notesMaster1.xml" Id="R775a04a1fa4645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c47863ece24713" /><Relationship Type="http://schemas.openxmlformats.org/officeDocument/2006/relationships/notesMaster" Target="/ppt/notesMasters/notesMaster1.xml" Id="R83532e09fbd449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4300af61dd4aca" /><Relationship Type="http://schemas.openxmlformats.org/officeDocument/2006/relationships/notesMaster" Target="/ppt/notesMasters/notesMaster1.xml" Id="R3b4848835d234c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416f3ac5e542aa" /><Relationship Type="http://schemas.openxmlformats.org/officeDocument/2006/relationships/notesMaster" Target="/ppt/notesMasters/notesMaster1.xml" Id="Rcb11647a9a1947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bf174082934ce0" /><Relationship Type="http://schemas.openxmlformats.org/officeDocument/2006/relationships/notesMaster" Target="/ppt/notesMasters/notesMaster1.xml" Id="R90d04289fe084c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f983d3c7bd4fe2" /><Relationship Type="http://schemas.openxmlformats.org/officeDocument/2006/relationships/notesMaster" Target="/ppt/notesMasters/notesMaster1.xml" Id="R29253cf9e2e44b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9cd56e0afa4cc7" /><Relationship Type="http://schemas.openxmlformats.org/officeDocument/2006/relationships/notesMaster" Target="/ppt/notesMasters/notesMaster1.xml" Id="Rf92d4c41766445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6ea1150baf417a" /><Relationship Type="http://schemas.openxmlformats.org/officeDocument/2006/relationships/notesMaster" Target="/ppt/notesMasters/notesMaster1.xml" Id="Reb2721e0af3848b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d180f6662f46c7" /><Relationship Type="http://schemas.openxmlformats.org/officeDocument/2006/relationships/notesMaster" Target="/ppt/notesMasters/notesMaster1.xml" Id="Rb6a24dcdef074a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4a7ce0ae0c44e9" /><Relationship Type="http://schemas.openxmlformats.org/officeDocument/2006/relationships/notesMaster" Target="/ppt/notesMasters/notesMaster1.xml" Id="R33c1f8a94b324cb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c21ec19339b4cae" /><Relationship Type="http://schemas.openxmlformats.org/officeDocument/2006/relationships/notesMaster" Target="/ppt/notesMasters/notesMaster1.xml" Id="R738e88b389ad4f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68b05c74d4040d1" /><Relationship Type="http://schemas.openxmlformats.org/officeDocument/2006/relationships/notesMaster" Target="/ppt/notesMasters/notesMaster1.xml" Id="Rae645d9478a644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프로덕트 라임.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05bbb10744c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b5b7c83fce47b1" /><Relationship Type="http://schemas.openxmlformats.org/officeDocument/2006/relationships/slideLayout" Target="/ppt/slideLayouts/slideLayout1.xml" Id="R98af6cf6d42848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af6cf6d42848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593b1c49547ec" /><Relationship Type="http://schemas.openxmlformats.org/officeDocument/2006/relationships/notesSlide" Target="/ppt/notesSlides/notesSlide1.xml" Id="R20a3ebf6e1da4c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39504862b419e" /><Relationship Type="http://schemas.openxmlformats.org/officeDocument/2006/relationships/notesSlide" Target="/ppt/notesSlides/notesSlide2.xml" Id="R636b63f8f3e345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f2de1c5aa47da" /><Relationship Type="http://schemas.openxmlformats.org/officeDocument/2006/relationships/notesSlide" Target="/ppt/notesSlides/notesSlide3.xml" Id="R704ccaa67c7e4a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ab3477b7b4ff8" /><Relationship Type="http://schemas.openxmlformats.org/officeDocument/2006/relationships/notesSlide" Target="/ppt/notesSlides/notesSlide4.xml" Id="R1eab3d1f6fd045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18b28c6c04fae" /><Relationship Type="http://schemas.openxmlformats.org/officeDocument/2006/relationships/notesSlide" Target="/ppt/notesSlides/notesSlide5.xml" Id="Rb38ab5ff8d0647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a828002884ca0" /><Relationship Type="http://schemas.openxmlformats.org/officeDocument/2006/relationships/notesSlide" Target="/ppt/notesSlides/notesSlide6.xml" Id="R8f1197ee553042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75b3d0d4a493d" /><Relationship Type="http://schemas.openxmlformats.org/officeDocument/2006/relationships/notesSlide" Target="/ppt/notesSlides/notesSlide7.xml" Id="Rc109bb84dcac47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39f3d16b34ce7" /><Relationship Type="http://schemas.openxmlformats.org/officeDocument/2006/relationships/notesSlide" Target="/ppt/notesSlides/notesSlide8.xml" Id="R04441b33f4dd46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d7b0cf78d4b4f" /><Relationship Type="http://schemas.openxmlformats.org/officeDocument/2006/relationships/notesSlide" Target="/ppt/notesSlides/notesSlide9.xml" Id="R6e8c419b066449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c7d24e2b946f1" /><Relationship Type="http://schemas.openxmlformats.org/officeDocument/2006/relationships/notesSlide" Target="/ppt/notesSlides/notesSlide10.xml" Id="R7569291a155f42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c9997adab45d1" /><Relationship Type="http://schemas.openxmlformats.org/officeDocument/2006/relationships/notesSlide" Target="/ppt/notesSlides/notesSlide11.xml" Id="R11ac857a315446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7aab479af4316" /><Relationship Type="http://schemas.openxmlformats.org/officeDocument/2006/relationships/notesSlide" Target="/ppt/notesSlides/notesSlide12.xml" Id="R28a184df0fc247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964c8751044ef" /><Relationship Type="http://schemas.openxmlformats.org/officeDocument/2006/relationships/notesSlide" Target="/ppt/notesSlides/notesSlide13.xml" Id="Ra24042e8512441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dfa04fbe04d49" /><Relationship Type="http://schemas.openxmlformats.org/officeDocument/2006/relationships/notesSlide" Target="/ppt/notesSlides/notesSlide14.xml" Id="Rf9ff014224e046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27712f4dc4f36" /><Relationship Type="http://schemas.openxmlformats.org/officeDocument/2006/relationships/notesSlide" Target="/ppt/notesSlides/notesSlide15.xml" Id="R783bf992621149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4e2ef051f4869" /><Relationship Type="http://schemas.openxmlformats.org/officeDocument/2006/relationships/notesSlide" Target="/ppt/notesSlides/notesSlide16.xml" Id="Ra18fa9c152954b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bf6cc0d6e4da2" /><Relationship Type="http://schemas.openxmlformats.org/officeDocument/2006/relationships/notesSlide" Target="/ppt/notesSlides/notesSlide17.xml" Id="Rcea9316b47324e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999acd46b431a" /><Relationship Type="http://schemas.openxmlformats.org/officeDocument/2006/relationships/notesSlide" Target="/ppt/notesSlides/notesSlide18.xml" Id="Rffa4101c12ac459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21b2fa73b45d1" /><Relationship Type="http://schemas.openxmlformats.org/officeDocument/2006/relationships/notesSlide" Target="/ppt/notesSlides/notesSlide19.xml" Id="Ra5c9072a56d64f3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81dd0ffda4d1e" /><Relationship Type="http://schemas.openxmlformats.org/officeDocument/2006/relationships/notesSlide" Target="/ppt/notesSlides/notesSlide20.xml" Id="R16e0d356c4c040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83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AE76393-2034-4EF1-967A-BA103EB8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4795FAEA-EE4B-4C6A-9212-64423682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사업명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A203EC6-7DFE-4BCE-A906-B6364756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1372460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7EF540F6-5BE9-4AD8-9B06-A87BBA63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7DFC252-364B-4DE2-9EBC-2059D7CD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5058BFA-A194-4DAB-A98D-C7584513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F40546B-442F-4B3D-8042-33DA9124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76B0C7C-73D4-4EE9-B049-0CF53D7A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98291FD-37E5-4C21-9598-3B47AAE7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F67F93B-3A12-41DF-A8F6-8E9418B0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DAEDA7F-8ADD-496A-8296-6BC95B81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565C1AE-B4EC-4ED6-96F8-ABA68FEC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A1E70FA-0A80-4E15-90E1-5A69C7CA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71B01979-8394-4D7B-9F30-CA48FC66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9770526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FF85B138-94D0-4726-B565-CF1F80BF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08D11CB-5A29-4640-B9BD-4BCBE593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5C6AE4C-BFC0-4349-9A5F-1A005E4E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F592EB4-BA32-4041-8568-E9089D27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핵심 제안 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CC41725-0730-45F6-A8D3-89F7C055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FDDDDAC-5AC9-4954-8321-7AACBF0A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29A8FE2-C0E9-4900-9B3D-C3FC326F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C56967E-A305-4325-811B-313FA4FC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26440E6-801C-4A81-9E02-6588DD8B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B38E0A2E-04F1-42F5-A078-9EDA21E4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53847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D1CFCE45-ECDB-40EA-A6DF-BEC53888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12DCD58-0F83-4B9A-80BF-3770A966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0E9DD08-0D71-44EE-96D2-AE873AA8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6F5A152-0FBC-41E3-BFEA-E13CB4C2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570B2B6-23E4-40F8-BB01-A9791B17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DEF8BBB-9B27-43D9-BE2A-7C5E2BF1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C9D85CA-EF4E-41F3-9A98-A3BC88A9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38541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84327B93-814A-44B9-9345-347E0579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1000254-CBD8-4C3E-B6FD-C0D6A735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F7BD2ED-DEF6-44EE-988D-BB9DC361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34090AD-0A6C-4764-9A79-BCD5CBB9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450C692-6705-42B6-99D6-95F3495C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61381A1-A13F-4F14-ABCA-D4ADDC8B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CA7F68C-7ED6-4D5A-970D-77877B04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D24324D-B800-4F7C-BAD4-A6631E04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87ED51A-E895-4B85-B199-1293A889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6026743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9B88BAE6-E9AE-4D91-B70F-B629938B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64DFE03-8EC3-44F4-9AA4-D08B1E85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3C92A5B-3118-4423-A7D4-50815C84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4951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296BEE61-5E1A-4E8A-944A-0C22F5CD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65AB763-37A5-44B1-84A0-34D48CD2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D759C53-105F-47D0-B359-39519790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7420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B78B0F55-4A33-4AAD-814E-676588B1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D8C20FB-FEA9-44FE-A26E-D54EF647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DEA5A5D-988A-483F-881E-B31701CA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3041FF3-A604-426F-8D93-C807792A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A1D5807-A9D1-40BC-9163-8DD3D51F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78D7101-B45A-4108-87E3-2E25AA77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2EC95E9-0238-4CAA-93D6-FD375F78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B79F03E-5451-4A01-8BB7-929A62F6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E6345532-4B8B-4DCA-9FE4-D82A88EC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6080385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C95DCDB1-4E9F-4472-84D4-DA64FC45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4901346-3D58-45DB-B024-D26A20C3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B8D58E7-C2E7-4DD4-8AA0-D03261E6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05FCEDA-82E7-4B14-9E67-6FF9DA53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2FDDBCD-2D1F-4201-B3B3-1F312153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4FDC55C-78BA-4744-BF14-17AC6271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16FC65B-A287-492C-A9AE-96763820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5543E5B-B75B-4EEF-9CC5-671E36D1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32CC8DB-6946-4D41-AE06-EC593421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C4F5AE5-F6B8-4F9A-AF19-B29E9BD1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AB99B764-7651-4EA0-AD00-6C820E23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2E8E62B2-3A7F-4C3D-9191-B365FFED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CA82BE3-29D1-4954-8903-9EF39F7B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5BB16D52-4497-4078-A1AD-C4678CC8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50AC25E8-7974-46C7-8444-49FFF756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497002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8A3087F2-ABB8-41F4-939A-9D9182E2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D116545-2BA8-4724-8D7F-68CF9898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7CC907E-104D-4248-ACDD-EF738ABA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A35483F-FE50-4E27-8997-7365C1E4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D4E3138-2FB0-4E8C-9BE3-6339145A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2E14630-4426-41B4-8110-5A14A7B3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B7AED50-7B5A-451A-8136-7D309921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7622209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DBE4096D-AC0D-4C67-A3CA-B40B492D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6570A0B-DEF3-4D2C-81BC-034C11DA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843380C-7DAA-478E-A5D3-EA3A0FAB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8040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0DD0A2CD-5B2C-42D0-9DA5-D8221AA3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1E87D5B-DD6E-4711-8F67-5D493302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ACA5CF2-86A6-4710-95C5-F7BABBAE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209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5256EE0B-00C2-4A81-B34E-88A16BC9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A5D660D-E75B-457C-8B5D-633377BD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CDA1E7C-8BC4-44E0-A61B-4DFE9DFA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700C92D-4099-4767-86DC-1EFD96DA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9BBC58D-205F-48C3-B2DF-47092423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0CC0B10-4672-4BFA-BCA0-F0886AD4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B88C868-C93F-4D20-A1BA-C92FFBE6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FAB479A-468D-4965-AA4A-E390278A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EE1DC3B0-8072-46B1-A318-EE31519A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640AFC1-8456-485F-BFBA-AA594178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724D8AB8-23EA-47F6-AACE-26627497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2CC9A38B-4B14-465C-91C9-F3280AB5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5FD7446-8BBB-4790-9846-011E0DFA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37A2E124-C24B-4EF5-89A2-904777D1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8EE70726-E9A2-4812-B38C-66A08649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11352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4B35FEDA-A209-4036-B3FE-EB61A3DC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320F38C-F443-4F1C-BD4D-DF45F4F3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AA1E656-7471-4BE6-9364-D4DA9E17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697042D-48C3-48F3-A368-44EA7D62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F6E21FE-079E-4B71-AFA7-EDCF8C60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51D5072-FFCB-46A6-BB1B-EA190EBE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A196653-DE6B-4191-AFE8-A878EB32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9B9538B-F84E-47E3-92EC-13A28C17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47DFE1F-1B29-482A-81ED-77926BFB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626227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C3854466-6454-4C41-AEA8-25325DFC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72820E2-DDA6-4A64-9791-3D09CF80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8696BBB-D699-4D3D-A439-FDAD462F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9040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65A07AEF-7508-415A-A268-DD635973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8C6C228-14A1-4D6C-B9B5-F52E9EEB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59F7EC5-D509-42C7-BD02-1F5D67A9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D7FF1A9-B36B-4A59-8A05-F5A3DEE4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D66741E-A36B-4CDA-8144-38B67A59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AE59384-9BAD-4C99-AC5C-5BF81083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137B7A8-E4E4-4F3B-97A1-0219C982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777296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1E73D386-6CB1-4ED0-B629-A06CC8AC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616EF45-2E39-4654-B21B-85A3F0A1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CD41237-4D67-4355-9F06-F38FDD8F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7571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9E41322F-F482-4A5B-9493-91C1E981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B1FC74C-60E0-4B57-B3B2-AAC8FD81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D251D86-E6D9-4B60-A055-AE89F559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E91F71F-AF16-4BD2-923C-72840C72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F4B2D29-AA59-43CD-B0EF-9181E0A6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43E691D-8C0A-42AF-A46E-E072D5C9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B22D45A-0AD4-4FF2-82F5-1D177A7B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064912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29C8DBA4-6E40-4CFD-A7B7-2760BD6B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C24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7F284ED-41E8-4492-BC79-AFAFE3EB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341D805-2151-4027-8B28-44E9C433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D791F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4D791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BF1D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C2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886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83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B664A29-834D-48FF-85A6-47AED363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2CCEA42-B97A-4B92-8BF2-EB1E4355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AB26D9F-EDB2-43B7-B25D-FF12FC0B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66425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2026-09-25T07:46:00.6140000Z</dcterms:created>
  <dcterms:modified xsi:type="dcterms:W3CDTF">2026-09-25T07:46:00.6140000Z</dcterms:modified>
</coreProperties>
</file>