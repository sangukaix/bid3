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a2f183b5640dc" /><Relationship Type="http://schemas.openxmlformats.org/officeDocument/2006/relationships/extended-properties" Target="/docProps/app.xml" Id="Rba2cad6d969349a7" /><Relationship Type="http://schemas.openxmlformats.org/officeDocument/2006/relationships/officeDocument" Target="/ppt/presentation.xml" Id="R10fe05f2f980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e8b2fce7543c2"/>
  </p:sldMasterIdLst>
  <p:notesMasterIdLst>
    <p:notesMasterId xmlns:r="http://schemas.openxmlformats.org/officeDocument/2006/relationships" r:id="R79fd16eba38640f9"/>
  </p:notesMasterIdLst>
  <p:sldIdLst>
    <p:sldId xmlns:r="http://schemas.openxmlformats.org/officeDocument/2006/relationships" id="256" r:id="R3f4d8afff89c47e9"/>
    <p:sldId xmlns:r="http://schemas.openxmlformats.org/officeDocument/2006/relationships" id="257" r:id="Re51fe30b99c642f9"/>
    <p:sldId xmlns:r="http://schemas.openxmlformats.org/officeDocument/2006/relationships" id="258" r:id="R67b84a5c05db4b48"/>
    <p:sldId xmlns:r="http://schemas.openxmlformats.org/officeDocument/2006/relationships" id="259" r:id="R7ff9466c4f8342d9"/>
    <p:sldId xmlns:r="http://schemas.openxmlformats.org/officeDocument/2006/relationships" id="260" r:id="R7c8cbf564c144e62"/>
    <p:sldId xmlns:r="http://schemas.openxmlformats.org/officeDocument/2006/relationships" id="261" r:id="Rc23d911658eb4241"/>
    <p:sldId xmlns:r="http://schemas.openxmlformats.org/officeDocument/2006/relationships" id="262" r:id="R4b0c6a8453f1497b"/>
    <p:sldId xmlns:r="http://schemas.openxmlformats.org/officeDocument/2006/relationships" id="263" r:id="R4b542afabb3647a8"/>
    <p:sldId xmlns:r="http://schemas.openxmlformats.org/officeDocument/2006/relationships" id="264" r:id="Rcb1ae0e9c1b94ac8"/>
    <p:sldId xmlns:r="http://schemas.openxmlformats.org/officeDocument/2006/relationships" id="265" r:id="Rda3da44212894cf3"/>
    <p:sldId xmlns:r="http://schemas.openxmlformats.org/officeDocument/2006/relationships" id="266" r:id="Rca28b06b6cb64a7c"/>
    <p:sldId xmlns:r="http://schemas.openxmlformats.org/officeDocument/2006/relationships" id="267" r:id="R018167e7e7994295"/>
    <p:sldId xmlns:r="http://schemas.openxmlformats.org/officeDocument/2006/relationships" id="268" r:id="R2dc7553b61a645b8"/>
    <p:sldId xmlns:r="http://schemas.openxmlformats.org/officeDocument/2006/relationships" id="269" r:id="R5fb0851f328a4e63"/>
    <p:sldId xmlns:r="http://schemas.openxmlformats.org/officeDocument/2006/relationships" id="270" r:id="Ra34c8d6ee2f74c01"/>
    <p:sldId xmlns:r="http://schemas.openxmlformats.org/officeDocument/2006/relationships" id="271" r:id="R5fbd53bdef014a49"/>
    <p:sldId xmlns:r="http://schemas.openxmlformats.org/officeDocument/2006/relationships" id="272" r:id="Rbd07cf8b5d534a07"/>
    <p:sldId xmlns:r="http://schemas.openxmlformats.org/officeDocument/2006/relationships" id="273" r:id="Re0a298e06bd44ade"/>
    <p:sldId xmlns:r="http://schemas.openxmlformats.org/officeDocument/2006/relationships" id="274" r:id="R0ac8e6d4d29f4b77"/>
    <p:sldId xmlns:r="http://schemas.openxmlformats.org/officeDocument/2006/relationships" id="275" r:id="Rd1777539b82f42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1b3b5580dc4293" /><Relationship Type="http://schemas.openxmlformats.org/officeDocument/2006/relationships/slideMaster" Target="/ppt/slideMasters/slideMaster1.xml" Id="R72ae8b2fce7543c2" /><Relationship Type="http://schemas.openxmlformats.org/officeDocument/2006/relationships/notesMaster" Target="/ppt/notesMasters/notesMaster1.xml" Id="R79fd16eba38640f9" /><Relationship Type="http://schemas.openxmlformats.org/officeDocument/2006/relationships/presProps" Target="/ppt/presProps.xml" Id="Rcc7454c60c0440d9" /><Relationship Type="http://schemas.openxmlformats.org/officeDocument/2006/relationships/tableStyles" Target="/ppt/tableStyles.xml" Id="R47ed3f3140054971" /><Relationship Type="http://schemas.openxmlformats.org/officeDocument/2006/relationships/slide" Target="/ppt/slides/slide1.xml" Id="R3f4d8afff89c47e9" /><Relationship Type="http://schemas.openxmlformats.org/officeDocument/2006/relationships/slide" Target="/ppt/slides/slide2.xml" Id="Re51fe30b99c642f9" /><Relationship Type="http://schemas.openxmlformats.org/officeDocument/2006/relationships/slide" Target="/ppt/slides/slide3.xml" Id="R67b84a5c05db4b48" /><Relationship Type="http://schemas.openxmlformats.org/officeDocument/2006/relationships/slide" Target="/ppt/slides/slide4.xml" Id="R7ff9466c4f8342d9" /><Relationship Type="http://schemas.openxmlformats.org/officeDocument/2006/relationships/slide" Target="/ppt/slides/slide5.xml" Id="R7c8cbf564c144e62" /><Relationship Type="http://schemas.openxmlformats.org/officeDocument/2006/relationships/slide" Target="/ppt/slides/slide6.xml" Id="Rc23d911658eb4241" /><Relationship Type="http://schemas.openxmlformats.org/officeDocument/2006/relationships/slide" Target="/ppt/slides/slide7.xml" Id="R4b0c6a8453f1497b" /><Relationship Type="http://schemas.openxmlformats.org/officeDocument/2006/relationships/slide" Target="/ppt/slides/slide8.xml" Id="R4b542afabb3647a8" /><Relationship Type="http://schemas.openxmlformats.org/officeDocument/2006/relationships/slide" Target="/ppt/slides/slide9.xml" Id="Rcb1ae0e9c1b94ac8" /><Relationship Type="http://schemas.openxmlformats.org/officeDocument/2006/relationships/slide" Target="/ppt/slides/slide10.xml" Id="Rda3da44212894cf3" /><Relationship Type="http://schemas.openxmlformats.org/officeDocument/2006/relationships/slide" Target="/ppt/slides/slide11.xml" Id="Rca28b06b6cb64a7c" /><Relationship Type="http://schemas.openxmlformats.org/officeDocument/2006/relationships/slide" Target="/ppt/slides/slide12.xml" Id="R018167e7e7994295" /><Relationship Type="http://schemas.openxmlformats.org/officeDocument/2006/relationships/slide" Target="/ppt/slides/slide13.xml" Id="R2dc7553b61a645b8" /><Relationship Type="http://schemas.openxmlformats.org/officeDocument/2006/relationships/slide" Target="/ppt/slides/slide14.xml" Id="R5fb0851f328a4e63" /><Relationship Type="http://schemas.openxmlformats.org/officeDocument/2006/relationships/slide" Target="/ppt/slides/slide15.xml" Id="Ra34c8d6ee2f74c01" /><Relationship Type="http://schemas.openxmlformats.org/officeDocument/2006/relationships/slide" Target="/ppt/slides/slide16.xml" Id="R5fbd53bdef014a49" /><Relationship Type="http://schemas.openxmlformats.org/officeDocument/2006/relationships/slide" Target="/ppt/slides/slide17.xml" Id="Rbd07cf8b5d534a07" /><Relationship Type="http://schemas.openxmlformats.org/officeDocument/2006/relationships/slide" Target="/ppt/slides/slide18.xml" Id="Re0a298e06bd44ade" /><Relationship Type="http://schemas.openxmlformats.org/officeDocument/2006/relationships/slide" Target="/ppt/slides/slide19.xml" Id="R0ac8e6d4d29f4b77" /><Relationship Type="http://schemas.openxmlformats.org/officeDocument/2006/relationships/slide" Target="/ppt/slides/slide20.xml" Id="Rd1777539b82f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6e28e4500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a7ec2f185440c" /><Relationship Type="http://schemas.openxmlformats.org/officeDocument/2006/relationships/notesMaster" Target="/ppt/notesMasters/notesMaster1.xml" Id="R597f682ea6544a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c7b28d4d44731" /><Relationship Type="http://schemas.openxmlformats.org/officeDocument/2006/relationships/notesMaster" Target="/ppt/notesMasters/notesMaster1.xml" Id="R47ac26d63f274c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bbb81415d4543" /><Relationship Type="http://schemas.openxmlformats.org/officeDocument/2006/relationships/notesMaster" Target="/ppt/notesMasters/notesMaster1.xml" Id="R5b663296ade1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5da07f8e742ce" /><Relationship Type="http://schemas.openxmlformats.org/officeDocument/2006/relationships/notesMaster" Target="/ppt/notesMasters/notesMaster1.xml" Id="Rc46a5c39f65d4c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8c6f0fd88c415d" /><Relationship Type="http://schemas.openxmlformats.org/officeDocument/2006/relationships/notesMaster" Target="/ppt/notesMasters/notesMaster1.xml" Id="Rb99730b7729743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5460252ebd4932" /><Relationship Type="http://schemas.openxmlformats.org/officeDocument/2006/relationships/notesMaster" Target="/ppt/notesMasters/notesMaster1.xml" Id="Re077df91944e45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87864e3e04939" /><Relationship Type="http://schemas.openxmlformats.org/officeDocument/2006/relationships/notesMaster" Target="/ppt/notesMasters/notesMaster1.xml" Id="Rcd411e787eae43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ba0f6d14184947" /><Relationship Type="http://schemas.openxmlformats.org/officeDocument/2006/relationships/notesMaster" Target="/ppt/notesMasters/notesMaster1.xml" Id="R7981d64907114c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acd0debe5466c" /><Relationship Type="http://schemas.openxmlformats.org/officeDocument/2006/relationships/notesMaster" Target="/ppt/notesMasters/notesMaster1.xml" Id="R0431d8f83a3a4e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2901cf4ed146ce" /><Relationship Type="http://schemas.openxmlformats.org/officeDocument/2006/relationships/notesMaster" Target="/ppt/notesMasters/notesMaster1.xml" Id="R075cfe2b9f3b43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2bf70f0fbb40d7" /><Relationship Type="http://schemas.openxmlformats.org/officeDocument/2006/relationships/notesMaster" Target="/ppt/notesMasters/notesMaster1.xml" Id="R83e45bce1a97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6df0973f6a4df0" /><Relationship Type="http://schemas.openxmlformats.org/officeDocument/2006/relationships/notesMaster" Target="/ppt/notesMasters/notesMaster1.xml" Id="R3c8ec4bbf8c747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bfee4f4494872" /><Relationship Type="http://schemas.openxmlformats.org/officeDocument/2006/relationships/notesMaster" Target="/ppt/notesMasters/notesMaster1.xml" Id="Rc0525b538b604f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de2c6d23054096" /><Relationship Type="http://schemas.openxmlformats.org/officeDocument/2006/relationships/notesMaster" Target="/ppt/notesMasters/notesMaster1.xml" Id="Rb3fcdce4947142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0d9cd006df42fe" /><Relationship Type="http://schemas.openxmlformats.org/officeDocument/2006/relationships/notesMaster" Target="/ppt/notesMasters/notesMaster1.xml" Id="Ra86f1b4f753748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ba9853389b4823" /><Relationship Type="http://schemas.openxmlformats.org/officeDocument/2006/relationships/notesMaster" Target="/ppt/notesMasters/notesMaster1.xml" Id="R420962f868de43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a3b7e583204ca4" /><Relationship Type="http://schemas.openxmlformats.org/officeDocument/2006/relationships/notesMaster" Target="/ppt/notesMasters/notesMaster1.xml" Id="R8a781c34e9f04f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a3bd1d6db749eb" /><Relationship Type="http://schemas.openxmlformats.org/officeDocument/2006/relationships/notesMaster" Target="/ppt/notesMasters/notesMaster1.xml" Id="R9ddb0ae0ae4449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d866bbd8154f9b" /><Relationship Type="http://schemas.openxmlformats.org/officeDocument/2006/relationships/notesMaster" Target="/ppt/notesMasters/notesMaster1.xml" Id="R0286cd685df24e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8c4567e7d942b7" /><Relationship Type="http://schemas.openxmlformats.org/officeDocument/2006/relationships/notesMaster" Target="/ppt/notesMasters/notesMaster1.xml" Id="R6cc4ed626221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클라우드 바이올렛.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73dd0d8d14b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e7ef736f3b404e" /><Relationship Type="http://schemas.openxmlformats.org/officeDocument/2006/relationships/slideLayout" Target="/ppt/slideLayouts/slideLayout1.xml" Id="Rd7d35b2fcf1244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35b2fcf1244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673fc3fc84864" /><Relationship Type="http://schemas.openxmlformats.org/officeDocument/2006/relationships/image" Target="/ppt/media/image.png" Id="R22248125604447a5" /><Relationship Type="http://schemas.openxmlformats.org/officeDocument/2006/relationships/notesSlide" Target="/ppt/notesSlides/notesSlide1.xml" Id="Rdd54fde1a3164d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2f82f5364ad6" /><Relationship Type="http://schemas.openxmlformats.org/officeDocument/2006/relationships/notesSlide" Target="/ppt/notesSlides/notesSlide2.xml" Id="Rc9f0cbd16600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b6d87765447a9" /><Relationship Type="http://schemas.openxmlformats.org/officeDocument/2006/relationships/notesSlide" Target="/ppt/notesSlides/notesSlide3.xml" Id="R29ae15f7e7b4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b1c223e5c4379" /><Relationship Type="http://schemas.openxmlformats.org/officeDocument/2006/relationships/notesSlide" Target="/ppt/notesSlides/notesSlide4.xml" Id="Rb6ab23af49ae4d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d087e0a144e85" /><Relationship Type="http://schemas.openxmlformats.org/officeDocument/2006/relationships/notesSlide" Target="/ppt/notesSlides/notesSlide5.xml" Id="Ra11f418226004f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14cc5d82645d5" /><Relationship Type="http://schemas.openxmlformats.org/officeDocument/2006/relationships/notesSlide" Target="/ppt/notesSlides/notesSlide6.xml" Id="Rd32607fee928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3a5beeace4ea3" /><Relationship Type="http://schemas.openxmlformats.org/officeDocument/2006/relationships/notesSlide" Target="/ppt/notesSlides/notesSlide7.xml" Id="R9ebe6649a6f0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27951e1184c2f" /><Relationship Type="http://schemas.openxmlformats.org/officeDocument/2006/relationships/notesSlide" Target="/ppt/notesSlides/notesSlide8.xml" Id="Re70356efac4c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d21f8e824251" /><Relationship Type="http://schemas.openxmlformats.org/officeDocument/2006/relationships/notesSlide" Target="/ppt/notesSlides/notesSlide9.xml" Id="R0131e14e563d4f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f7929461f4f68" /><Relationship Type="http://schemas.openxmlformats.org/officeDocument/2006/relationships/notesSlide" Target="/ppt/notesSlides/notesSlide10.xml" Id="R96a3feb624a443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4130dbc64cb9" /><Relationship Type="http://schemas.openxmlformats.org/officeDocument/2006/relationships/notesSlide" Target="/ppt/notesSlides/notesSlide11.xml" Id="R43992ea1127c4a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b946f8b444475" /><Relationship Type="http://schemas.openxmlformats.org/officeDocument/2006/relationships/notesSlide" Target="/ppt/notesSlides/notesSlide12.xml" Id="Rc471d1b4becb4d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123f992594e23" /><Relationship Type="http://schemas.openxmlformats.org/officeDocument/2006/relationships/notesSlide" Target="/ppt/notesSlides/notesSlide13.xml" Id="Rb823136a82b546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afea3d6a84263" /><Relationship Type="http://schemas.openxmlformats.org/officeDocument/2006/relationships/notesSlide" Target="/ppt/notesSlides/notesSlide14.xml" Id="Re1350961b2a84d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b4056af5546c1" /><Relationship Type="http://schemas.openxmlformats.org/officeDocument/2006/relationships/notesSlide" Target="/ppt/notesSlides/notesSlide15.xml" Id="R53c911a18f3b4a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dd7a8e7fa4f82" /><Relationship Type="http://schemas.openxmlformats.org/officeDocument/2006/relationships/notesSlide" Target="/ppt/notesSlides/notesSlide16.xml" Id="Raae4733f3fa143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c73b442f64bc7" /><Relationship Type="http://schemas.openxmlformats.org/officeDocument/2006/relationships/notesSlide" Target="/ppt/notesSlides/notesSlide17.xml" Id="Ra6ebba550c0246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7cd6d03534ee0" /><Relationship Type="http://schemas.openxmlformats.org/officeDocument/2006/relationships/notesSlide" Target="/ppt/notesSlides/notesSlide18.xml" Id="Rb3d778ce9d2c4f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605c8357404a" /><Relationship Type="http://schemas.openxmlformats.org/officeDocument/2006/relationships/notesSlide" Target="/ppt/notesSlides/notesSlide19.xml" Id="R88a961c1e4174d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5c194fa04300" /><Relationship Type="http://schemas.openxmlformats.org/officeDocument/2006/relationships/image" Target="/ppt/media/image2.png" Id="Rfec4349d19e545a4" /><Relationship Type="http://schemas.openxmlformats.org/officeDocument/2006/relationships/notesSlide" Target="/ppt/notesSlides/notesSlide20.xml" Id="R7a111754f9de40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8125604447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ED80C155-1236-4B3D-A7E6-DB3E6628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DD780EF0-FE65-4691-9736-CA9C2CA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34F1DD1-82F6-4C01-945C-2655959B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95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0FDB3D5-F306-47D6-ABA1-B0879414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99281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50D0A37-BDB4-4935-B8B8-2A43C474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2B43D03-131F-4C1F-9943-D677342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55C7A80-7B01-4312-A994-B1E9178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2BEBA95-60D2-49CD-861D-D2FE6153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8BEAF84-D0F2-4E43-B932-4E5AA63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B2BA2B4-ACB1-4E90-92A8-A0E5732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6CAD644-DA08-4185-9F8A-E0801FF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2E1C5CF-BF5B-43E3-910D-E36D8BD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9226D5D-ADFE-4943-ACF1-F93202F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180C61B-ECA8-4356-87BE-00DF8C0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BB3932B-E187-408D-B561-536C5A4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646533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03EBD1-8E5D-49B4-A66F-1A4403F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6F6A64-B931-42A4-9745-087ABB30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357245A-18EC-4C8F-AE03-5DAF52BD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64E4941-F863-41E4-8056-51219F0F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F163DD8-8870-4E8F-9205-EA7626F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ECB92CD-2E45-4B7E-8ED1-009D70C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C7858D1-8F9A-4CF6-9851-B401DCF5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6D5DCAA-D380-44C7-997A-38A99D9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2E7F8F9-0A62-475A-9B6A-0DCAD844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E8F8F0A-9A42-497E-AA49-63EF0F6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932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BCC7F807-0CF3-42DA-8AB4-BE3844A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E9011AB-5D8D-43C9-9BFE-FEE48F84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2B66C1D-2B64-4194-8454-7CCDA54C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9EA4EE5-03FE-4919-A94F-77D69EEA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9A38B5-42B6-462E-89AC-FC71267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0CB5603-3E64-4E39-8873-0FFF255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CBC139F-4598-40AC-8990-BA76B46E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44419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2A7320AC-2657-461F-8702-141AC14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A6044FB-9E61-4818-999F-0E407F57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C16A426-9F19-4F3D-9617-D137A79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FDAA5A5-C13D-4E8E-86D7-E30F92A6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666CE7D-D7EA-4C98-A5F6-5F067623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4BBB8B2-2F94-4ADD-86C2-96D58272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132E22D-CBBC-414F-B803-C1C22BF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F310EE1-C694-4B6A-B34F-1E46AB55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E90A4E8-A87D-4F27-9385-FC13EE3A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79210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B413B5A-8CEB-4A4D-BFB0-2A0BA0DA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031BEE0-6DCF-4D9A-939E-A2D080C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2D49977-44EF-4819-AB36-A2C9BF57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2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06AF81E-0960-4663-93E5-FA885B2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A80722A-BF70-44C3-A160-1BADDE6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0B6DE4E-A345-4449-B943-0D312617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125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262351C-4E0D-428B-A148-B2248B7D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03676C6-E911-451B-A214-8A2E80B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729DB21-DFF2-4E59-BB66-ECE65B7B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9B9BA4C-D57F-4707-A020-88666C7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68D1033-A8C9-4471-8E6E-DD2F911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9FAF2AD-114F-4DF2-A7D2-AF8CAAF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71964FB-2B26-4D32-9024-ADC3F060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83FB731-6A06-43D9-8CDC-FF5E5004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6B7B155-9197-4FD5-91F1-6E6122C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12767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4A063547-1B71-49D9-BA8A-9A0E41E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B340134-D861-45ED-A57A-F512C12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362CD2F-62C1-4CC5-A22A-65D3789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4B7F69A-1E9C-4E08-9CAC-F64E0F6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47B9193-E88B-451C-8729-B2DA32C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5F05E0A-B8C6-4CA3-853E-A5932D2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28B0B03-82FD-42FF-AF80-58CA9B3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493B86E-31B4-4D09-A562-C5B7501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225D5DE-4934-4D26-B4D0-42EE9D3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ED36933-06BC-4186-914C-CE09C5F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003C4DD-EE7B-4707-A50A-9AB6E8C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6263C22-2230-40F3-81E0-B0438AF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C2F7F1F-9373-4D2B-ABDC-D9192646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D2E83BA7-16DC-4F70-B951-BBB54CFF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77CA1D0-9D65-406E-A693-A15E5E4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89490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BA0C9B04-F133-49E7-94C0-C63F227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2E5997E-759F-49E2-9CA4-1F59039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6D3608C-22D5-48D7-8A12-50F5A90E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FE2A97F-5191-40A4-9726-4420216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4D05F7-6E98-49E2-AA83-8A9AA86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E338F40-F9BA-452C-A6C7-B0C1186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E4C6A43-9390-4AAF-8E78-28C0CB7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0318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B98EC48-1A7F-4FA7-A1ED-4605CDFD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43F7D94-8087-4C97-8418-6821EEF3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8D42A40-47BA-416C-8367-64D80ED8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748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BBDBAF5-AF5A-426E-B65D-65A2667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A2D676-A50F-4D22-ACB0-CD00F27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04BACDC-1FC7-41E9-9668-0C61E9EC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38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BA0A9C65-277B-4E9A-BCB6-77FC192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1834E4E-9BC5-4271-82F7-9C57FD1E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E6EE9D7-C7E2-452A-847B-E285753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3AED8B3-9988-46F2-A8F8-A471D71F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1EDBE50-06F1-4BF0-85A8-71916A4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A1DDA1E-8C2B-4F5D-A885-DB40086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1F20851-9FEE-4A82-8161-D7004B5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BFE9BB4-130C-47BF-8FF3-3B5ED48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4A03F97-2FCF-42C1-9692-B7166E7E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7100BF9-D4D4-4662-81B5-FFB2E9E1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5C1D57C-21CD-4E6E-BE2F-51BC93D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C2B0A20-4C38-43D4-9164-907AB67C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EEA47D8-AB31-41FB-9920-8B07233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9E3FD0F-C587-4D30-B8A2-69B8ABDF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4359187C-6DE5-4F44-AF5F-A369BEAF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665204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21C6DA47-FBB3-4D6A-8FA6-D82D4388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CD19D39-089E-47ED-AF24-BBAA864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7D2BD3E-7DC6-4626-B2DF-1BEF4399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D8B4BB2-0FF9-48BC-993D-082AC77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514DE9C-AE8E-4A91-862C-20F6D6B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E70259D-EA9D-4A7F-AA5E-BA7F2008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6B763F0-F457-4BC3-95C3-E0B1C7EE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990EF81-D10E-4A8F-84A3-6BF2BFB4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0AB3A96-68AE-47C0-8E78-81C08366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453025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E8B66B-DEF3-40D5-8CA0-B2A4A23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609848-EE0E-4499-8628-1A9E3CB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408BCD2-53CD-404C-A713-22B9E03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435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B6EB3DE5-4E49-4B5E-9731-BD9ADD8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D3DE100-9AEA-4F3A-A184-A12CF8D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AF17431-0AAF-4E8A-B72E-215E3F7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22D3599-9AFB-47B6-A0D9-CCBC3F3F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5EB79F6-060A-4DAA-98F1-24C6B69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BD47D0A-5228-4FFB-A2EA-E6A60D1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BB00088-4E20-4CD5-9181-5E321B8E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524644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62A39B7-744E-4EFC-8FFF-529649E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DF0F974-4CE3-440A-99E6-5748516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98B998-EE2E-47C7-AB1D-809F04A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3470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1F73C8A-3A08-4073-BDD4-4173559F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FFF163A-C7A4-4245-BF88-341CAF6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5E360D7-EBBD-47C3-978F-C8A8A1F7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7D4565-75F7-4D82-A519-D8F96664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53812E1-EE5C-4C91-B50A-509A30B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92D3C85-2486-415A-A056-F9DA7B6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C747ABF-85E9-44C8-A45B-2526D35A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57574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CEAEB56-DA5C-4BD3-8FF5-C5C20CDC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6F32BC7-22FA-474B-8455-61E976C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F0056CA-60BE-427F-81C3-667C8A9F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652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27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333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4349d19e545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903525BC-6357-4136-9175-40BF73B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1364A169-BA39-486A-A2F0-CC8C0EB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  <a:p xmlns:a="http://schemas.openxmlformats.org/drawingml/2006/main">
            <a:pPr algn="l">
              <a:def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5275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08A00C5-3B0A-4269-A7D5-372AAE66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95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B1BB803-EC85-4757-800D-C452CD8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652B0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6359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2026-09-25T07:51:48.9070000Z</dcterms:created>
  <dcterms:modified xsi:type="dcterms:W3CDTF">2026-09-25T07:51:48.9070000Z</dcterms:modified>
</coreProperties>
</file>