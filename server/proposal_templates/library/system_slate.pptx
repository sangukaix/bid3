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cb3dd176f64f2f" /><Relationship Type="http://schemas.openxmlformats.org/officeDocument/2006/relationships/extended-properties" Target="/docProps/app.xml" Id="R507e319a68ba4fa9" /><Relationship Type="http://schemas.openxmlformats.org/officeDocument/2006/relationships/officeDocument" Target="/ppt/presentation.xml" Id="R39b226cab44a47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5fe54bd8a4e85"/>
  </p:sldMasterIdLst>
  <p:notesMasterIdLst>
    <p:notesMasterId xmlns:r="http://schemas.openxmlformats.org/officeDocument/2006/relationships" r:id="R5a2952ed56db4f88"/>
  </p:notesMasterIdLst>
  <p:sldIdLst>
    <p:sldId xmlns:r="http://schemas.openxmlformats.org/officeDocument/2006/relationships" id="256" r:id="R8b16135d33df4657"/>
    <p:sldId xmlns:r="http://schemas.openxmlformats.org/officeDocument/2006/relationships" id="257" r:id="R2396fd0217e3465f"/>
    <p:sldId xmlns:r="http://schemas.openxmlformats.org/officeDocument/2006/relationships" id="258" r:id="R3e8544296b80460c"/>
    <p:sldId xmlns:r="http://schemas.openxmlformats.org/officeDocument/2006/relationships" id="259" r:id="Ree182b2d28d8455f"/>
    <p:sldId xmlns:r="http://schemas.openxmlformats.org/officeDocument/2006/relationships" id="260" r:id="Rc29810e0e9264fe3"/>
    <p:sldId xmlns:r="http://schemas.openxmlformats.org/officeDocument/2006/relationships" id="261" r:id="R9562f8f448f44779"/>
    <p:sldId xmlns:r="http://schemas.openxmlformats.org/officeDocument/2006/relationships" id="262" r:id="R4fe71ad80c1f4e6d"/>
    <p:sldId xmlns:r="http://schemas.openxmlformats.org/officeDocument/2006/relationships" id="263" r:id="R6bcbe3fd6608407f"/>
    <p:sldId xmlns:r="http://schemas.openxmlformats.org/officeDocument/2006/relationships" id="264" r:id="Re9366e22477a41fe"/>
    <p:sldId xmlns:r="http://schemas.openxmlformats.org/officeDocument/2006/relationships" id="265" r:id="Rc8359f35b0554d3a"/>
    <p:sldId xmlns:r="http://schemas.openxmlformats.org/officeDocument/2006/relationships" id="266" r:id="Rf66ec54f25a14972"/>
    <p:sldId xmlns:r="http://schemas.openxmlformats.org/officeDocument/2006/relationships" id="267" r:id="Ra54134c0469c41bc"/>
    <p:sldId xmlns:r="http://schemas.openxmlformats.org/officeDocument/2006/relationships" id="268" r:id="R2c97ca1aa0894feb"/>
    <p:sldId xmlns:r="http://schemas.openxmlformats.org/officeDocument/2006/relationships" id="269" r:id="Rc028d345495a42a3"/>
    <p:sldId xmlns:r="http://schemas.openxmlformats.org/officeDocument/2006/relationships" id="270" r:id="R0bebf44070b84807"/>
    <p:sldId xmlns:r="http://schemas.openxmlformats.org/officeDocument/2006/relationships" id="271" r:id="R2948a8a0e4f243b9"/>
    <p:sldId xmlns:r="http://schemas.openxmlformats.org/officeDocument/2006/relationships" id="272" r:id="R64bbf67997e04be2"/>
    <p:sldId xmlns:r="http://schemas.openxmlformats.org/officeDocument/2006/relationships" id="273" r:id="Ra0184d7e654c4411"/>
    <p:sldId xmlns:r="http://schemas.openxmlformats.org/officeDocument/2006/relationships" id="274" r:id="Rb5baf737672948f3"/>
    <p:sldId xmlns:r="http://schemas.openxmlformats.org/officeDocument/2006/relationships" id="275" r:id="Rc3443ab103a04f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7fbc00a86a4810" /><Relationship Type="http://schemas.openxmlformats.org/officeDocument/2006/relationships/slideMaster" Target="/ppt/slideMasters/slideMaster1.xml" Id="R7055fe54bd8a4e85" /><Relationship Type="http://schemas.openxmlformats.org/officeDocument/2006/relationships/notesMaster" Target="/ppt/notesMasters/notesMaster1.xml" Id="R5a2952ed56db4f88" /><Relationship Type="http://schemas.openxmlformats.org/officeDocument/2006/relationships/presProps" Target="/ppt/presProps.xml" Id="R742091f7806d47a0" /><Relationship Type="http://schemas.openxmlformats.org/officeDocument/2006/relationships/tableStyles" Target="/ppt/tableStyles.xml" Id="Rf0a32dee3db34a3b" /><Relationship Type="http://schemas.openxmlformats.org/officeDocument/2006/relationships/slide" Target="/ppt/slides/slide1.xml" Id="R8b16135d33df4657" /><Relationship Type="http://schemas.openxmlformats.org/officeDocument/2006/relationships/slide" Target="/ppt/slides/slide2.xml" Id="R2396fd0217e3465f" /><Relationship Type="http://schemas.openxmlformats.org/officeDocument/2006/relationships/slide" Target="/ppt/slides/slide3.xml" Id="R3e8544296b80460c" /><Relationship Type="http://schemas.openxmlformats.org/officeDocument/2006/relationships/slide" Target="/ppt/slides/slide4.xml" Id="Ree182b2d28d8455f" /><Relationship Type="http://schemas.openxmlformats.org/officeDocument/2006/relationships/slide" Target="/ppt/slides/slide5.xml" Id="Rc29810e0e9264fe3" /><Relationship Type="http://schemas.openxmlformats.org/officeDocument/2006/relationships/slide" Target="/ppt/slides/slide6.xml" Id="R9562f8f448f44779" /><Relationship Type="http://schemas.openxmlformats.org/officeDocument/2006/relationships/slide" Target="/ppt/slides/slide7.xml" Id="R4fe71ad80c1f4e6d" /><Relationship Type="http://schemas.openxmlformats.org/officeDocument/2006/relationships/slide" Target="/ppt/slides/slide8.xml" Id="R6bcbe3fd6608407f" /><Relationship Type="http://schemas.openxmlformats.org/officeDocument/2006/relationships/slide" Target="/ppt/slides/slide9.xml" Id="Re9366e22477a41fe" /><Relationship Type="http://schemas.openxmlformats.org/officeDocument/2006/relationships/slide" Target="/ppt/slides/slide10.xml" Id="Rc8359f35b0554d3a" /><Relationship Type="http://schemas.openxmlformats.org/officeDocument/2006/relationships/slide" Target="/ppt/slides/slide11.xml" Id="Rf66ec54f25a14972" /><Relationship Type="http://schemas.openxmlformats.org/officeDocument/2006/relationships/slide" Target="/ppt/slides/slide12.xml" Id="Ra54134c0469c41bc" /><Relationship Type="http://schemas.openxmlformats.org/officeDocument/2006/relationships/slide" Target="/ppt/slides/slide13.xml" Id="R2c97ca1aa0894feb" /><Relationship Type="http://schemas.openxmlformats.org/officeDocument/2006/relationships/slide" Target="/ppt/slides/slide14.xml" Id="Rc028d345495a42a3" /><Relationship Type="http://schemas.openxmlformats.org/officeDocument/2006/relationships/slide" Target="/ppt/slides/slide15.xml" Id="R0bebf44070b84807" /><Relationship Type="http://schemas.openxmlformats.org/officeDocument/2006/relationships/slide" Target="/ppt/slides/slide16.xml" Id="R2948a8a0e4f243b9" /><Relationship Type="http://schemas.openxmlformats.org/officeDocument/2006/relationships/slide" Target="/ppt/slides/slide17.xml" Id="R64bbf67997e04be2" /><Relationship Type="http://schemas.openxmlformats.org/officeDocument/2006/relationships/slide" Target="/ppt/slides/slide18.xml" Id="Ra0184d7e654c4411" /><Relationship Type="http://schemas.openxmlformats.org/officeDocument/2006/relationships/slide" Target="/ppt/slides/slide19.xml" Id="Rb5baf737672948f3" /><Relationship Type="http://schemas.openxmlformats.org/officeDocument/2006/relationships/slide" Target="/ppt/slides/slide20.xml" Id="Rc3443ab103a04f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e18d830a5c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7eb42ba07c4c94" /><Relationship Type="http://schemas.openxmlformats.org/officeDocument/2006/relationships/notesMaster" Target="/ppt/notesMasters/notesMaster1.xml" Id="Rf12f0706fade42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fdbecc0d6f4c28" /><Relationship Type="http://schemas.openxmlformats.org/officeDocument/2006/relationships/notesMaster" Target="/ppt/notesMasters/notesMaster1.xml" Id="R2708f567fb3242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c057fae86a489e" /><Relationship Type="http://schemas.openxmlformats.org/officeDocument/2006/relationships/notesMaster" Target="/ppt/notesMasters/notesMaster1.xml" Id="Rd14801dce5b14d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f1451daa674cc1" /><Relationship Type="http://schemas.openxmlformats.org/officeDocument/2006/relationships/notesMaster" Target="/ppt/notesMasters/notesMaster1.xml" Id="Rbe458e5f6a1643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6ef101dd6f466a" /><Relationship Type="http://schemas.openxmlformats.org/officeDocument/2006/relationships/notesMaster" Target="/ppt/notesMasters/notesMaster1.xml" Id="R88a6ad8f0b0b40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a2673271344c23" /><Relationship Type="http://schemas.openxmlformats.org/officeDocument/2006/relationships/notesMaster" Target="/ppt/notesMasters/notesMaster1.xml" Id="R2daf32ff028b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4101a884e4434d" /><Relationship Type="http://schemas.openxmlformats.org/officeDocument/2006/relationships/notesMaster" Target="/ppt/notesMasters/notesMaster1.xml" Id="Rb4ca1cac955f4d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4027eb0a24357" /><Relationship Type="http://schemas.openxmlformats.org/officeDocument/2006/relationships/notesMaster" Target="/ppt/notesMasters/notesMaster1.xml" Id="R06dd9c65655241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2e0fe9107489c" /><Relationship Type="http://schemas.openxmlformats.org/officeDocument/2006/relationships/notesMaster" Target="/ppt/notesMasters/notesMaster1.xml" Id="Ra87781fc017148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118a728184afc" /><Relationship Type="http://schemas.openxmlformats.org/officeDocument/2006/relationships/notesMaster" Target="/ppt/notesMasters/notesMaster1.xml" Id="Rd5f3960ae65b47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6b8c1a57b1415d" /><Relationship Type="http://schemas.openxmlformats.org/officeDocument/2006/relationships/notesMaster" Target="/ppt/notesMasters/notesMaster1.xml" Id="Rcc0eb479569c4f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f4b51eaf2f45c2" /><Relationship Type="http://schemas.openxmlformats.org/officeDocument/2006/relationships/notesMaster" Target="/ppt/notesMasters/notesMaster1.xml" Id="R7a708f209d8a49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be73e8ca374dfd" /><Relationship Type="http://schemas.openxmlformats.org/officeDocument/2006/relationships/notesMaster" Target="/ppt/notesMasters/notesMaster1.xml" Id="R01bdbbd4b45247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f6e07e75f140e2" /><Relationship Type="http://schemas.openxmlformats.org/officeDocument/2006/relationships/notesMaster" Target="/ppt/notesMasters/notesMaster1.xml" Id="R9b24d5ca8a8b49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82d2d766e7a4c7f" /><Relationship Type="http://schemas.openxmlformats.org/officeDocument/2006/relationships/notesMaster" Target="/ppt/notesMasters/notesMaster1.xml" Id="Rf54933a743544ad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0f362991d74d75" /><Relationship Type="http://schemas.openxmlformats.org/officeDocument/2006/relationships/notesMaster" Target="/ppt/notesMasters/notesMaster1.xml" Id="R95f1fcbb18f147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bbeaad9fd3486b" /><Relationship Type="http://schemas.openxmlformats.org/officeDocument/2006/relationships/notesMaster" Target="/ppt/notesMasters/notesMaster1.xml" Id="R80eec2307b0f49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368a57b33f40c0" /><Relationship Type="http://schemas.openxmlformats.org/officeDocument/2006/relationships/notesMaster" Target="/ppt/notesMasters/notesMaster1.xml" Id="R0f83d41b0b5d4cc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67f073471634f9f" /><Relationship Type="http://schemas.openxmlformats.org/officeDocument/2006/relationships/notesMaster" Target="/ppt/notesMasters/notesMaster1.xml" Id="Rb3f329b9a40046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533a97554ad475b" /><Relationship Type="http://schemas.openxmlformats.org/officeDocument/2006/relationships/notesMaster" Target="/ppt/notesMasters/notesMaster1.xml" Id="Rb7a7d0d96add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시스템 슬레이트.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bb6bc524f44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de1b22d6b44158" /><Relationship Type="http://schemas.openxmlformats.org/officeDocument/2006/relationships/slideLayout" Target="/ppt/slideLayouts/slideLayout1.xml" Id="Rb62f089a119145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2f089a119145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7b82c926d43f6" /><Relationship Type="http://schemas.openxmlformats.org/officeDocument/2006/relationships/notesSlide" Target="/ppt/notesSlides/notesSlide1.xml" Id="R3560f9d1d24a4d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a37d960d544b7" /><Relationship Type="http://schemas.openxmlformats.org/officeDocument/2006/relationships/notesSlide" Target="/ppt/notesSlides/notesSlide2.xml" Id="R9551c964b44048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cb0568109406b" /><Relationship Type="http://schemas.openxmlformats.org/officeDocument/2006/relationships/notesSlide" Target="/ppt/notesSlides/notesSlide3.xml" Id="Rfcec48b9272940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fefac45734d6c" /><Relationship Type="http://schemas.openxmlformats.org/officeDocument/2006/relationships/notesSlide" Target="/ppt/notesSlides/notesSlide4.xml" Id="Re9b59b1946e444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1e8005da746e0" /><Relationship Type="http://schemas.openxmlformats.org/officeDocument/2006/relationships/notesSlide" Target="/ppt/notesSlides/notesSlide5.xml" Id="R8fb5fe36bb0742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4abffd71c482d" /><Relationship Type="http://schemas.openxmlformats.org/officeDocument/2006/relationships/notesSlide" Target="/ppt/notesSlides/notesSlide6.xml" Id="R3d539eab55fc41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54791de5044a0" /><Relationship Type="http://schemas.openxmlformats.org/officeDocument/2006/relationships/notesSlide" Target="/ppt/notesSlides/notesSlide7.xml" Id="R85fda010447e45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9057e56cf4e04" /><Relationship Type="http://schemas.openxmlformats.org/officeDocument/2006/relationships/notesSlide" Target="/ppt/notesSlides/notesSlide8.xml" Id="R224736d8727b44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f0816ceba4362" /><Relationship Type="http://schemas.openxmlformats.org/officeDocument/2006/relationships/notesSlide" Target="/ppt/notesSlides/notesSlide9.xml" Id="Rc49cb9be502f4ac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3e443ef754251" /><Relationship Type="http://schemas.openxmlformats.org/officeDocument/2006/relationships/notesSlide" Target="/ppt/notesSlides/notesSlide10.xml" Id="R543f1c0d80ed42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0b00b42bd4292" /><Relationship Type="http://schemas.openxmlformats.org/officeDocument/2006/relationships/notesSlide" Target="/ppt/notesSlides/notesSlide11.xml" Id="Rc5ad47b7777f43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64fb6beda4fd0" /><Relationship Type="http://schemas.openxmlformats.org/officeDocument/2006/relationships/notesSlide" Target="/ppt/notesSlides/notesSlide12.xml" Id="R8583288849a54f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f0ab164bf4135" /><Relationship Type="http://schemas.openxmlformats.org/officeDocument/2006/relationships/notesSlide" Target="/ppt/notesSlides/notesSlide13.xml" Id="R79cc5399251f486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d3a7e75ed446d" /><Relationship Type="http://schemas.openxmlformats.org/officeDocument/2006/relationships/notesSlide" Target="/ppt/notesSlides/notesSlide14.xml" Id="Re75b48cbfda345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57874f7654df3" /><Relationship Type="http://schemas.openxmlformats.org/officeDocument/2006/relationships/notesSlide" Target="/ppt/notesSlides/notesSlide15.xml" Id="R3d4e902896f944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b28f82ddf43b0" /><Relationship Type="http://schemas.openxmlformats.org/officeDocument/2006/relationships/notesSlide" Target="/ppt/notesSlides/notesSlide16.xml" Id="Ra59003406af640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82dd70b2047d5" /><Relationship Type="http://schemas.openxmlformats.org/officeDocument/2006/relationships/notesSlide" Target="/ppt/notesSlides/notesSlide17.xml" Id="R3a0d05b1c3404f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4a2afa9894d12" /><Relationship Type="http://schemas.openxmlformats.org/officeDocument/2006/relationships/notesSlide" Target="/ppt/notesSlides/notesSlide18.xml" Id="R98db153dff6540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90bed54fc4fc2" /><Relationship Type="http://schemas.openxmlformats.org/officeDocument/2006/relationships/notesSlide" Target="/ppt/notesSlides/notesSlide19.xml" Id="R0e1036eea731414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f657f51cc44ac" /><Relationship Type="http://schemas.openxmlformats.org/officeDocument/2006/relationships/notesSlide" Target="/ppt/notesSlides/notesSlide20.xml" Id="R4c5a2eb680e144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F432647-6188-4A46-9C6D-8222CFE6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A6B52E8-A056-4FAF-8552-42BF0CBD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714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사업명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C0B02D9-020F-4544-8531-DF9BF74B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8A8207A2-2AC0-40CC-A800-8F072B96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13250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A01E140A-41DB-49F8-A2C5-69382D8D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C5907B69-AD67-4BAB-A60B-870D4693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F2B1CB9-29C0-497F-919A-B1631C15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85257B7-9B3E-4424-B964-26D41CA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52C2ABE-CF16-47D8-AAAD-135FD50F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9A943DD-59ED-4DC9-89AB-EEF7EADF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382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87CF0B3-7ED2-48D0-866C-D8C1EF0E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8382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5BF60E3-1D71-4B50-9170-1A58E77D9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83820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9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76A5C0A-7FF9-4F7E-BE95-7D2770C3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908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11F806E-27C3-40A1-9F35-FFFEC87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908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AE03D0B4-78B6-4AA2-A8AB-C9DF93BF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908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45B96840-1640-4025-9152-E3EC4916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9082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68757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3549434-0935-429A-B771-C253D1C8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D36ACFCA-BE2E-4B2D-A4D1-F52642F3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BA7CB56-2C2F-4901-A75B-41A2581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52EFF0B-5406-4993-88DD-F28EEA6A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9D4B0EB-1C7C-4939-8CA5-E3F78E8C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3645218" cy="500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0C0286E-5414-418A-BABC-F2194574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3820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F2E1CF4-7FF8-4D87-B091-012CFB87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323975"/>
            <a:ext cx="4238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87EB426C-8221-4A5C-9664-4D2CD9A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7170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0DDC19C-9580-483F-AD90-546AD602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57475"/>
            <a:ext cx="4238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33F08D7-C9B5-4D53-96F7-3154242C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505200"/>
            <a:ext cx="4238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5C5E6E1A-04B2-4CCD-BF01-755DD1E5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90975"/>
            <a:ext cx="4238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123989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8610AAC-68F5-4AA3-AA66-0A553A33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9067F0F2-CE31-4C1E-BE09-A7F7CEC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사업 이해와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핵심 과제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C11798C-AD19-4A4F-83F3-1F0ADA97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0BD4D2FA-0CE5-41EE-AF46-722EF10A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EAE37BA7-79D2-4B9F-99C0-7507AFEA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FBBDAA2-7ADF-4375-AB7C-5B69F979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838200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7E988EC-0056-4963-AD4B-9C374054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1775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7BDFBA4D-CDBF-40AB-8670-467D358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2771775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604903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BD508F13-CFB0-43C4-B30B-EAFC480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661C8A2-890F-4F02-B17B-F5F6C576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사업 목표와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적용 범위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217BBB9-4BDB-46E1-A2F3-CED12BF5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6ED147F-0B15-4652-89DB-E1D3C6D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FE3533F-B53A-43D3-AFC4-D0E97650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432D47D0-33C5-4F6D-9B08-8FCFBC62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778AF6B-EF86-4063-872D-3565F56C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DC4F2B1B-2CFD-4882-814E-11EFC209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7B4737B-D8F1-43FE-8005-4800D37B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C0D36B9-90E3-40F1-A021-89AA8384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79829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61F9A20-F600-4884-B098-3D0C501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3496AD8-9FB1-4B8A-88DF-14F32F7C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요구사항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대응 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5D0B762-2E75-4D39-9C48-D63C719E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5DD4D9B-398E-4AAF-88EF-7A1A740D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527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984ADF02-3988-41C7-9634-A67EC89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31B15A6-FFB0-4DC2-8AA9-FF4C2099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평가항목별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제안 근거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2C6288E-1622-4D4C-B839-F8777E98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025E3C4-BC79-46CD-A8AB-63F9CD5D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0626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6DD6150A-BAE7-4A9F-B8D3-4714162F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64D77CF-117D-4824-9046-12D2110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핵심 수행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전략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3C7E996-2394-4D8E-8A94-FEA68036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14ABB67-D03B-4B68-A7A6-C6D1B55E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9B980D2-EB4C-4A98-99FC-4FC7FEB5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F42CE15-DB64-4792-9312-C4E2DD6A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FB9E15A-D4E4-4E05-AFA7-652EF068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6E28B32B-24C7-434D-BD14-7E0ECA55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DE603B7B-03E4-48B6-B995-C0766ECD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E37EF516-CC02-4FE0-BB29-A4E4A873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034684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CA4AFABB-B630-49AC-AB58-32BEA42C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A2B08394-15DB-4FCE-9885-237F2A5F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단계별 수행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절차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AA00B7F-8368-4AA3-A7C5-FE9FF602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7F1B6B7-84A7-46E6-A2CC-9564B55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B66674A-B1AA-4764-81C6-42EAA9AF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BA5EB15-7102-43FA-AC2F-64BFE376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82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9090CFB7-9AAC-4068-90A4-8FBB52DC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858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0DE0B25-C874-4CF5-893F-B47303DC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9EEF4146-703A-4E21-B355-2AB638F9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288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C4723DC7-6D0F-43F4-AABB-09ECFD76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764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29F96CA-B6E8-424D-9AE3-883B1079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9AAEF398-C9EB-476C-AD86-6E84711E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FC124017-2A60-42CD-8BD7-F1134C2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670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E447E013-D10B-46B4-89D0-CECFC941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F5AA9BD1-7B4A-411E-BC38-B04D93CC5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C83B3605-AB0C-4957-9CF6-0D1BCEFB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576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618836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BDD6BDD-FEA2-4BBA-91E8-B8D2CAA2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5A41AE5-801E-4F98-A864-AF0E936A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과업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수행 방안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371AD9A-32AB-41B3-9DA6-653C13A3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6F1EAF2-89B4-4C5D-B872-6F3B5C1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C53BABB-4E61-4B92-AE89-3161A18F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E9B3839-CE42-4D27-AD0A-B13C96C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838200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63EE31D9-B0C9-485C-99B6-4CBB9C6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1775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B54D7840-6938-440F-B4E1-3772D5A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2771775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905842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3DF20473-1C69-4E9E-8FBC-ED88E2E3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186CED11-EC33-418D-8B0F-EDD89CB1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추진 일정과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마일스톤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11A5AA0-A5BA-438E-AD68-4BEF59F9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40D315A-FC43-4563-A7B0-3F2EE28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9313"/>
                <a:gridCol w="2119313"/>
                <a:gridCol w="2119313"/>
                <a:gridCol w="2119313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27154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4C46C123-E48A-44EB-95AF-EF33CA86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CEA9666-8466-4282-8847-538E01A8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수행 조직과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역할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C6E8A4B-5C1B-469C-BF28-769F7C60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8DAB688-2EEB-4B2A-BC1A-D299FA6F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85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E3DCC70-996D-43E8-B88D-C946A737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0EDAF39F-310A-45EF-99E8-5F82A9B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보고와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의사결정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8F95AEF-E458-466B-BFDA-86E54CD6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89C4651-1B6E-4ED4-A973-36A7DBDA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5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62B530B-922C-4E33-8C9F-88AE1E0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4385EF9-2D45-4C30-8BEE-ADEEE8BE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82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4E398949-D332-4FC4-975D-5AB8E268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8858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5016200B-1B85-4A8F-8E8E-772730A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F9B3912C-7FF3-441D-A658-0159A483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288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581BCF7B-E695-4236-8D52-B21A8597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18764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1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C6C57BE-9EC3-4BAA-8C61-87939803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194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A5077465-2B8A-4E3D-9F4E-19641C52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3" name="body">
            <a:extLst xmlns:a="http://schemas.openxmlformats.org/drawingml/2006/main">
              <a:ext uri="{FF2B5EF4-FFF2-40B4-BE49-F238E27FC236}">
                <a16:creationId xmlns:a16="http://schemas.microsoft.com/office/drawing/2014/main" id="{6E16AD8C-B1E3-4CE8-A6F3-E308FD38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670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  <p:sp>
        <p:nvSpPr>
          <p:cNvPr id="1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7B260A3-9ED1-4345-85A4-386478D8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10000"/>
            <a:ext cx="619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E3C877C1-53ED-4FC2-8BB0-7030D89C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88226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6" name="body">
            <a:extLst xmlns:a="http://schemas.openxmlformats.org/drawingml/2006/main">
              <a:ext uri="{FF2B5EF4-FFF2-40B4-BE49-F238E27FC236}">
                <a16:creationId xmlns:a16="http://schemas.microsoft.com/office/drawing/2014/main" id="{EEE84867-9B35-43FD-BD67-8A66CBA3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857625"/>
            <a:ext cx="4238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활동·담당·산출물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471939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269DA674-30EE-402B-83EA-96475B58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6337B1C0-88C4-45E3-8733-E124BF4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품질관리와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검수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DC07E59-2FE6-469F-90F8-D37E1DF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991BFEE-12FD-4A28-90D4-02B0384A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A87556B-5D20-4D1A-9852-2B0DA059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E51BC58-3531-45A7-814B-005D4C98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8A9A5CA-9DE8-400B-8897-DF1CAB6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8C3AED4-97A2-45F7-8B24-2F5648E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330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2A9D6894-CF68-44B3-9637-7EAD9D0E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838200"/>
            <a:ext cx="2520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715FCCFE-B2D6-4020-B466-4C2F012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450" y="2228850"/>
            <a:ext cx="2520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80402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EE9E329-CB72-4A11-8C3B-D56D0AF7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CAB5FAF-8060-4E21-AF42-C916AFD8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위험과 대응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계획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8D36628-34CF-4B6F-9F30-1D97C80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13F645B-0565-4FC5-ABEA-201FC201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46334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0A461294-DBCF-40C6-8076-44063D27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C550BDF-7B33-4728-BE31-5CDFCCE0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정보보호와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준수사항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E9D4B1B-1ABB-4245-A25C-F67E4C24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D59F1A0-4571-430B-803F-12CB996D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7B9D6829-9A7C-47A0-AF94-9110FA04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65DE55-CD53-49D2-A205-CD63FD4E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838200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84D61CA-3E7C-425B-AFB5-65500EB7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1775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E244995F-8EE8-40B6-99A5-9E7B5C2A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2771775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2964992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EA52F7BE-54A9-4914-A31B-BBFA2F06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593983B5-0F6F-4DC7-A74F-5C490B11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성과지표와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측정 방법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3786522-DDD8-4784-BE07-E25AAA64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BBC1C41-759D-4ED5-978B-0A51836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6343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7D735862-0412-4D84-9E13-B137177B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8AE7118D-1FDD-4609-92B9-659FF8B4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수행 역량과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검증 자료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38412A9D-FCB1-4BD6-8698-67D0E2E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BE0C771-4D6D-4A4F-8DD3-BB5032E3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F9C1D743-44CE-4C0F-903A-A0A6CD11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838200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4A52327-E160-4360-8961-344BAC5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838200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C0D2C88D-C379-4C6A-A633-92205996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71775"/>
            <a:ext cx="2967038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2B75BF2B-155D-413A-82AF-95E11905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2771775"/>
            <a:ext cx="5001578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6840684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bid3-fixed-section">
            <a:extLst xmlns:a="http://schemas.openxmlformats.org/drawingml/2006/main">
              <a:ext uri="{FF2B5EF4-FFF2-40B4-BE49-F238E27FC236}">
                <a16:creationId xmlns:a16="http://schemas.microsoft.com/office/drawing/2014/main" id="{8970E256-5B72-47F6-BFF0-298E01B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FB4CCC6A-A6BE-4769-B6FF-0C0A5236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047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산출물과</a:t>
            </a:r>
          </a:p>
          <a:p xmlns:a="http://schemas.openxmlformats.org/drawingml/2006/main">
            <a:pPr algn="l">
              <a:def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3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6228DBF-10C8-4A19-A1F6-E6F75B78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4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BE3852C4-135E-4163-BD6E-1B3815B0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3105150" y="838200"/>
          <a:ext xmlns:a="http://schemas.openxmlformats.org/drawingml/2006/main" cx="8477250" cy="5000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5750"/>
                <a:gridCol w="2825750"/>
                <a:gridCol w="2825750"/>
              </a:tblGrid>
              <a:tr h="1000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42677F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E6ED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3E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170607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4E4A73CE-51CD-45B8-9711-4FF81B29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</p:txBody>
      </p:sp>
      <p:sp>
        <p:nvSpPr>
          <p:cNvPr id="2" name="bid3-title">
            <a:extLst xmlns:a="http://schemas.openxmlformats.org/drawingml/2006/main">
              <a:ext uri="{FF2B5EF4-FFF2-40B4-BE49-F238E27FC236}">
                <a16:creationId xmlns:a16="http://schemas.microsoft.com/office/drawing/2014/main" id="{23942F5B-0379-4B3A-99B8-3B8B3EDC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19325"/>
            <a:ext cx="7143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2D3E4F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A931CD84-FF16-47F4-8BDA-8C0DE099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00650"/>
            <a:ext cx="666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C3F0BE-76ED-4984-95D9-C7171612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2677F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13530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2026-09-25T07:46:05.5880000Z</dcterms:created>
  <dcterms:modified xsi:type="dcterms:W3CDTF">2026-09-25T07:46:05.5880000Z</dcterms:modified>
</coreProperties>
</file>