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8d66889cdc476e" /><Relationship Type="http://schemas.openxmlformats.org/officeDocument/2006/relationships/extended-properties" Target="/docProps/app.xml" Id="R433358fd86164ca7" /><Relationship Type="http://schemas.openxmlformats.org/officeDocument/2006/relationships/officeDocument" Target="/ppt/presentation.xml" Id="R0fd2652e7d8644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8655f4be344d34"/>
  </p:sldMasterIdLst>
  <p:notesMasterIdLst>
    <p:notesMasterId xmlns:r="http://schemas.openxmlformats.org/officeDocument/2006/relationships" r:id="R64d2daa8c8744a1e"/>
  </p:notesMasterIdLst>
  <p:sldIdLst>
    <p:sldId xmlns:r="http://schemas.openxmlformats.org/officeDocument/2006/relationships" id="256" r:id="Rac928934fb3a4cda"/>
    <p:sldId xmlns:r="http://schemas.openxmlformats.org/officeDocument/2006/relationships" id="257" r:id="R60477d9cb5dd422e"/>
    <p:sldId xmlns:r="http://schemas.openxmlformats.org/officeDocument/2006/relationships" id="258" r:id="R94f55e3e51c94d25"/>
    <p:sldId xmlns:r="http://schemas.openxmlformats.org/officeDocument/2006/relationships" id="259" r:id="R5ffa370147c24ee9"/>
    <p:sldId xmlns:r="http://schemas.openxmlformats.org/officeDocument/2006/relationships" id="260" r:id="R39acd963c7ae464b"/>
    <p:sldId xmlns:r="http://schemas.openxmlformats.org/officeDocument/2006/relationships" id="261" r:id="R014192962f634425"/>
    <p:sldId xmlns:r="http://schemas.openxmlformats.org/officeDocument/2006/relationships" id="262" r:id="Rb11a2e88ac6f4010"/>
    <p:sldId xmlns:r="http://schemas.openxmlformats.org/officeDocument/2006/relationships" id="263" r:id="Rb25cb32a749e4bc4"/>
    <p:sldId xmlns:r="http://schemas.openxmlformats.org/officeDocument/2006/relationships" id="264" r:id="R99405943ccda42c2"/>
    <p:sldId xmlns:r="http://schemas.openxmlformats.org/officeDocument/2006/relationships" id="265" r:id="R87a32fbc271947ee"/>
    <p:sldId xmlns:r="http://schemas.openxmlformats.org/officeDocument/2006/relationships" id="266" r:id="R37e65e96a2e54cf3"/>
    <p:sldId xmlns:r="http://schemas.openxmlformats.org/officeDocument/2006/relationships" id="267" r:id="Rf4fd74c52fa04b1c"/>
    <p:sldId xmlns:r="http://schemas.openxmlformats.org/officeDocument/2006/relationships" id="268" r:id="Rd453aa88ada841bf"/>
    <p:sldId xmlns:r="http://schemas.openxmlformats.org/officeDocument/2006/relationships" id="269" r:id="R3d1c3acb56a447c1"/>
    <p:sldId xmlns:r="http://schemas.openxmlformats.org/officeDocument/2006/relationships" id="270" r:id="R851b812a2baa45f2"/>
    <p:sldId xmlns:r="http://schemas.openxmlformats.org/officeDocument/2006/relationships" id="271" r:id="R9cd727f34b534c72"/>
    <p:sldId xmlns:r="http://schemas.openxmlformats.org/officeDocument/2006/relationships" id="272" r:id="R8250a958a9854024"/>
    <p:sldId xmlns:r="http://schemas.openxmlformats.org/officeDocument/2006/relationships" id="273" r:id="Rd0e7a7320c8b4d04"/>
    <p:sldId xmlns:r="http://schemas.openxmlformats.org/officeDocument/2006/relationships" id="274" r:id="R8c70907c71e54a2c"/>
    <p:sldId xmlns:r="http://schemas.openxmlformats.org/officeDocument/2006/relationships" id="275" r:id="R038e025b2db04b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012a17b7034836" /><Relationship Type="http://schemas.openxmlformats.org/officeDocument/2006/relationships/slideMaster" Target="/ppt/slideMasters/slideMaster1.xml" Id="R758655f4be344d34" /><Relationship Type="http://schemas.openxmlformats.org/officeDocument/2006/relationships/notesMaster" Target="/ppt/notesMasters/notesMaster1.xml" Id="R64d2daa8c8744a1e" /><Relationship Type="http://schemas.openxmlformats.org/officeDocument/2006/relationships/presProps" Target="/ppt/presProps.xml" Id="R08f08a5905164bf5" /><Relationship Type="http://schemas.openxmlformats.org/officeDocument/2006/relationships/tableStyles" Target="/ppt/tableStyles.xml" Id="R853879a94af34bbb" /><Relationship Type="http://schemas.openxmlformats.org/officeDocument/2006/relationships/slide" Target="/ppt/slides/slide1.xml" Id="Rac928934fb3a4cda" /><Relationship Type="http://schemas.openxmlformats.org/officeDocument/2006/relationships/slide" Target="/ppt/slides/slide2.xml" Id="R60477d9cb5dd422e" /><Relationship Type="http://schemas.openxmlformats.org/officeDocument/2006/relationships/slide" Target="/ppt/slides/slide3.xml" Id="R94f55e3e51c94d25" /><Relationship Type="http://schemas.openxmlformats.org/officeDocument/2006/relationships/slide" Target="/ppt/slides/slide4.xml" Id="R5ffa370147c24ee9" /><Relationship Type="http://schemas.openxmlformats.org/officeDocument/2006/relationships/slide" Target="/ppt/slides/slide5.xml" Id="R39acd963c7ae464b" /><Relationship Type="http://schemas.openxmlformats.org/officeDocument/2006/relationships/slide" Target="/ppt/slides/slide6.xml" Id="R014192962f634425" /><Relationship Type="http://schemas.openxmlformats.org/officeDocument/2006/relationships/slide" Target="/ppt/slides/slide7.xml" Id="Rb11a2e88ac6f4010" /><Relationship Type="http://schemas.openxmlformats.org/officeDocument/2006/relationships/slide" Target="/ppt/slides/slide8.xml" Id="Rb25cb32a749e4bc4" /><Relationship Type="http://schemas.openxmlformats.org/officeDocument/2006/relationships/slide" Target="/ppt/slides/slide9.xml" Id="R99405943ccda42c2" /><Relationship Type="http://schemas.openxmlformats.org/officeDocument/2006/relationships/slide" Target="/ppt/slides/slide10.xml" Id="R87a32fbc271947ee" /><Relationship Type="http://schemas.openxmlformats.org/officeDocument/2006/relationships/slide" Target="/ppt/slides/slide11.xml" Id="R37e65e96a2e54cf3" /><Relationship Type="http://schemas.openxmlformats.org/officeDocument/2006/relationships/slide" Target="/ppt/slides/slide12.xml" Id="Rf4fd74c52fa04b1c" /><Relationship Type="http://schemas.openxmlformats.org/officeDocument/2006/relationships/slide" Target="/ppt/slides/slide13.xml" Id="Rd453aa88ada841bf" /><Relationship Type="http://schemas.openxmlformats.org/officeDocument/2006/relationships/slide" Target="/ppt/slides/slide14.xml" Id="R3d1c3acb56a447c1" /><Relationship Type="http://schemas.openxmlformats.org/officeDocument/2006/relationships/slide" Target="/ppt/slides/slide15.xml" Id="R851b812a2baa45f2" /><Relationship Type="http://schemas.openxmlformats.org/officeDocument/2006/relationships/slide" Target="/ppt/slides/slide16.xml" Id="R9cd727f34b534c72" /><Relationship Type="http://schemas.openxmlformats.org/officeDocument/2006/relationships/slide" Target="/ppt/slides/slide17.xml" Id="R8250a958a9854024" /><Relationship Type="http://schemas.openxmlformats.org/officeDocument/2006/relationships/slide" Target="/ppt/slides/slide18.xml" Id="Rd0e7a7320c8b4d04" /><Relationship Type="http://schemas.openxmlformats.org/officeDocument/2006/relationships/slide" Target="/ppt/slides/slide19.xml" Id="R8c70907c71e54a2c" /><Relationship Type="http://schemas.openxmlformats.org/officeDocument/2006/relationships/slide" Target="/ppt/slides/slide20.xml" Id="R038e025b2db04b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d9005dd53a44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0721e35cfc4d7a" /><Relationship Type="http://schemas.openxmlformats.org/officeDocument/2006/relationships/notesMaster" Target="/ppt/notesMasters/notesMaster1.xml" Id="Re3dc6727414e4b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d626ce613f45ac" /><Relationship Type="http://schemas.openxmlformats.org/officeDocument/2006/relationships/notesMaster" Target="/ppt/notesMasters/notesMaster1.xml" Id="R030b5ad2829d4d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39bb9ebeb6494b" /><Relationship Type="http://schemas.openxmlformats.org/officeDocument/2006/relationships/notesMaster" Target="/ppt/notesMasters/notesMaster1.xml" Id="Rcb4ca56f0e4444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4960be53e84797" /><Relationship Type="http://schemas.openxmlformats.org/officeDocument/2006/relationships/notesMaster" Target="/ppt/notesMasters/notesMaster1.xml" Id="Rd55fbe78db5048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622e7c089041e6" /><Relationship Type="http://schemas.openxmlformats.org/officeDocument/2006/relationships/notesMaster" Target="/ppt/notesMasters/notesMaster1.xml" Id="R8dfd156c004149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ebe56ca2994be0" /><Relationship Type="http://schemas.openxmlformats.org/officeDocument/2006/relationships/notesMaster" Target="/ppt/notesMasters/notesMaster1.xml" Id="Rd570119fca9f42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d4bdb3dfff4774" /><Relationship Type="http://schemas.openxmlformats.org/officeDocument/2006/relationships/notesMaster" Target="/ppt/notesMasters/notesMaster1.xml" Id="R7b81b5362f184e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815b25879243b7" /><Relationship Type="http://schemas.openxmlformats.org/officeDocument/2006/relationships/notesMaster" Target="/ppt/notesMasters/notesMaster1.xml" Id="R695e371d95604f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f352e9c00b468a" /><Relationship Type="http://schemas.openxmlformats.org/officeDocument/2006/relationships/notesMaster" Target="/ppt/notesMasters/notesMaster1.xml" Id="R90d5246d765b4e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31dc7677d44db7" /><Relationship Type="http://schemas.openxmlformats.org/officeDocument/2006/relationships/notesMaster" Target="/ppt/notesMasters/notesMaster1.xml" Id="R340bd25bc5bf41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50f204dd2c4b58" /><Relationship Type="http://schemas.openxmlformats.org/officeDocument/2006/relationships/notesMaster" Target="/ppt/notesMasters/notesMaster1.xml" Id="R306180c41b604e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0259ab645a4351" /><Relationship Type="http://schemas.openxmlformats.org/officeDocument/2006/relationships/notesMaster" Target="/ppt/notesMasters/notesMaster1.xml" Id="Rfb974d1310cd42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2429b79f144a84" /><Relationship Type="http://schemas.openxmlformats.org/officeDocument/2006/relationships/notesMaster" Target="/ppt/notesMasters/notesMaster1.xml" Id="R8f57efb456e246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5ec09805d8475c" /><Relationship Type="http://schemas.openxmlformats.org/officeDocument/2006/relationships/notesMaster" Target="/ppt/notesMasters/notesMaster1.xml" Id="Rdb67533c134f44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19499028124572" /><Relationship Type="http://schemas.openxmlformats.org/officeDocument/2006/relationships/notesMaster" Target="/ppt/notesMasters/notesMaster1.xml" Id="Rd401207db25343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59c393bacb4e71" /><Relationship Type="http://schemas.openxmlformats.org/officeDocument/2006/relationships/notesMaster" Target="/ppt/notesMasters/notesMaster1.xml" Id="R812b96457ef445f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1892acb0f7a46d3" /><Relationship Type="http://schemas.openxmlformats.org/officeDocument/2006/relationships/notesMaster" Target="/ppt/notesMasters/notesMaster1.xml" Id="R489c6173a2014dd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efa2c34ab6492e" /><Relationship Type="http://schemas.openxmlformats.org/officeDocument/2006/relationships/notesMaster" Target="/ppt/notesMasters/notesMaster1.xml" Id="Rf01b90b3ec2244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5e23ca51fb4ade" /><Relationship Type="http://schemas.openxmlformats.org/officeDocument/2006/relationships/notesMaster" Target="/ppt/notesMasters/notesMaster1.xml" Id="Rc4404dc07b90484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d8d4c6047d448ab" /><Relationship Type="http://schemas.openxmlformats.org/officeDocument/2006/relationships/notesMaster" Target="/ppt/notesMasters/notesMaster1.xml" Id="R19572cf914434c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시빅 모노.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eec972f0d4d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fe6dac03414291" /><Relationship Type="http://schemas.openxmlformats.org/officeDocument/2006/relationships/slideLayout" Target="/ppt/slideLayouts/slideLayout1.xml" Id="R69c4cbcdd9cf47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c4cbcdd9cf47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95c02da254ec5" /><Relationship Type="http://schemas.openxmlformats.org/officeDocument/2006/relationships/notesSlide" Target="/ppt/notesSlides/notesSlide1.xml" Id="R4b0201db07b449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65d901bbb43cc" /><Relationship Type="http://schemas.openxmlformats.org/officeDocument/2006/relationships/notesSlide" Target="/ppt/notesSlides/notesSlide2.xml" Id="Rb2dfe463569a46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dfee1d9dd4c6c" /><Relationship Type="http://schemas.openxmlformats.org/officeDocument/2006/relationships/notesSlide" Target="/ppt/notesSlides/notesSlide3.xml" Id="R0b901bfe6f2849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db09052db433b" /><Relationship Type="http://schemas.openxmlformats.org/officeDocument/2006/relationships/notesSlide" Target="/ppt/notesSlides/notesSlide4.xml" Id="R50cbafae436b4c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380e9050f4246" /><Relationship Type="http://schemas.openxmlformats.org/officeDocument/2006/relationships/notesSlide" Target="/ppt/notesSlides/notesSlide5.xml" Id="R3cdb41a1a72b43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c743d89b74115" /><Relationship Type="http://schemas.openxmlformats.org/officeDocument/2006/relationships/notesSlide" Target="/ppt/notesSlides/notesSlide6.xml" Id="R754efab0a4c047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731d679c4470e" /><Relationship Type="http://schemas.openxmlformats.org/officeDocument/2006/relationships/notesSlide" Target="/ppt/notesSlides/notesSlide7.xml" Id="R322ac7f3666846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bfa2a4d8644a0" /><Relationship Type="http://schemas.openxmlformats.org/officeDocument/2006/relationships/notesSlide" Target="/ppt/notesSlides/notesSlide8.xml" Id="R76665f6b24964e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bc13710ee4d8f" /><Relationship Type="http://schemas.openxmlformats.org/officeDocument/2006/relationships/notesSlide" Target="/ppt/notesSlides/notesSlide9.xml" Id="R250e16c32e064a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aa890347a4ec8" /><Relationship Type="http://schemas.openxmlformats.org/officeDocument/2006/relationships/notesSlide" Target="/ppt/notesSlides/notesSlide10.xml" Id="R3fbbb6f39caa47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f58de480a43c9" /><Relationship Type="http://schemas.openxmlformats.org/officeDocument/2006/relationships/notesSlide" Target="/ppt/notesSlides/notesSlide11.xml" Id="R347f3f82cad741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3527c22534bd7" /><Relationship Type="http://schemas.openxmlformats.org/officeDocument/2006/relationships/notesSlide" Target="/ppt/notesSlides/notesSlide12.xml" Id="R063fa81712314c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e7755ae5f4aab" /><Relationship Type="http://schemas.openxmlformats.org/officeDocument/2006/relationships/notesSlide" Target="/ppt/notesSlides/notesSlide13.xml" Id="Rbaee0e84dc8246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ad7dda38d43aa" /><Relationship Type="http://schemas.openxmlformats.org/officeDocument/2006/relationships/notesSlide" Target="/ppt/notesSlides/notesSlide14.xml" Id="R703bb4e60f2c46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4358ec3ea4ec1" /><Relationship Type="http://schemas.openxmlformats.org/officeDocument/2006/relationships/notesSlide" Target="/ppt/notesSlides/notesSlide15.xml" Id="Rf6aa81d69db949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ad4095b244826" /><Relationship Type="http://schemas.openxmlformats.org/officeDocument/2006/relationships/notesSlide" Target="/ppt/notesSlides/notesSlide16.xml" Id="R27e5150ae048455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8a90f5bfa4e45" /><Relationship Type="http://schemas.openxmlformats.org/officeDocument/2006/relationships/notesSlide" Target="/ppt/notesSlides/notesSlide17.xml" Id="Red6f6d5ff141483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6bd7cc4034ee3" /><Relationship Type="http://schemas.openxmlformats.org/officeDocument/2006/relationships/notesSlide" Target="/ppt/notesSlides/notesSlide18.xml" Id="Red6db022dcd24ff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c7d59c78744ea" /><Relationship Type="http://schemas.openxmlformats.org/officeDocument/2006/relationships/notesSlide" Target="/ppt/notesSlides/notesSlide19.xml" Id="R2adc7b245f4a4a9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387c848ce46ff" /><Relationship Type="http://schemas.openxmlformats.org/officeDocument/2006/relationships/notesSlide" Target="/ppt/notesSlides/notesSlide20.xml" Id="R2f61373d2eb64c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A3FE301-AED3-432E-8289-ACA5E924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E9B44705-9631-454D-8369-8F4DFB5E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585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사업명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C79CA0E-6A3B-4640-BDAC-D8B3C18B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338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9181328-8E57-4056-96CD-605E8373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435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00591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B628735-30C5-41A3-BA7F-840B5814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962F81F-DC97-47CB-92BD-9DF811EA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4478313-AAFE-4C3F-BE1C-3C8345F7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A27AD7F-508D-4B5D-A66D-925E601E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D937D9D-CCAF-469C-9D94-75497306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9351F3E-35D2-4FCF-A5D2-C12FBE2B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95AF614-1643-47EF-AFD1-9C86BB67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42A8949-67F8-41AD-A109-9C8E38F3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3F27A98C-72C2-43F7-8F5B-B0D7E246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A8729B2-4BDD-42D4-A050-05DEE5FE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D8CE8323-DD72-49C5-A489-4CB6C15F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20408381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32608F79-2D13-4B5C-83AA-0DE01E54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ECE292C-13E0-4A00-A9DC-7229B556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DE81017-8491-4B04-B5D8-0886A6D1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7F75BF7-47FE-4969-90F8-7A6A23FE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718304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핵심 제안</a:t>
            </a:r>
          </a:p>
          <a:p xmlns:a="http://schemas.openxmlformats.org/drawingml/2006/main">
            <a:pPr algn="l">
              <a:defRPr sz="30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B73F8CD-AEEF-4C01-A0AD-CE55BEC3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AB60631-5B78-4220-AC03-1EC668AB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F700B606-31DE-4E23-9B9F-FDCA9769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E20271B-7564-4B5F-ABB0-662DE4A1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A05051D-727F-4B0D-A9E8-8CBFA314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F247FEDE-25A6-46F2-93AD-A946B135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17577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3653B829-2C66-4FA9-AC0B-6F412338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DF2179B-CE84-49B6-9B21-267FFFDB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64BAA24-E268-437C-825B-076849DC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B488F07-1DE8-436B-AA26-19DA90C6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25EEB65-FDC3-401B-B170-84AB1BBE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C68EDD7-0673-43FE-AEBC-AF42C334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7FD5288-A6FE-466F-8A77-7E9C1DBA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028869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CE30E262-B9D0-4E05-ABA9-CF9948DA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0E8AAD8-0EBA-4E6D-9278-82C26033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FBCB1BC-B930-4787-B988-2952DC55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108CE2E-57F3-40E8-B4FD-1E2B051D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EF2BDB8-9AD4-4B99-B1E2-1C6C1D91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39521C2-BE58-4202-A7E6-0D3118CF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5F77595-48A8-484E-9BF5-84D633DA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B5F20206-A755-412E-8B4E-A3E80029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3EC1D03-75D3-4BB6-A1CA-4202BD05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6808582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33113F70-8C28-48B8-8363-16E18427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766C23E-C610-4975-BADA-3D731C57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5E62DFB-377A-43EE-9142-50977B99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2552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3AF7364A-CD7C-4108-978C-96D3E953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E219052-6DB5-4A46-BCC8-DA849CB9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90DD7B6-E0EA-49F0-AE50-3030E2D0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13065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9B7194FF-4498-46A1-B725-59A484BC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943F66C-2547-4428-A79E-36F2C497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DE6E2E3-C7E9-4F00-BCDB-14EA38D2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786108D-07F2-4EC1-B45C-8D2B3F51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5734851-9B30-4463-BB2A-6CE1F6E9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7DCA0CD-354F-4CD6-A412-E0A2DBAF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58690D4-ED1C-43DD-9524-A0D05CDD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B9EB5FE-4A2A-43E7-9580-CDCBDA14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6842DD0C-3E5C-41BC-B277-57607634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853725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D08AD89C-C41C-4EE8-9466-3DD39650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E6FC38A-0247-4EA7-AFC1-A67A8781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BAA37BC-8F09-4FAC-A295-03ECAE0F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8212827-8066-4879-A8F9-5EEFAC9D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E592A9E-A20F-4CBD-A096-D5360E86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3B13CC3-26B8-4871-9A55-9E312E3C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1238C4C-BE76-4CFA-B38A-D8D5788A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BFF28B6-BF48-4504-8B31-CA73469B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C20E0FE-51E2-4E11-B928-B22665C3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786A0CF-0FA6-46E3-A65C-DC89F436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D37C0929-FAB1-44E2-B043-AFB20F25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E31D6DFD-4D14-449A-BE9E-1F146C73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1ED08993-5FF7-4644-AD36-950691FA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A0C69C8C-879D-48C6-879D-1752357E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86E5EE37-295E-4744-85B5-F83A8272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305686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C865C774-DBB2-4A39-B4A9-F2D2C832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D4EC551-E286-48B5-93E7-7B284F85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014B338-676A-43A6-A63A-E42B1766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BA10C61-F50C-4849-A7DB-F0A48592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2FBD518-C954-4792-A5C4-937DE9D7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3F71E94-E748-405D-B15B-5DD30937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7EDDD2B-D94A-4E32-A532-DD914486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679225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442ADFB1-3B8D-4268-A3BA-1F06638B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4AE774B-503C-46E0-A399-E23F9EF8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F8B5261-9F9F-46AA-B3F5-631E817E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6211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E85F4576-EF05-453E-A403-C7364F61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F743EF4-4E82-4227-9A0A-B09F4868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9E7AD0D-521D-4BF0-978E-B88D9DA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32588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E3475D86-00D3-42C5-9577-3BEFAD9D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E2C8F32-00B1-42C0-9231-AE7F92FA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C5E042E-1A0C-4C09-9E5A-FF0BA05D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A37B37E-D40E-4594-9AB2-AE7D4BDF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FF04A49-E0A3-4E92-A033-617C2FFD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219F256-AD6A-40BF-9CC8-9FE28EEF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5077435-C638-4B65-86BF-25A84B16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C505E23-39BE-4617-BBB1-2915846C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FFFCDAF-FA52-4C58-B4F4-75573B54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F88F4111-D458-4B53-9BA7-C35F2F8A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353316E4-A54F-4E9D-A3BF-5BB716B8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2E595DD9-C9AE-464F-B5DA-83E4E75E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73D5019C-E610-45FA-9F8F-03AFB42C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89FCFFB8-BC9F-415D-B0D3-59ECA51C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F5406C95-A251-4F0C-916F-C4CA21E8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6321899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DAED6796-BDEE-4B26-B0B0-4395CAAD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77BB780-6E71-4E2F-9520-DBBD2D5F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10D01DB-AEEB-4EE7-8288-4274AFC1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9FDBF23-7458-4C13-87D2-89C2819D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B759E8E-C46E-4B6B-B5A1-6FEADA43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84C1E81-4E8F-4DF9-8EB6-85789C9A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63B1313-1F0E-4356-8647-8157F8E1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622E718-BE1D-469E-A082-35B991B9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9FCA540-DCB6-4A4B-B253-2EBF5264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8029462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93F48F06-D79E-4915-B1BF-BE59BEC8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8E117A4-C7BD-4577-A56C-25DB1502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5DFB058-D3FA-4666-A896-E40E44D0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5062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7AB4F7CE-EDEA-41BB-B9F4-38DCF285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F24D2F5-2E70-4034-927F-D7744F55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1ED2E11-044D-43C9-991D-7BDB9C2C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14B08E8-3032-431B-B5DF-FA1E31C8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0888645-E43B-48A1-B43B-A37F0549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385B64E-1A59-48D8-B07C-9352AF50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E1DC75F-BDF9-4CBC-BDC8-760DFE00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756403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119493B6-88DB-47FB-AC62-999489D5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8C9208F-EE81-41E7-8F21-0829336D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226D650-9C3E-4E63-9B0D-EC75F3F5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65190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A3FEEE29-1B8A-4EBE-AE39-EEA138B4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D5E931D-3B1C-472E-8DAE-1AFA6A5D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AE668A8-71D5-48B6-BAA7-378C2F77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42B1AC7E-0EB2-4E13-9C90-36B1FBB7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DF64B8E-1D23-4D64-BCA5-5493523E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1943100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9AD587A-FBAD-481E-8A58-FFD9B063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384048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4A6BD37-0463-48A2-94BC-0731A642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448" y="3876675"/>
            <a:ext cx="6473952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0035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694C7FA9-3B99-41FC-A817-9D413A7C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6311015-D076-468E-9273-478EB3F2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110344E-0B26-4300-BCEC-F6EE5AD5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45515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EF0F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82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57784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6C93DDF-C68F-4560-B280-AC0049EA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B8C13B3-73D5-480C-A7A0-9615B898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defRPr>
            </a:pPr>
            <a:r>
              <a:rPr sz="5850" b="1">
                <a:solidFill>
                  <a:srgbClr val="24282D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C019A72-07A9-489D-8EE3-F3A3531D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338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실행 원칙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50D69D9-887A-4548-BAAB-6B6B9FAA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435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5515E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961101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2026-09-25T07:45:06.9900000Z</dcterms:created>
  <dcterms:modified xsi:type="dcterms:W3CDTF">2026-09-25T07:45:06.9900000Z</dcterms:modified>
</coreProperties>
</file>