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81c23d567d4a09" /><Relationship Type="http://schemas.openxmlformats.org/officeDocument/2006/relationships/extended-properties" Target="/docProps/app.xml" Id="R5289b02bcaea4603" /><Relationship Type="http://schemas.openxmlformats.org/officeDocument/2006/relationships/officeDocument" Target="/ppt/presentation.xml" Id="R999f9c0b10d443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56e2d4f87b4781"/>
  </p:sldMasterIdLst>
  <p:notesMasterIdLst>
    <p:notesMasterId xmlns:r="http://schemas.openxmlformats.org/officeDocument/2006/relationships" r:id="R25a8aa429d7c44c4"/>
  </p:notesMasterIdLst>
  <p:sldIdLst>
    <p:sldId xmlns:r="http://schemas.openxmlformats.org/officeDocument/2006/relationships" id="256" r:id="R5d034138b55f40d8"/>
    <p:sldId xmlns:r="http://schemas.openxmlformats.org/officeDocument/2006/relationships" id="257" r:id="R0bd224289ccf40f7"/>
    <p:sldId xmlns:r="http://schemas.openxmlformats.org/officeDocument/2006/relationships" id="258" r:id="Ra9b2086f537b48bf"/>
    <p:sldId xmlns:r="http://schemas.openxmlformats.org/officeDocument/2006/relationships" id="259" r:id="R32a1d82a0b02403a"/>
    <p:sldId xmlns:r="http://schemas.openxmlformats.org/officeDocument/2006/relationships" id="260" r:id="R4846ee87709c4338"/>
    <p:sldId xmlns:r="http://schemas.openxmlformats.org/officeDocument/2006/relationships" id="261" r:id="R7298d890315e4890"/>
    <p:sldId xmlns:r="http://schemas.openxmlformats.org/officeDocument/2006/relationships" id="262" r:id="R5777abd2d42745fc"/>
    <p:sldId xmlns:r="http://schemas.openxmlformats.org/officeDocument/2006/relationships" id="263" r:id="R8185483b8ff74bd8"/>
    <p:sldId xmlns:r="http://schemas.openxmlformats.org/officeDocument/2006/relationships" id="264" r:id="R81278d6e9fc74c79"/>
    <p:sldId xmlns:r="http://schemas.openxmlformats.org/officeDocument/2006/relationships" id="265" r:id="R740ec8e3d0724b5e"/>
    <p:sldId xmlns:r="http://schemas.openxmlformats.org/officeDocument/2006/relationships" id="266" r:id="R78efa7d78d004c9a"/>
    <p:sldId xmlns:r="http://schemas.openxmlformats.org/officeDocument/2006/relationships" id="267" r:id="Ra17f751389b34588"/>
    <p:sldId xmlns:r="http://schemas.openxmlformats.org/officeDocument/2006/relationships" id="268" r:id="Rd3a7bd6edf2242db"/>
    <p:sldId xmlns:r="http://schemas.openxmlformats.org/officeDocument/2006/relationships" id="269" r:id="R49277d29ffe0425f"/>
    <p:sldId xmlns:r="http://schemas.openxmlformats.org/officeDocument/2006/relationships" id="270" r:id="R65b9b5a79c8743c3"/>
    <p:sldId xmlns:r="http://schemas.openxmlformats.org/officeDocument/2006/relationships" id="271" r:id="Rb2e3598f193b4ceb"/>
    <p:sldId xmlns:r="http://schemas.openxmlformats.org/officeDocument/2006/relationships" id="272" r:id="R656dbc8f91c2423a"/>
    <p:sldId xmlns:r="http://schemas.openxmlformats.org/officeDocument/2006/relationships" id="273" r:id="R34eeb01b183e4914"/>
    <p:sldId xmlns:r="http://schemas.openxmlformats.org/officeDocument/2006/relationships" id="274" r:id="Rc39ee232d2eb4e0c"/>
    <p:sldId xmlns:r="http://schemas.openxmlformats.org/officeDocument/2006/relationships" id="275" r:id="R619aad41b7d744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e6aa52fcb443af" /><Relationship Type="http://schemas.openxmlformats.org/officeDocument/2006/relationships/slideMaster" Target="/ppt/slideMasters/slideMaster1.xml" Id="R7656e2d4f87b4781" /><Relationship Type="http://schemas.openxmlformats.org/officeDocument/2006/relationships/notesMaster" Target="/ppt/notesMasters/notesMaster1.xml" Id="R25a8aa429d7c44c4" /><Relationship Type="http://schemas.openxmlformats.org/officeDocument/2006/relationships/presProps" Target="/ppt/presProps.xml" Id="R46ca5987de234a5d" /><Relationship Type="http://schemas.openxmlformats.org/officeDocument/2006/relationships/tableStyles" Target="/ppt/tableStyles.xml" Id="Rf08f93ea8e9c4cee" /><Relationship Type="http://schemas.openxmlformats.org/officeDocument/2006/relationships/slide" Target="/ppt/slides/slide1.xml" Id="R5d034138b55f40d8" /><Relationship Type="http://schemas.openxmlformats.org/officeDocument/2006/relationships/slide" Target="/ppt/slides/slide2.xml" Id="R0bd224289ccf40f7" /><Relationship Type="http://schemas.openxmlformats.org/officeDocument/2006/relationships/slide" Target="/ppt/slides/slide3.xml" Id="Ra9b2086f537b48bf" /><Relationship Type="http://schemas.openxmlformats.org/officeDocument/2006/relationships/slide" Target="/ppt/slides/slide4.xml" Id="R32a1d82a0b02403a" /><Relationship Type="http://schemas.openxmlformats.org/officeDocument/2006/relationships/slide" Target="/ppt/slides/slide5.xml" Id="R4846ee87709c4338" /><Relationship Type="http://schemas.openxmlformats.org/officeDocument/2006/relationships/slide" Target="/ppt/slides/slide6.xml" Id="R7298d890315e4890" /><Relationship Type="http://schemas.openxmlformats.org/officeDocument/2006/relationships/slide" Target="/ppt/slides/slide7.xml" Id="R5777abd2d42745fc" /><Relationship Type="http://schemas.openxmlformats.org/officeDocument/2006/relationships/slide" Target="/ppt/slides/slide8.xml" Id="R8185483b8ff74bd8" /><Relationship Type="http://schemas.openxmlformats.org/officeDocument/2006/relationships/slide" Target="/ppt/slides/slide9.xml" Id="R81278d6e9fc74c79" /><Relationship Type="http://schemas.openxmlformats.org/officeDocument/2006/relationships/slide" Target="/ppt/slides/slide10.xml" Id="R740ec8e3d0724b5e" /><Relationship Type="http://schemas.openxmlformats.org/officeDocument/2006/relationships/slide" Target="/ppt/slides/slide11.xml" Id="R78efa7d78d004c9a" /><Relationship Type="http://schemas.openxmlformats.org/officeDocument/2006/relationships/slide" Target="/ppt/slides/slide12.xml" Id="Ra17f751389b34588" /><Relationship Type="http://schemas.openxmlformats.org/officeDocument/2006/relationships/slide" Target="/ppt/slides/slide13.xml" Id="Rd3a7bd6edf2242db" /><Relationship Type="http://schemas.openxmlformats.org/officeDocument/2006/relationships/slide" Target="/ppt/slides/slide14.xml" Id="R49277d29ffe0425f" /><Relationship Type="http://schemas.openxmlformats.org/officeDocument/2006/relationships/slide" Target="/ppt/slides/slide15.xml" Id="R65b9b5a79c8743c3" /><Relationship Type="http://schemas.openxmlformats.org/officeDocument/2006/relationships/slide" Target="/ppt/slides/slide16.xml" Id="Rb2e3598f193b4ceb" /><Relationship Type="http://schemas.openxmlformats.org/officeDocument/2006/relationships/slide" Target="/ppt/slides/slide17.xml" Id="R656dbc8f91c2423a" /><Relationship Type="http://schemas.openxmlformats.org/officeDocument/2006/relationships/slide" Target="/ppt/slides/slide18.xml" Id="R34eeb01b183e4914" /><Relationship Type="http://schemas.openxmlformats.org/officeDocument/2006/relationships/slide" Target="/ppt/slides/slide19.xml" Id="Rc39ee232d2eb4e0c" /><Relationship Type="http://schemas.openxmlformats.org/officeDocument/2006/relationships/slide" Target="/ppt/slides/slide20.xml" Id="R619aad41b7d744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43807c015a46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1d25c15e0a4f27" /><Relationship Type="http://schemas.openxmlformats.org/officeDocument/2006/relationships/notesMaster" Target="/ppt/notesMasters/notesMaster1.xml" Id="Rca874763407c49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aa805b3718484d" /><Relationship Type="http://schemas.openxmlformats.org/officeDocument/2006/relationships/notesMaster" Target="/ppt/notesMasters/notesMaster1.xml" Id="Rd5448453eea447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cb8de934b24d3d" /><Relationship Type="http://schemas.openxmlformats.org/officeDocument/2006/relationships/notesMaster" Target="/ppt/notesMasters/notesMaster1.xml" Id="R156f951ad45443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4f8593070b4563" /><Relationship Type="http://schemas.openxmlformats.org/officeDocument/2006/relationships/notesMaster" Target="/ppt/notesMasters/notesMaster1.xml" Id="R1ef0856afde045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39eba63d2f4510" /><Relationship Type="http://schemas.openxmlformats.org/officeDocument/2006/relationships/notesMaster" Target="/ppt/notesMasters/notesMaster1.xml" Id="Refb3c3537ecf49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2d2f175a5a4644" /><Relationship Type="http://schemas.openxmlformats.org/officeDocument/2006/relationships/notesMaster" Target="/ppt/notesMasters/notesMaster1.xml" Id="R440af8c79ae741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4bbed0d9e94a5f" /><Relationship Type="http://schemas.openxmlformats.org/officeDocument/2006/relationships/notesMaster" Target="/ppt/notesMasters/notesMaster1.xml" Id="R1865c594ca4246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18afe2c41247f5" /><Relationship Type="http://schemas.openxmlformats.org/officeDocument/2006/relationships/notesMaster" Target="/ppt/notesMasters/notesMaster1.xml" Id="Rdb2ced10532e44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d296711a26494e" /><Relationship Type="http://schemas.openxmlformats.org/officeDocument/2006/relationships/notesMaster" Target="/ppt/notesMasters/notesMaster1.xml" Id="R1ef2b81798914b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b0409fa3634a48" /><Relationship Type="http://schemas.openxmlformats.org/officeDocument/2006/relationships/notesMaster" Target="/ppt/notesMasters/notesMaster1.xml" Id="R552dbc6b17ae44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ecd4db73834812" /><Relationship Type="http://schemas.openxmlformats.org/officeDocument/2006/relationships/notesMaster" Target="/ppt/notesMasters/notesMaster1.xml" Id="R32d45142623540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78b1dbf7b6452a" /><Relationship Type="http://schemas.openxmlformats.org/officeDocument/2006/relationships/notesMaster" Target="/ppt/notesMasters/notesMaster1.xml" Id="Rb2674d8fb2e54d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9263b8241f4b21" /><Relationship Type="http://schemas.openxmlformats.org/officeDocument/2006/relationships/notesMaster" Target="/ppt/notesMasters/notesMaster1.xml" Id="R64d22ca26c0d4f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823c92d92594aa5" /><Relationship Type="http://schemas.openxmlformats.org/officeDocument/2006/relationships/notesMaster" Target="/ppt/notesMasters/notesMaster1.xml" Id="R16f3a36ed3fd448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bd58e2b2ab84775" /><Relationship Type="http://schemas.openxmlformats.org/officeDocument/2006/relationships/notesMaster" Target="/ppt/notesMasters/notesMaster1.xml" Id="R658215cfead24ed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5276526ff0e4880" /><Relationship Type="http://schemas.openxmlformats.org/officeDocument/2006/relationships/notesMaster" Target="/ppt/notesMasters/notesMaster1.xml" Id="R8fea49a57ed04a3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40b220780f743c1" /><Relationship Type="http://schemas.openxmlformats.org/officeDocument/2006/relationships/notesMaster" Target="/ppt/notesMasters/notesMaster1.xml" Id="R4b2ac1c8374b404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b6c559ce8a647f9" /><Relationship Type="http://schemas.openxmlformats.org/officeDocument/2006/relationships/notesMaster" Target="/ppt/notesMasters/notesMaster1.xml" Id="Rbae47cf19d06459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7df59089c884788" /><Relationship Type="http://schemas.openxmlformats.org/officeDocument/2006/relationships/notesMaster" Target="/ppt/notesMasters/notesMaster1.xml" Id="Rda1d60099b2d400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25090688f6a46a1" /><Relationship Type="http://schemas.openxmlformats.org/officeDocument/2006/relationships/notesMaster" Target="/ppt/notesMasters/notesMaster1.xml" Id="R7b27d83a203345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서플라이 스틸.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서플라이 스틸.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서플라이 스틸.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서플라이 스틸.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서플라이 스틸.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서플라이 스틸.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서플라이 스틸.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서플라이 스틸.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서플라이 스틸.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서플라이 스틸.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서플라이 스틸.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서플라이 스틸.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서플라이 스틸.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서플라이 스틸.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서플라이 스틸.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서플라이 스틸.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서플라이 스틸.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서플라이 스틸.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서플라이 스틸.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서플라이 스틸.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f16fcab5a343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2403786f154798" /><Relationship Type="http://schemas.openxmlformats.org/officeDocument/2006/relationships/slideLayout" Target="/ppt/slideLayouts/slideLayout1.xml" Id="R193333051bd346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3333051bd346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089cbe4004f34" /><Relationship Type="http://schemas.openxmlformats.org/officeDocument/2006/relationships/image" Target="/ppt/media/image.png" Id="R85b0095a5fc54abc" /><Relationship Type="http://schemas.openxmlformats.org/officeDocument/2006/relationships/notesSlide" Target="/ppt/notesSlides/notesSlide1.xml" Id="R82ef1e1edf5c4a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520dab9454671" /><Relationship Type="http://schemas.openxmlformats.org/officeDocument/2006/relationships/notesSlide" Target="/ppt/notesSlides/notesSlide2.xml" Id="R89da753d61e04f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8d6db15334077" /><Relationship Type="http://schemas.openxmlformats.org/officeDocument/2006/relationships/notesSlide" Target="/ppt/notesSlides/notesSlide3.xml" Id="R593cf0bbb80f43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5a028d3334f98" /><Relationship Type="http://schemas.openxmlformats.org/officeDocument/2006/relationships/notesSlide" Target="/ppt/notesSlides/notesSlide4.xml" Id="R33985249fc714d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0f8e657924667" /><Relationship Type="http://schemas.openxmlformats.org/officeDocument/2006/relationships/notesSlide" Target="/ppt/notesSlides/notesSlide5.xml" Id="R5dc6257890a149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bb8fa33b945ad" /><Relationship Type="http://schemas.openxmlformats.org/officeDocument/2006/relationships/notesSlide" Target="/ppt/notesSlides/notesSlide6.xml" Id="Re7cb227ac8e241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fcdb22a284eb2" /><Relationship Type="http://schemas.openxmlformats.org/officeDocument/2006/relationships/notesSlide" Target="/ppt/notesSlides/notesSlide7.xml" Id="Rc6e6f2e6501e45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9ce8b709845b0" /><Relationship Type="http://schemas.openxmlformats.org/officeDocument/2006/relationships/notesSlide" Target="/ppt/notesSlides/notesSlide8.xml" Id="R5af4e08487bc40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8a6acfa534842" /><Relationship Type="http://schemas.openxmlformats.org/officeDocument/2006/relationships/notesSlide" Target="/ppt/notesSlides/notesSlide9.xml" Id="R10e20299b6e144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0168b77624ccc" /><Relationship Type="http://schemas.openxmlformats.org/officeDocument/2006/relationships/notesSlide" Target="/ppt/notesSlides/notesSlide10.xml" Id="Re4f08482c70d45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ef4cc99954d1d" /><Relationship Type="http://schemas.openxmlformats.org/officeDocument/2006/relationships/notesSlide" Target="/ppt/notesSlides/notesSlide11.xml" Id="Rc790456f9a1744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4bca8dc1445c1" /><Relationship Type="http://schemas.openxmlformats.org/officeDocument/2006/relationships/notesSlide" Target="/ppt/notesSlides/notesSlide12.xml" Id="Re7739181857b40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290d74d9b4a10" /><Relationship Type="http://schemas.openxmlformats.org/officeDocument/2006/relationships/notesSlide" Target="/ppt/notesSlides/notesSlide13.xml" Id="Re53408417f8e46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72d98dd934eb1" /><Relationship Type="http://schemas.openxmlformats.org/officeDocument/2006/relationships/notesSlide" Target="/ppt/notesSlides/notesSlide14.xml" Id="Rc289134c93de4a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1ee058b954073" /><Relationship Type="http://schemas.openxmlformats.org/officeDocument/2006/relationships/notesSlide" Target="/ppt/notesSlides/notesSlide15.xml" Id="R5b2f5ed260f540b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4c93624e746fb" /><Relationship Type="http://schemas.openxmlformats.org/officeDocument/2006/relationships/notesSlide" Target="/ppt/notesSlides/notesSlide16.xml" Id="R679fa509c0c44d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b6261730c4f45" /><Relationship Type="http://schemas.openxmlformats.org/officeDocument/2006/relationships/notesSlide" Target="/ppt/notesSlides/notesSlide17.xml" Id="Rd19384c7b8a94c7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f76cceaf24a27" /><Relationship Type="http://schemas.openxmlformats.org/officeDocument/2006/relationships/notesSlide" Target="/ppt/notesSlides/notesSlide18.xml" Id="R1a8681b010b9410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1449101f046d6" /><Relationship Type="http://schemas.openxmlformats.org/officeDocument/2006/relationships/notesSlide" Target="/ppt/notesSlides/notesSlide19.xml" Id="R8e69012ada7a462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1173499574cb2" /><Relationship Type="http://schemas.openxmlformats.org/officeDocument/2006/relationships/image" Target="/ppt/media/image2.png" Id="R62683669402d4e04" /><Relationship Type="http://schemas.openxmlformats.org/officeDocument/2006/relationships/notesSlide" Target="/ppt/notesSlides/notesSlide20.xml" Id="R19ec2825cbb74b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0095a5fc54ab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F85EAD40-413D-438F-8F5C-7B438CBD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77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389C3591-0410-4C4A-897C-630A0AFE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7477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[사업명]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3A90619-1716-4F4C-A3AB-218764C2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747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발주기관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DCA688A-DE80-4FA5-A8CA-72E69170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477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3938402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title">
            <a:extLst xmlns:a="http://schemas.openxmlformats.org/drawingml/2006/main">
              <a:ext uri="{FF2B5EF4-FFF2-40B4-BE49-F238E27FC236}">
                <a16:creationId xmlns:a16="http://schemas.microsoft.com/office/drawing/2014/main" id="{2F2080B6-8C80-4593-B461-9A11A603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7A6AB79-F6A4-44AF-BC5F-65F9C51E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B819C0B-41A1-49B9-B55E-8CE0B4AC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85B267CD-A8CF-4C23-A78B-21B4724D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E271FB3-ABF5-410C-BB8D-1460CCAD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6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9BD0EBBF-1E5F-4CD9-A4E6-6D831781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E375CC1-2CCB-4478-A397-EF35BAF5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95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EDD10433-1581-4CB0-8445-DB77CD06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0F768884-84E1-4BFD-9597-0D527CF2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12397D35-E533-495B-988E-D4F611DE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8AD07088-7B3C-46F2-937B-1B0768BE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00600"/>
            <a:ext cx="10210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9497507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title">
            <a:extLst xmlns:a="http://schemas.openxmlformats.org/drawingml/2006/main">
              <a:ext uri="{FF2B5EF4-FFF2-40B4-BE49-F238E27FC236}">
                <a16:creationId xmlns:a16="http://schemas.microsoft.com/office/drawing/2014/main" id="{EA4E28CE-4809-497F-880D-9D81B82D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9CA843C-1E65-4A31-9E2B-0ED3FE32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D52CC31-B750-4467-802F-CF4B1729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AF476BF9-2B59-4500-AF43-18D37EA8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핵심 제안 내용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E054C25-F3AC-40C2-8A8C-0BDBCAE1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FA85D36-9A20-4E84-A27A-80308802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F42AF625-9C18-4BA8-B234-2B0CE5E0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45F5DE8D-23CB-4204-A5E9-056DE58C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30503EBE-0129-47B1-8ABE-ED0C0894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381375"/>
            <a:ext cx="345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0B815496-DE0C-438E-9463-5CFF1025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267200"/>
            <a:ext cx="3454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3204204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EAFE60AA-28D7-40DD-BD3D-2A85AE30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4397916-5E5C-48B4-8F29-D4634792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5794A14-8C42-4527-9D84-C8E562F0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7714A99-4191-4D80-86C7-D37813BF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46661AF-10F8-4F73-84F3-C5877411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9790366-47BC-4A07-ABC5-C538E037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F5E2414-68C2-4D6C-8E6B-38E7D3ED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452966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5DD7B709-9B2E-45C9-9141-FFA9D744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FF05E21-3206-495E-851A-C1EFDB31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6E492FF-6891-401D-B3AD-7F68158E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8D806146-F0D1-4B84-8275-2A15FA2C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AA131F0-E3A5-47BF-B15C-08873F60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766BFE2-3570-4870-8138-9570A62E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E03328C-5D1B-46F9-BF73-403E37E9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78D4600F-03F2-4DE3-8283-60E0465F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90AA905B-C85D-4D60-BA36-FB0B6D90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150735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6D75F33F-F57C-4873-93E6-F9B198CA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13FB457-52DF-40C0-9B2C-B7E55644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30517F5-1150-40A3-9526-32062538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3268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3268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32688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2104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094EC832-3061-4B9B-AC76-7A974877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CCA79AB-8026-492D-BC09-637B0B80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4F59233-1ED9-47B3-8581-5826E43E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3268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3268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32688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5464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EC65D360-1FE2-463C-B8FE-D6900103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C43BB38-FF2E-48C6-9F40-26EA086E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CCFF670-81FF-480F-9D22-1EC5E0D7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1DE8EB3-753E-4BE6-AFD3-8451350B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BB75400-770E-4C1C-A793-B6BC732B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9FEAC0C-A956-496D-A7F7-DA5013D0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C78AE0C5-B836-46BD-9FE2-C6D000E8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CB90C5D0-5410-4028-8F89-12E719ED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4DAE53F0-4498-4EBD-AD33-FC24F216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6856584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EF8E2097-E044-4801-BF47-C862CECE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F4128E9-4DA0-4B47-8A5C-13DC3737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5015B77-3387-4B04-9934-7C974E0D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53C3FF1A-F3E7-46F0-B57A-BBDF3946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12B62A9-AB16-40BA-B761-762B57A2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64D4EEA-93C3-4098-8F57-420512F1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F46437C2-2027-44AA-8765-2FBBB1BE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1ED0339B-76E7-40FE-8E84-BA874B15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13D8D9AF-4EA9-4467-BC4D-390572F1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B359DFBC-8A9B-4F5E-9B4D-15530642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5CF71151-559F-4BB6-8D64-B4D6A628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8A422D9E-4CC3-43A3-83CE-F81571E0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F5F7511C-7307-4A6F-84BC-5B85BBB3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74E51891-A114-485C-8EDF-DCA22247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A1C96C4B-D4E0-4EFE-AF85-E37F94E7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3212731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D4E96123-555E-4115-947F-5E2DDAF6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25C0C48-730F-4B08-A6D0-D70E607C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6DA32C2-68E4-4710-859B-754E56FB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536EF58-CC2F-4114-877D-1EABE4F7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DA9809D-2950-4A05-B07E-62846228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2162DC5-E512-43DE-B845-67A57ACE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D14387E-E947-45E2-9F5B-2C83182E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611425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F45240E0-3209-4DB1-9365-0A5094D4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75B7AEE-7213-4396-8D9C-BE45C6E1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ACD1EE5-3B39-41FE-9B17-9FBFD1AB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3268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3268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3268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32688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94912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75D8ACA6-A006-4C17-9C03-50C1C7BB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706CFE2-27FE-4CBE-BE93-43C3A9E3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019FE05-01E0-4835-B11F-4917443B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3268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3268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32688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3499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912098B5-226A-4762-BB96-D7F50608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F8A5F50-43FB-4DA2-9529-496F0799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DB7EBEC-1B7D-4E21-B464-190DF0D9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2934030D-84AE-4D42-85B5-7762F2FE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4EA8F82-CCBF-4257-8AF4-E11A7306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066614B-CC28-41D4-9787-E82EA4EC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92E70B75-2170-4193-917C-6890B1A6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28258D22-4D89-410D-BE69-2865D1E6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2224B3A-66E3-4952-846C-463A3ABD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F0F16A7D-8E7E-447E-99DC-51402C2F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B461D514-1312-41C7-990D-C2A26A60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BD0C4BAC-2F9D-45AD-B654-88BAFE93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C85860E7-A615-466C-8C82-6EF3EC94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E52E07CD-123B-4A0F-9DA5-49559C81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60162304-1DFC-4C4A-B2AD-FF0DE6BF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5009544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3C8EF19F-B441-4CCE-9695-424F70A3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1EC09CA-A284-4A40-8593-DCDFB273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F2E0B73-D2E5-4E85-8C1D-37A255E8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647E86F-7E80-4A13-BA74-13345723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6A1CD89-EC4C-4FD0-B26D-5D8F7C30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9546496-A8B4-4689-AA25-368A8FE4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8D5B842-0F99-46D3-950F-9873AD07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8232C1F1-9B27-470B-8A27-BBD3F946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7A0E0752-5959-40FB-863E-B6D90D42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531723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EEE2C3DF-AB5C-4594-BE25-A4A6DBE2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83F950E-E2F7-42FF-BBDC-6C840F55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85B9024-3885-4AD7-920D-0E9E07D1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3268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3268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32688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2864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C3433625-32A6-4425-BE22-3333164C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ADB8B6A-81CD-45D5-A51F-07AA7D3B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889F693-82D9-4844-87E6-BF1AA807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A7C641DF-45A0-4E51-8C15-EB9889B3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F434971-DCE3-4CBB-B59C-8E9F2307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756BA5C-D139-4171-9FA2-300EAA35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C9A0CC3-FFC8-47FD-BF75-C312498F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577317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B2949B40-F50C-42EE-99B0-392C8C74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BB9484F-A55A-4DB4-95F7-823CDD1F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2B519C3-C260-4C7E-9C01-C61D022A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3268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3268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32688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18067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13B8E3CC-4CDC-4886-98E9-2B3C7AEA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CC54C43-1EC0-40C1-BA21-C5F884CC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284393D-796C-458E-B226-436B098C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23EE09A-F80A-4C39-879C-5B0CDD5E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AD87DF5-6ABC-47E0-B064-8ED7FEFE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161D5D8-4BFC-4927-A510-6842F9D9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B13DF7C-9E13-4E5B-AB68-9FF963F4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267515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524936F8-5AAC-4BF9-991D-C67333CC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3E55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8EF24B2-D80B-47D1-BEE2-EF68649E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2FBABFB-879F-48CF-ABBF-9FD4F5B6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32688D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3268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3268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32688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AF1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E5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01897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83669402d4e0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17039224-59A0-4ABF-9350-89A8A641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77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B3B92A2D-676C-493E-8FAE-CC84640F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7477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수행 범위 확인 필요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7157FB1-B512-4FC7-8AB1-32177CCC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747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실행 원칙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EDD0349-289B-46CE-A3E4-F686652B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477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9E7FE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5892397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2026-09-25T07:46:55.6900000Z</dcterms:created>
  <dcterms:modified xsi:type="dcterms:W3CDTF">2026-09-25T07:46:55.6900000Z</dcterms:modified>
</coreProperties>
</file>