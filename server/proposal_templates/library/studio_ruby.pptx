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6ca7233b86486d" /><Relationship Type="http://schemas.openxmlformats.org/officeDocument/2006/relationships/extended-properties" Target="/docProps/app.xml" Id="R14f791c379f24f13" /><Relationship Type="http://schemas.openxmlformats.org/officeDocument/2006/relationships/officeDocument" Target="/ppt/presentation.xml" Id="R66ba67e72dad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fdc8b314904b7b"/>
  </p:sldMasterIdLst>
  <p:notesMasterIdLst>
    <p:notesMasterId xmlns:r="http://schemas.openxmlformats.org/officeDocument/2006/relationships" r:id="R122d1992da494876"/>
  </p:notesMasterIdLst>
  <p:sldIdLst>
    <p:sldId xmlns:r="http://schemas.openxmlformats.org/officeDocument/2006/relationships" id="256" r:id="Rd440fabcc39f4d17"/>
    <p:sldId xmlns:r="http://schemas.openxmlformats.org/officeDocument/2006/relationships" id="257" r:id="Re29737abe02147a5"/>
    <p:sldId xmlns:r="http://schemas.openxmlformats.org/officeDocument/2006/relationships" id="258" r:id="R8832a845573f4034"/>
    <p:sldId xmlns:r="http://schemas.openxmlformats.org/officeDocument/2006/relationships" id="259" r:id="R8caed3fa473d4ce3"/>
    <p:sldId xmlns:r="http://schemas.openxmlformats.org/officeDocument/2006/relationships" id="260" r:id="Red27b62976314bfc"/>
    <p:sldId xmlns:r="http://schemas.openxmlformats.org/officeDocument/2006/relationships" id="261" r:id="R76a45352827b41dd"/>
    <p:sldId xmlns:r="http://schemas.openxmlformats.org/officeDocument/2006/relationships" id="262" r:id="R5911186140e74eb0"/>
    <p:sldId xmlns:r="http://schemas.openxmlformats.org/officeDocument/2006/relationships" id="263" r:id="R828165f1b6a24f00"/>
    <p:sldId xmlns:r="http://schemas.openxmlformats.org/officeDocument/2006/relationships" id="264" r:id="R18e54efc1a024c15"/>
    <p:sldId xmlns:r="http://schemas.openxmlformats.org/officeDocument/2006/relationships" id="265" r:id="R956769fc36b04215"/>
    <p:sldId xmlns:r="http://schemas.openxmlformats.org/officeDocument/2006/relationships" id="266" r:id="Rb765f6986da6474d"/>
    <p:sldId xmlns:r="http://schemas.openxmlformats.org/officeDocument/2006/relationships" id="267" r:id="R1b7923bd31d94268"/>
    <p:sldId xmlns:r="http://schemas.openxmlformats.org/officeDocument/2006/relationships" id="268" r:id="R5ae786259c2c4710"/>
    <p:sldId xmlns:r="http://schemas.openxmlformats.org/officeDocument/2006/relationships" id="269" r:id="R0812907ff40348c5"/>
    <p:sldId xmlns:r="http://schemas.openxmlformats.org/officeDocument/2006/relationships" id="270" r:id="Rcdb27616d166410a"/>
    <p:sldId xmlns:r="http://schemas.openxmlformats.org/officeDocument/2006/relationships" id="271" r:id="Rebd31b5da62148b3"/>
    <p:sldId xmlns:r="http://schemas.openxmlformats.org/officeDocument/2006/relationships" id="272" r:id="R0e69d8d7d0894ea7"/>
    <p:sldId xmlns:r="http://schemas.openxmlformats.org/officeDocument/2006/relationships" id="273" r:id="Rea97b57b41a24695"/>
    <p:sldId xmlns:r="http://schemas.openxmlformats.org/officeDocument/2006/relationships" id="274" r:id="R04ee1aa297a14c47"/>
    <p:sldId xmlns:r="http://schemas.openxmlformats.org/officeDocument/2006/relationships" id="275" r:id="R2c34b6420a414c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bcceceb3b41d2" /><Relationship Type="http://schemas.openxmlformats.org/officeDocument/2006/relationships/slideMaster" Target="/ppt/slideMasters/slideMaster1.xml" Id="Re6fdc8b314904b7b" /><Relationship Type="http://schemas.openxmlformats.org/officeDocument/2006/relationships/notesMaster" Target="/ppt/notesMasters/notesMaster1.xml" Id="R122d1992da494876" /><Relationship Type="http://schemas.openxmlformats.org/officeDocument/2006/relationships/presProps" Target="/ppt/presProps.xml" Id="R8ecc4bd337084fa7" /><Relationship Type="http://schemas.openxmlformats.org/officeDocument/2006/relationships/tableStyles" Target="/ppt/tableStyles.xml" Id="R8225168c71344670" /><Relationship Type="http://schemas.openxmlformats.org/officeDocument/2006/relationships/slide" Target="/ppt/slides/slide1.xml" Id="Rd440fabcc39f4d17" /><Relationship Type="http://schemas.openxmlformats.org/officeDocument/2006/relationships/slide" Target="/ppt/slides/slide2.xml" Id="Re29737abe02147a5" /><Relationship Type="http://schemas.openxmlformats.org/officeDocument/2006/relationships/slide" Target="/ppt/slides/slide3.xml" Id="R8832a845573f4034" /><Relationship Type="http://schemas.openxmlformats.org/officeDocument/2006/relationships/slide" Target="/ppt/slides/slide4.xml" Id="R8caed3fa473d4ce3" /><Relationship Type="http://schemas.openxmlformats.org/officeDocument/2006/relationships/slide" Target="/ppt/slides/slide5.xml" Id="Red27b62976314bfc" /><Relationship Type="http://schemas.openxmlformats.org/officeDocument/2006/relationships/slide" Target="/ppt/slides/slide6.xml" Id="R76a45352827b41dd" /><Relationship Type="http://schemas.openxmlformats.org/officeDocument/2006/relationships/slide" Target="/ppt/slides/slide7.xml" Id="R5911186140e74eb0" /><Relationship Type="http://schemas.openxmlformats.org/officeDocument/2006/relationships/slide" Target="/ppt/slides/slide8.xml" Id="R828165f1b6a24f00" /><Relationship Type="http://schemas.openxmlformats.org/officeDocument/2006/relationships/slide" Target="/ppt/slides/slide9.xml" Id="R18e54efc1a024c15" /><Relationship Type="http://schemas.openxmlformats.org/officeDocument/2006/relationships/slide" Target="/ppt/slides/slide10.xml" Id="R956769fc36b04215" /><Relationship Type="http://schemas.openxmlformats.org/officeDocument/2006/relationships/slide" Target="/ppt/slides/slide11.xml" Id="Rb765f6986da6474d" /><Relationship Type="http://schemas.openxmlformats.org/officeDocument/2006/relationships/slide" Target="/ppt/slides/slide12.xml" Id="R1b7923bd31d94268" /><Relationship Type="http://schemas.openxmlformats.org/officeDocument/2006/relationships/slide" Target="/ppt/slides/slide13.xml" Id="R5ae786259c2c4710" /><Relationship Type="http://schemas.openxmlformats.org/officeDocument/2006/relationships/slide" Target="/ppt/slides/slide14.xml" Id="R0812907ff40348c5" /><Relationship Type="http://schemas.openxmlformats.org/officeDocument/2006/relationships/slide" Target="/ppt/slides/slide15.xml" Id="Rcdb27616d166410a" /><Relationship Type="http://schemas.openxmlformats.org/officeDocument/2006/relationships/slide" Target="/ppt/slides/slide16.xml" Id="Rebd31b5da62148b3" /><Relationship Type="http://schemas.openxmlformats.org/officeDocument/2006/relationships/slide" Target="/ppt/slides/slide17.xml" Id="R0e69d8d7d0894ea7" /><Relationship Type="http://schemas.openxmlformats.org/officeDocument/2006/relationships/slide" Target="/ppt/slides/slide18.xml" Id="Rea97b57b41a24695" /><Relationship Type="http://schemas.openxmlformats.org/officeDocument/2006/relationships/slide" Target="/ppt/slides/slide19.xml" Id="R04ee1aa297a14c47" /><Relationship Type="http://schemas.openxmlformats.org/officeDocument/2006/relationships/slide" Target="/ppt/slides/slide20.xml" Id="R2c34b6420a414c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8e48e5307a42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ce0c91f3034207" /><Relationship Type="http://schemas.openxmlformats.org/officeDocument/2006/relationships/notesMaster" Target="/ppt/notesMasters/notesMaster1.xml" Id="R3aad369131dd40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945715a1bb4b78" /><Relationship Type="http://schemas.openxmlformats.org/officeDocument/2006/relationships/notesMaster" Target="/ppt/notesMasters/notesMaster1.xml" Id="R4d9a7be867a7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901aed9560438d" /><Relationship Type="http://schemas.openxmlformats.org/officeDocument/2006/relationships/notesMaster" Target="/ppt/notesMasters/notesMaster1.xml" Id="Rb22792c3d1cb46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9fb90967584619" /><Relationship Type="http://schemas.openxmlformats.org/officeDocument/2006/relationships/notesMaster" Target="/ppt/notesMasters/notesMaster1.xml" Id="Re53f1f7886e841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bdac38397463b" /><Relationship Type="http://schemas.openxmlformats.org/officeDocument/2006/relationships/notesMaster" Target="/ppt/notesMasters/notesMaster1.xml" Id="R4321cdb830d346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712ab32404126" /><Relationship Type="http://schemas.openxmlformats.org/officeDocument/2006/relationships/notesMaster" Target="/ppt/notesMasters/notesMaster1.xml" Id="R7d97cca9c43a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87328cec004ef4" /><Relationship Type="http://schemas.openxmlformats.org/officeDocument/2006/relationships/notesMaster" Target="/ppt/notesMasters/notesMaster1.xml" Id="R6fda29ef686440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18fa06a4a34890" /><Relationship Type="http://schemas.openxmlformats.org/officeDocument/2006/relationships/notesMaster" Target="/ppt/notesMasters/notesMaster1.xml" Id="R1e27f113edaa49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20855f803479e" /><Relationship Type="http://schemas.openxmlformats.org/officeDocument/2006/relationships/notesMaster" Target="/ppt/notesMasters/notesMaster1.xml" Id="R779dde8ab52743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117c999b044a96" /><Relationship Type="http://schemas.openxmlformats.org/officeDocument/2006/relationships/notesMaster" Target="/ppt/notesMasters/notesMaster1.xml" Id="R565a54b41efa47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ac9eadbba24c46" /><Relationship Type="http://schemas.openxmlformats.org/officeDocument/2006/relationships/notesMaster" Target="/ppt/notesMasters/notesMaster1.xml" Id="R514c80589de546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747dd4fc38477e" /><Relationship Type="http://schemas.openxmlformats.org/officeDocument/2006/relationships/notesMaster" Target="/ppt/notesMasters/notesMaster1.xml" Id="Rb0b0d1b922ae4a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90440f666d4f7d" /><Relationship Type="http://schemas.openxmlformats.org/officeDocument/2006/relationships/notesMaster" Target="/ppt/notesMasters/notesMaster1.xml" Id="Rcca872ef22b847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d482a881d54df7" /><Relationship Type="http://schemas.openxmlformats.org/officeDocument/2006/relationships/notesMaster" Target="/ppt/notesMasters/notesMaster1.xml" Id="R464ed51924364e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12376c019946d7" /><Relationship Type="http://schemas.openxmlformats.org/officeDocument/2006/relationships/notesMaster" Target="/ppt/notesMasters/notesMaster1.xml" Id="R798071622d4d49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15f9d65c884e06" /><Relationship Type="http://schemas.openxmlformats.org/officeDocument/2006/relationships/notesMaster" Target="/ppt/notesMasters/notesMaster1.xml" Id="R68a265ac780042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a19b69b46f4d3a" /><Relationship Type="http://schemas.openxmlformats.org/officeDocument/2006/relationships/notesMaster" Target="/ppt/notesMasters/notesMaster1.xml" Id="R38d1296de48e4f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8c921c551247c6" /><Relationship Type="http://schemas.openxmlformats.org/officeDocument/2006/relationships/notesMaster" Target="/ppt/notesMasters/notesMaster1.xml" Id="R51db638b76a94a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feaac783ff40be" /><Relationship Type="http://schemas.openxmlformats.org/officeDocument/2006/relationships/notesMaster" Target="/ppt/notesMasters/notesMaster1.xml" Id="R49d76481767b4a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8277cfe9b644dc" /><Relationship Type="http://schemas.openxmlformats.org/officeDocument/2006/relationships/notesMaster" Target="/ppt/notesMasters/notesMaster1.xml" Id="R154eef50269e44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스튜디오 루비.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b330df984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a892feef3454e" /><Relationship Type="http://schemas.openxmlformats.org/officeDocument/2006/relationships/slideLayout" Target="/ppt/slideLayouts/slideLayout1.xml" Id="R2e853ebc202e4e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853ebc202e4e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94b652fea495a" /><Relationship Type="http://schemas.openxmlformats.org/officeDocument/2006/relationships/image" Target="/ppt/media/image.png" Id="R70708dc960f54a92" /><Relationship Type="http://schemas.openxmlformats.org/officeDocument/2006/relationships/notesSlide" Target="/ppt/notesSlides/notesSlide1.xml" Id="R86e8f92c8f3348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2bb847b994c29" /><Relationship Type="http://schemas.openxmlformats.org/officeDocument/2006/relationships/notesSlide" Target="/ppt/notesSlides/notesSlide2.xml" Id="Rbe1cecc2ccd047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a5922edc545e7" /><Relationship Type="http://schemas.openxmlformats.org/officeDocument/2006/relationships/notesSlide" Target="/ppt/notesSlides/notesSlide3.xml" Id="Re80220bb78804f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b1ff811d407e" /><Relationship Type="http://schemas.openxmlformats.org/officeDocument/2006/relationships/notesSlide" Target="/ppt/notesSlides/notesSlide4.xml" Id="R636dc889f960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118cccf594fa4" /><Relationship Type="http://schemas.openxmlformats.org/officeDocument/2006/relationships/notesSlide" Target="/ppt/notesSlides/notesSlide5.xml" Id="R469d4320bb154b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a2715b2384f7b" /><Relationship Type="http://schemas.openxmlformats.org/officeDocument/2006/relationships/notesSlide" Target="/ppt/notesSlides/notesSlide6.xml" Id="R8a0cf6a10bbe4b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d25006f4f490e" /><Relationship Type="http://schemas.openxmlformats.org/officeDocument/2006/relationships/notesSlide" Target="/ppt/notesSlides/notesSlide7.xml" Id="Rb1a9fa612c564f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8351536c54731" /><Relationship Type="http://schemas.openxmlformats.org/officeDocument/2006/relationships/notesSlide" Target="/ppt/notesSlides/notesSlide8.xml" Id="R5427061e816846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07c64c9464ace" /><Relationship Type="http://schemas.openxmlformats.org/officeDocument/2006/relationships/notesSlide" Target="/ppt/notesSlides/notesSlide9.xml" Id="Ra94d3ce5941241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b97e392624685" /><Relationship Type="http://schemas.openxmlformats.org/officeDocument/2006/relationships/notesSlide" Target="/ppt/notesSlides/notesSlide10.xml" Id="Rea62651cb9a247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2eb0253d0401f" /><Relationship Type="http://schemas.openxmlformats.org/officeDocument/2006/relationships/notesSlide" Target="/ppt/notesSlides/notesSlide11.xml" Id="R241a84214e6842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f0108ff724230" /><Relationship Type="http://schemas.openxmlformats.org/officeDocument/2006/relationships/notesSlide" Target="/ppt/notesSlides/notesSlide12.xml" Id="R22183e55eb594d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7b3e6577430a" /><Relationship Type="http://schemas.openxmlformats.org/officeDocument/2006/relationships/notesSlide" Target="/ppt/notesSlides/notesSlide13.xml" Id="R140a1e76a1da42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d9f0199e448bd" /><Relationship Type="http://schemas.openxmlformats.org/officeDocument/2006/relationships/notesSlide" Target="/ppt/notesSlides/notesSlide14.xml" Id="Rc13c5b34ff934f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1ed267fd4616" /><Relationship Type="http://schemas.openxmlformats.org/officeDocument/2006/relationships/notesSlide" Target="/ppt/notesSlides/notesSlide15.xml" Id="Rb627f9edb9894e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1add782d64341" /><Relationship Type="http://schemas.openxmlformats.org/officeDocument/2006/relationships/notesSlide" Target="/ppt/notesSlides/notesSlide16.xml" Id="Re3132f4d946f41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47ea1bbd24c89" /><Relationship Type="http://schemas.openxmlformats.org/officeDocument/2006/relationships/notesSlide" Target="/ppt/notesSlides/notesSlide17.xml" Id="Rc4b6ba18900147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8ff225ab242f0" /><Relationship Type="http://schemas.openxmlformats.org/officeDocument/2006/relationships/notesSlide" Target="/ppt/notesSlides/notesSlide18.xml" Id="Rb085e332abc443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06c422fef4a07" /><Relationship Type="http://schemas.openxmlformats.org/officeDocument/2006/relationships/notesSlide" Target="/ppt/notesSlides/notesSlide19.xml" Id="R369dfcfb54a548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e76067e4543c8" /><Relationship Type="http://schemas.openxmlformats.org/officeDocument/2006/relationships/image" Target="/ppt/media/image2.png" Id="Ra2262187bb1043e9" /><Relationship Type="http://schemas.openxmlformats.org/officeDocument/2006/relationships/notesSlide" Target="/ppt/notesSlides/notesSlide20.xml" Id="Rb58f1793ae944b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08dc960f54a9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E1067CC0-27EF-496C-B025-F3FDA508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7D9D24-C84E-443A-9F0B-EF5943B6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C46FA77-238B-41ED-AE61-EB6C1D2B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96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8F333FF-EB03-4019-9BD5-8CE65AC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18794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3BFDBDE-F14F-44A0-A6FB-712A8483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AAAB60D-8CD6-4526-9E59-14CC7623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8F16040-18DE-4577-91F9-D5D0197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BE462B2-6CD0-44B4-B42C-52C29C6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D91208-D8C3-489F-B019-793DFFBB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8E68A87-A254-4712-802C-E0E8BAA6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4A83E2E-E346-4B89-A704-30FD9D2A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13B4D5A-0A9D-4BA4-BEC1-F6E1DDE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1F6DA7E-8B83-40DA-BC45-4F69A96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6869DA3-29C9-4A05-9F30-A85401E6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ABD9699-A5A0-4AFB-8083-540036C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936213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83C4DA3D-B223-4EE2-8554-E7DE857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E6CA7B1-0EAA-4270-A51C-6708F8E8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B94842B-2B21-46D3-B6F6-DD7AD2FA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6FEA9C7-E40E-4AEF-9D71-60294E4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BFBCDE1-31FE-4DFC-B47E-A221766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23B0AC8-A895-48C3-82FC-2699EA4C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9494E47-F560-4309-A4F6-7C06366A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0575880-6CEB-421E-93CB-B605332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BEC3A92-4B81-43A4-89B3-236D888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97BBBB0-6EA6-4860-97A2-F1D2082D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8312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F4629FA-D5B3-4E06-85C9-BA66C16C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C265CC6-75C7-4A0F-9FCC-CDE87B86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B9B5762-5BCE-4D29-AEC3-8C7B59EC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18B89B5-2E54-4013-A5BC-65F87541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BA8B8B0-0DB0-48FC-92B7-D3E0A2E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1DCB238-5A77-465C-BCE3-EF4C309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2B654BC-8EE3-4FFD-A69A-E8C0941C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80246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55C46972-CB43-4A4E-82A2-6873CA9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BE34AA4-6B90-4040-AC9B-DF941B5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0CF68EB-368C-46A9-8F03-A68E95A7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F1BD0EC-6370-4A86-B190-CB6399A3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02EF1E5-4CBE-4153-A3ED-D0F9ACF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9B2B0F4-7816-46C9-9F8E-BA44F8A1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E1B714E-8B19-4CC7-8910-2E1123B2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F7D96B6-99C1-48B0-B48D-C74C76E7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20114F1-7E36-4CD2-BE27-F10D5DA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15542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BDC77CE-557B-4AA4-B74C-0873E936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7DA50DA-1765-4824-9EB7-D1F4EF2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BC8C890-DCCD-46F3-B4A0-6977C1E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483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D029DD5-DF77-4585-9D39-2B5A9F88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AFCADC9-FA9C-41DB-AC3B-4FDB6621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520297D-1975-4647-99EF-8398DFFB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838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727FDE1-0FA3-4DAD-9298-1CC25CA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E268433-C3B4-4B67-80A4-0EAD2ED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C1CA046-C240-4ACA-8D59-E12E1B2E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1207431-F7F7-4406-B159-5280872E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245465-25ED-4007-A197-3A335DE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CC914D4-BB48-47B6-B954-554EDE57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DB826F1-092E-4D0B-92A9-3A73F03A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0EA4C7E-D0F2-48FC-8059-FE07D6F5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2C43003-B6B3-4C49-98E6-F83D468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80739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2A8D20FD-7852-4444-ACDF-245D4F4C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56238B0-AEF0-4ECB-80E0-734758E9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4E49E5F-78F4-42A8-BE8D-197B9D1B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954C86A-5346-45A9-A6C3-129B61C7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7F870BB-0991-47DF-BCCD-451D604E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FF3B9B3-090D-4914-AFAB-CCA19319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64DC3DD-B849-4CC6-A04F-57DD3C1A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8073C03-B59F-40B5-98C1-3D888E63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D52AD46-6C85-4677-B669-B20208EA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A54C42F-B8EE-471C-8E8A-1828A8D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E91390EA-A1B6-404A-8198-3E9A609A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13E7D750-66CB-46AF-B4DF-53670AD1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85A47D5-2F8F-4723-B66F-0FB81745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0F2F326-CAA0-4F36-AEBD-73E60B32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F869944-CDBE-4820-9B00-E6FCAB46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959181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8F43F20-4A77-4540-B98E-8D1FF97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5819B93-BC70-461F-927D-00013E6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F6F2619-48FD-490F-A36F-29AA6674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FD93FA5-45BD-4CBD-94EF-9A31F63C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F7E914F-CE21-44D6-ABCF-63A9B70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E9C664A-2C6A-4A15-9DC9-B0F7916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2CBA2A9-3902-4274-BDF5-712491F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71804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11A2D5B-FB6F-43C5-AE69-C253007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2F8A202-093D-4ECC-9DFF-899E86A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690E536-AED0-4764-A1D2-8B2D8AE6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8012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58A320A-B70D-425B-BBC4-17C80C70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235B9E2-84F5-40C4-B33A-50FC5542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A5BA818-7B13-4D15-82E4-D79FD60A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94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3BE6C7-EE8C-4536-AE36-2640F688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0686F45-BC68-4CAE-A64B-2945D566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68DD38-EC67-4712-B62C-9E386BF9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1CBAE29-484D-41CA-B0BB-5808F21A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981087A-07C4-4274-BEFC-E173CD5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F4224A0-3A17-4DB0-9EE2-04ED69C1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5607146-C250-4058-A366-4D95B44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2A27BC9-53F3-4E32-84A1-D1507682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85C9C14-1048-4465-88D6-6FAD454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2E6979C-0B88-4ABF-ADDA-78236E00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F806A02-8AB6-4509-ACD9-C2A54B5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CFF74DA-78AC-4CED-9356-B46B718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30ADCF6-AAC3-4A03-B6D0-8E3A201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E17A6D8-339D-4CE4-BBDE-61DCB2B6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D980065-5293-4E07-AC26-8EA10D17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5746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46F1E217-419D-477D-AEF1-B1F0146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B15BA89-331A-4B00-9DCF-0AB92EA3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63263D4-5E35-44AA-8820-551A04A6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9843253-319E-45D4-AA2F-C28A358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42E9F9E-35CA-45BE-BBAD-D9BA7DE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B78EE7C-8037-42AC-97EE-C1F1660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D6844E1-943D-4CDB-AA7E-75D41C6E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298BCDE-3B73-446D-BC2B-16FD1B2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FE111E9-C0CF-4FCD-AE2E-39ACFAB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180882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32A44EF-A855-4BE5-BED3-79991677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5F36FB9-E30B-41FA-845D-7C94CDDF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161368-8070-414E-9916-27DEBE4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7203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2FA9E6D-FAE1-4165-9D59-1F056FA1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8079577-A404-46C9-BF5D-BF02D43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EA82FCF-254D-4FE6-8CA2-C2646F7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C77FCD3-A712-4259-BFD8-05AF462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13E849F-A89F-47FB-824A-BDC3A83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0030FDA-CA5C-49CD-AD66-5A18BF76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D632458-DDF2-42BB-9982-C2B4C22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09760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CD3180D-7AA1-468F-8FC2-11BE34FA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5D1DA1D-3E23-46EF-8A4A-97CC0C25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1A8D5CA-AED8-40E3-9621-0FB308B6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1521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5751F530-D132-4809-BFC5-838FC1FA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B45DA3-D94E-40A9-9236-15E336C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8D9A0E7-2530-4CA2-A428-4E464D3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F3CE5C2-A9D7-4D8A-9B8D-18DF124C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E412392-1C9C-4F75-86D0-D3FCD7E8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466323C-C0C4-424F-9F06-108CF337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A11D89A-A0C7-405B-94E4-39EAB1E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425000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C48C84A-DD2A-4CFC-8473-4813388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9B771DD-DE09-4751-96EA-90614D0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5CA18F2-80CD-4B31-B0F1-E9E93B54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A93C5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E6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502D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A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3623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62187bb1043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1E7A70B1-9181-4D0E-9196-7F15762E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90600"/>
            <a:ext cx="605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D9AA345A-6CF4-4AA0-9B99-63A35F4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6057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수행 범위</a:t>
            </a:r>
          </a:p>
          <a:p xmlns:a="http://schemas.openxmlformats.org/drawingml/2006/main">
            <a:pPr algn="l">
              <a:defRPr sz="5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502D3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9744863-59E9-4F72-AB17-BAE85D8E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9675"/>
            <a:ext cx="605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DC582C3-0E64-4D88-A5C3-1AB5806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6057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3C53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2454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2026-09-25T07:52:05.5910000Z</dcterms:created>
  <dcterms:modified xsi:type="dcterms:W3CDTF">2026-09-25T07:52:05.5910000Z</dcterms:modified>
</coreProperties>
</file>