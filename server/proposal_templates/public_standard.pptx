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777a305854e47" /><Relationship Type="http://schemas.openxmlformats.org/officeDocument/2006/relationships/extended-properties" Target="/docProps/app.xml" Id="R173834bc3ffb4f1c" /><Relationship Type="http://schemas.openxmlformats.org/officeDocument/2006/relationships/officeDocument" Target="/ppt/presentation.xml" Id="R1adb6a9d0f334e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ba74eb1164510"/>
  </p:sldMasterIdLst>
  <p:notesMasterIdLst>
    <p:notesMasterId xmlns:r="http://schemas.openxmlformats.org/officeDocument/2006/relationships" r:id="R228a2344b45c4afc"/>
  </p:notesMasterIdLst>
  <p:sldIdLst>
    <p:sldId xmlns:r="http://schemas.openxmlformats.org/officeDocument/2006/relationships" id="256" r:id="R393077915015457e"/>
    <p:sldId xmlns:r="http://schemas.openxmlformats.org/officeDocument/2006/relationships" id="257" r:id="Re93f7987d4174faa"/>
    <p:sldId xmlns:r="http://schemas.openxmlformats.org/officeDocument/2006/relationships" id="258" r:id="Rdee0d7d90d684e73"/>
    <p:sldId xmlns:r="http://schemas.openxmlformats.org/officeDocument/2006/relationships" id="259" r:id="R125d700a29f84ada"/>
    <p:sldId xmlns:r="http://schemas.openxmlformats.org/officeDocument/2006/relationships" id="260" r:id="R2874a148ae3c468d"/>
    <p:sldId xmlns:r="http://schemas.openxmlformats.org/officeDocument/2006/relationships" id="261" r:id="R83154478b43845f0"/>
    <p:sldId xmlns:r="http://schemas.openxmlformats.org/officeDocument/2006/relationships" id="262" r:id="Rf2b8f92627ad45d1"/>
    <p:sldId xmlns:r="http://schemas.openxmlformats.org/officeDocument/2006/relationships" id="263" r:id="Rec04b58f4fbb4454"/>
    <p:sldId xmlns:r="http://schemas.openxmlformats.org/officeDocument/2006/relationships" id="264" r:id="R2641cb607ebf4136"/>
    <p:sldId xmlns:r="http://schemas.openxmlformats.org/officeDocument/2006/relationships" id="265" r:id="Ra709b6169dff4b6b"/>
    <p:sldId xmlns:r="http://schemas.openxmlformats.org/officeDocument/2006/relationships" id="266" r:id="R3ea35e3302e64558"/>
    <p:sldId xmlns:r="http://schemas.openxmlformats.org/officeDocument/2006/relationships" id="267" r:id="Rd1af591d393243a9"/>
    <p:sldId xmlns:r="http://schemas.openxmlformats.org/officeDocument/2006/relationships" id="268" r:id="R154aba7158ce470b"/>
    <p:sldId xmlns:r="http://schemas.openxmlformats.org/officeDocument/2006/relationships" id="269" r:id="Rfa25c623ec424302"/>
    <p:sldId xmlns:r="http://schemas.openxmlformats.org/officeDocument/2006/relationships" id="270" r:id="R6c5be322fd414e1a"/>
    <p:sldId xmlns:r="http://schemas.openxmlformats.org/officeDocument/2006/relationships" id="271" r:id="R6ed80481727749b1"/>
    <p:sldId xmlns:r="http://schemas.openxmlformats.org/officeDocument/2006/relationships" id="272" r:id="Rd4d2c5b6ec474764"/>
    <p:sldId xmlns:r="http://schemas.openxmlformats.org/officeDocument/2006/relationships" id="273" r:id="R1d289d1bc4774448"/>
    <p:sldId xmlns:r="http://schemas.openxmlformats.org/officeDocument/2006/relationships" id="274" r:id="Rdb4a87bed14041e1"/>
    <p:sldId xmlns:r="http://schemas.openxmlformats.org/officeDocument/2006/relationships" id="275" r:id="R483a62a93bd64ae2"/>
    <p:sldId xmlns:r="http://schemas.openxmlformats.org/officeDocument/2006/relationships" id="276" r:id="R0aa535c9085d4263"/>
    <p:sldId xmlns:r="http://schemas.openxmlformats.org/officeDocument/2006/relationships" id="277" r:id="Ra8e2f51c6c7e4223"/>
    <p:sldId xmlns:r="http://schemas.openxmlformats.org/officeDocument/2006/relationships" id="278" r:id="R0005312de3104ddd"/>
    <p:sldId xmlns:r="http://schemas.openxmlformats.org/officeDocument/2006/relationships" id="279" r:id="Rf01ac3fa09ee4009"/>
    <p:sldId xmlns:r="http://schemas.openxmlformats.org/officeDocument/2006/relationships" id="280" r:id="R6478dc4557fc44e0"/>
    <p:sldId xmlns:r="http://schemas.openxmlformats.org/officeDocument/2006/relationships" id="281" r:id="Ra78a511d174743c7"/>
    <p:sldId xmlns:r="http://schemas.openxmlformats.org/officeDocument/2006/relationships" id="282" r:id="R24307dda6d624d90"/>
    <p:sldId xmlns:r="http://schemas.openxmlformats.org/officeDocument/2006/relationships" id="283" r:id="R35c52d90232c44b9"/>
    <p:sldId xmlns:r="http://schemas.openxmlformats.org/officeDocument/2006/relationships" id="284" r:id="Rd1a0a42d45ad4778"/>
    <p:sldId xmlns:r="http://schemas.openxmlformats.org/officeDocument/2006/relationships" id="285" r:id="R41d4bb9adbc240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e0db482ac47ea" /><Relationship Type="http://schemas.openxmlformats.org/officeDocument/2006/relationships/slideMaster" Target="/ppt/slideMasters/slideMaster1.xml" Id="R2a5ba74eb1164510" /><Relationship Type="http://schemas.openxmlformats.org/officeDocument/2006/relationships/notesMaster" Target="/ppt/notesMasters/notesMaster1.xml" Id="R228a2344b45c4afc" /><Relationship Type="http://schemas.openxmlformats.org/officeDocument/2006/relationships/presProps" Target="/ppt/presProps.xml" Id="R6d18888a19244ff1" /><Relationship Type="http://schemas.openxmlformats.org/officeDocument/2006/relationships/tableStyles" Target="/ppt/tableStyles.xml" Id="Rd04f23544aa844d9" /><Relationship Type="http://schemas.openxmlformats.org/officeDocument/2006/relationships/slide" Target="/ppt/slides/slide1.xml" Id="R393077915015457e" /><Relationship Type="http://schemas.openxmlformats.org/officeDocument/2006/relationships/slide" Target="/ppt/slides/slide2.xml" Id="Re93f7987d4174faa" /><Relationship Type="http://schemas.openxmlformats.org/officeDocument/2006/relationships/slide" Target="/ppt/slides/slide3.xml" Id="Rdee0d7d90d684e73" /><Relationship Type="http://schemas.openxmlformats.org/officeDocument/2006/relationships/slide" Target="/ppt/slides/slide4.xml" Id="R125d700a29f84ada" /><Relationship Type="http://schemas.openxmlformats.org/officeDocument/2006/relationships/slide" Target="/ppt/slides/slide5.xml" Id="R2874a148ae3c468d" /><Relationship Type="http://schemas.openxmlformats.org/officeDocument/2006/relationships/slide" Target="/ppt/slides/slide6.xml" Id="R83154478b43845f0" /><Relationship Type="http://schemas.openxmlformats.org/officeDocument/2006/relationships/slide" Target="/ppt/slides/slide7.xml" Id="Rf2b8f92627ad45d1" /><Relationship Type="http://schemas.openxmlformats.org/officeDocument/2006/relationships/slide" Target="/ppt/slides/slide8.xml" Id="Rec04b58f4fbb4454" /><Relationship Type="http://schemas.openxmlformats.org/officeDocument/2006/relationships/slide" Target="/ppt/slides/slide9.xml" Id="R2641cb607ebf4136" /><Relationship Type="http://schemas.openxmlformats.org/officeDocument/2006/relationships/slide" Target="/ppt/slides/slide10.xml" Id="Ra709b6169dff4b6b" /><Relationship Type="http://schemas.openxmlformats.org/officeDocument/2006/relationships/slide" Target="/ppt/slides/slide11.xml" Id="R3ea35e3302e64558" /><Relationship Type="http://schemas.openxmlformats.org/officeDocument/2006/relationships/slide" Target="/ppt/slides/slide12.xml" Id="Rd1af591d393243a9" /><Relationship Type="http://schemas.openxmlformats.org/officeDocument/2006/relationships/slide" Target="/ppt/slides/slide13.xml" Id="R154aba7158ce470b" /><Relationship Type="http://schemas.openxmlformats.org/officeDocument/2006/relationships/slide" Target="/ppt/slides/slide14.xml" Id="Rfa25c623ec424302" /><Relationship Type="http://schemas.openxmlformats.org/officeDocument/2006/relationships/slide" Target="/ppt/slides/slide15.xml" Id="R6c5be322fd414e1a" /><Relationship Type="http://schemas.openxmlformats.org/officeDocument/2006/relationships/slide" Target="/ppt/slides/slide16.xml" Id="R6ed80481727749b1" /><Relationship Type="http://schemas.openxmlformats.org/officeDocument/2006/relationships/slide" Target="/ppt/slides/slide17.xml" Id="Rd4d2c5b6ec474764" /><Relationship Type="http://schemas.openxmlformats.org/officeDocument/2006/relationships/slide" Target="/ppt/slides/slide18.xml" Id="R1d289d1bc4774448" /><Relationship Type="http://schemas.openxmlformats.org/officeDocument/2006/relationships/slide" Target="/ppt/slides/slide19.xml" Id="Rdb4a87bed14041e1" /><Relationship Type="http://schemas.openxmlformats.org/officeDocument/2006/relationships/slide" Target="/ppt/slides/slide20.xml" Id="R483a62a93bd64ae2" /><Relationship Type="http://schemas.openxmlformats.org/officeDocument/2006/relationships/slide" Target="/ppt/slides/slide21.xml" Id="R0aa535c9085d4263" /><Relationship Type="http://schemas.openxmlformats.org/officeDocument/2006/relationships/slide" Target="/ppt/slides/slide22.xml" Id="Ra8e2f51c6c7e4223" /><Relationship Type="http://schemas.openxmlformats.org/officeDocument/2006/relationships/slide" Target="/ppt/slides/slide23.xml" Id="R0005312de3104ddd" /><Relationship Type="http://schemas.openxmlformats.org/officeDocument/2006/relationships/slide" Target="/ppt/slides/slide24.xml" Id="Rf01ac3fa09ee4009" /><Relationship Type="http://schemas.openxmlformats.org/officeDocument/2006/relationships/slide" Target="/ppt/slides/slide25.xml" Id="R6478dc4557fc44e0" /><Relationship Type="http://schemas.openxmlformats.org/officeDocument/2006/relationships/slide" Target="/ppt/slides/slide26.xml" Id="Ra78a511d174743c7" /><Relationship Type="http://schemas.openxmlformats.org/officeDocument/2006/relationships/slide" Target="/ppt/slides/slide27.xml" Id="R24307dda6d624d90" /><Relationship Type="http://schemas.openxmlformats.org/officeDocument/2006/relationships/slide" Target="/ppt/slides/slide28.xml" Id="R35c52d90232c44b9" /><Relationship Type="http://schemas.openxmlformats.org/officeDocument/2006/relationships/slide" Target="/ppt/slides/slide29.xml" Id="Rd1a0a42d45ad4778" /><Relationship Type="http://schemas.openxmlformats.org/officeDocument/2006/relationships/slide" Target="/ppt/slides/slide30.xml" Id="R41d4bb9adbc2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f925c3907b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71624da4e426d" /><Relationship Type="http://schemas.openxmlformats.org/officeDocument/2006/relationships/notesMaster" Target="/ppt/notesMasters/notesMaster1.xml" Id="Re8bde673027a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3ed944ce3d43b5" /><Relationship Type="http://schemas.openxmlformats.org/officeDocument/2006/relationships/notesMaster" Target="/ppt/notesMasters/notesMaster1.xml" Id="R7de6d5e3854444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8f74ff764f45fd" /><Relationship Type="http://schemas.openxmlformats.org/officeDocument/2006/relationships/notesMaster" Target="/ppt/notesMasters/notesMaster1.xml" Id="Rf294d0ff344a49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4402034f6c4bc2" /><Relationship Type="http://schemas.openxmlformats.org/officeDocument/2006/relationships/notesMaster" Target="/ppt/notesMasters/notesMaster1.xml" Id="Rdf8c4ffcc2d2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f965576a554961" /><Relationship Type="http://schemas.openxmlformats.org/officeDocument/2006/relationships/notesMaster" Target="/ppt/notesMasters/notesMaster1.xml" Id="R8964ce05370e4f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93461191f4e23" /><Relationship Type="http://schemas.openxmlformats.org/officeDocument/2006/relationships/notesMaster" Target="/ppt/notesMasters/notesMaster1.xml" Id="R9c3a74acaeb34a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73abcfaea484c" /><Relationship Type="http://schemas.openxmlformats.org/officeDocument/2006/relationships/notesMaster" Target="/ppt/notesMasters/notesMaster1.xml" Id="R1c19f1fa78c24b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b156cffe604d9d" /><Relationship Type="http://schemas.openxmlformats.org/officeDocument/2006/relationships/notesMaster" Target="/ppt/notesMasters/notesMaster1.xml" Id="R191b679d362d47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09e77e604c476b" /><Relationship Type="http://schemas.openxmlformats.org/officeDocument/2006/relationships/notesMaster" Target="/ppt/notesMasters/notesMaster1.xml" Id="R4cf7f0f63d8e46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b132fd5c1f402f" /><Relationship Type="http://schemas.openxmlformats.org/officeDocument/2006/relationships/notesMaster" Target="/ppt/notesMasters/notesMaster1.xml" Id="R7ae07d754b8d42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a2ca503b124355" /><Relationship Type="http://schemas.openxmlformats.org/officeDocument/2006/relationships/notesMaster" Target="/ppt/notesMasters/notesMaster1.xml" Id="Reecdacc1a6d941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61595f1e2a474f" /><Relationship Type="http://schemas.openxmlformats.org/officeDocument/2006/relationships/notesMaster" Target="/ppt/notesMasters/notesMaster1.xml" Id="R9f9bdcfc0651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f030404b6241f7" /><Relationship Type="http://schemas.openxmlformats.org/officeDocument/2006/relationships/notesMaster" Target="/ppt/notesMasters/notesMaster1.xml" Id="Rfa46e5eaadb44e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d4088d622241e4" /><Relationship Type="http://schemas.openxmlformats.org/officeDocument/2006/relationships/notesMaster" Target="/ppt/notesMasters/notesMaster1.xml" Id="Ra712e7c2c3cc48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e3d01e63eb4981" /><Relationship Type="http://schemas.openxmlformats.org/officeDocument/2006/relationships/notesMaster" Target="/ppt/notesMasters/notesMaster1.xml" Id="Rcdf79d6acc6643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3cbe1375fa4101" /><Relationship Type="http://schemas.openxmlformats.org/officeDocument/2006/relationships/notesMaster" Target="/ppt/notesMasters/notesMaster1.xml" Id="Rf7803199fae843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dbefffbfa64acd" /><Relationship Type="http://schemas.openxmlformats.org/officeDocument/2006/relationships/notesMaster" Target="/ppt/notesMasters/notesMaster1.xml" Id="R6f83f7fa04f043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4cef6527df4c5d" /><Relationship Type="http://schemas.openxmlformats.org/officeDocument/2006/relationships/notesMaster" Target="/ppt/notesMasters/notesMaster1.xml" Id="Rc2f2069e82f441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e6a3dbdc684417" /><Relationship Type="http://schemas.openxmlformats.org/officeDocument/2006/relationships/notesMaster" Target="/ppt/notesMasters/notesMaster1.xml" Id="R53b6aee53d4e49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d4aaaa1db04c21" /><Relationship Type="http://schemas.openxmlformats.org/officeDocument/2006/relationships/notesMaster" Target="/ppt/notesMasters/notesMaster1.xml" Id="R38f423ec499340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36e5b9910b442b" /><Relationship Type="http://schemas.openxmlformats.org/officeDocument/2006/relationships/notesMaster" Target="/ppt/notesMasters/notesMaster1.xml" Id="R96be339c3cc44a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da16f9852e540b5" /><Relationship Type="http://schemas.openxmlformats.org/officeDocument/2006/relationships/notesMaster" Target="/ppt/notesMasters/notesMaster1.xml" Id="Rf0dfce3b3b1644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ad827f64e94901" /><Relationship Type="http://schemas.openxmlformats.org/officeDocument/2006/relationships/notesMaster" Target="/ppt/notesMasters/notesMaster1.xml" Id="R9e84a21bd6ee45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66f0c40d0f84638" /><Relationship Type="http://schemas.openxmlformats.org/officeDocument/2006/relationships/notesMaster" Target="/ppt/notesMasters/notesMaster1.xml" Id="R14001e5dfe8547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59b8048297d4af8" /><Relationship Type="http://schemas.openxmlformats.org/officeDocument/2006/relationships/notesMaster" Target="/ppt/notesMasters/notesMaster1.xml" Id="Rab394a61abb94c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e5005ab0d24bc0" /><Relationship Type="http://schemas.openxmlformats.org/officeDocument/2006/relationships/notesMaster" Target="/ppt/notesMasters/notesMaster1.xml" Id="R623dbbaf589a4c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1d6f95cf49e4080" /><Relationship Type="http://schemas.openxmlformats.org/officeDocument/2006/relationships/notesMaster" Target="/ppt/notesMasters/notesMaster1.xml" Id="Rbaf3e5982a9d4df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4a19d477ea8453a" /><Relationship Type="http://schemas.openxmlformats.org/officeDocument/2006/relationships/notesMaster" Target="/ppt/notesMasters/notesMaster1.xml" Id="R04528e8dbcb9455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3b4edb5ad845b0" /><Relationship Type="http://schemas.openxmlformats.org/officeDocument/2006/relationships/notesMaster" Target="/ppt/notesMasters/notesMaster1.xml" Id="Ra2303e4e0caa4d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08c600b4274499" /><Relationship Type="http://schemas.openxmlformats.org/officeDocument/2006/relationships/notesMaster" Target="/ppt/notesMasters/notesMaster1.xml" Id="R0273ae1766c144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a8ed80e3e4f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b20fc9e6a463a" /><Relationship Type="http://schemas.openxmlformats.org/officeDocument/2006/relationships/slideLayout" Target="/ppt/slideLayouts/slideLayout1.xml" Id="R6365b8eb43fc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65b8eb43fc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ed2b6ba3343cb" /><Relationship Type="http://schemas.openxmlformats.org/officeDocument/2006/relationships/notesSlide" Target="/ppt/notesSlides/notesSlide1.xml" Id="Rc5d8d743396c45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afee2992f42a7" /><Relationship Type="http://schemas.openxmlformats.org/officeDocument/2006/relationships/notesSlide" Target="/ppt/notesSlides/notesSlide2.xml" Id="Ra454998480b443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67556821c4af0" /><Relationship Type="http://schemas.openxmlformats.org/officeDocument/2006/relationships/notesSlide" Target="/ppt/notesSlides/notesSlide3.xml" Id="R50d96b8a0a2549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9c83dd7ff447c" /><Relationship Type="http://schemas.openxmlformats.org/officeDocument/2006/relationships/notesSlide" Target="/ppt/notesSlides/notesSlide4.xml" Id="Rb2d00cf02a1c42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82e37c64949c2" /><Relationship Type="http://schemas.openxmlformats.org/officeDocument/2006/relationships/notesSlide" Target="/ppt/notesSlides/notesSlide5.xml" Id="R76d723961f5b49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5bd439c564cbb" /><Relationship Type="http://schemas.openxmlformats.org/officeDocument/2006/relationships/notesSlide" Target="/ppt/notesSlides/notesSlide6.xml" Id="R2eca8699eda546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6fb200a124240" /><Relationship Type="http://schemas.openxmlformats.org/officeDocument/2006/relationships/notesSlide" Target="/ppt/notesSlides/notesSlide7.xml" Id="Rf93fa077b92a45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009e69d28400d" /><Relationship Type="http://schemas.openxmlformats.org/officeDocument/2006/relationships/notesSlide" Target="/ppt/notesSlides/notesSlide8.xml" Id="R003e1ebe495a47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d401815a24a63" /><Relationship Type="http://schemas.openxmlformats.org/officeDocument/2006/relationships/notesSlide" Target="/ppt/notesSlides/notesSlide9.xml" Id="Ra390d0e53eb64b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10f10925549ac" /><Relationship Type="http://schemas.openxmlformats.org/officeDocument/2006/relationships/notesSlide" Target="/ppt/notesSlides/notesSlide10.xml" Id="R36e670a67f334d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90f145e6343c9" /><Relationship Type="http://schemas.openxmlformats.org/officeDocument/2006/relationships/notesSlide" Target="/ppt/notesSlides/notesSlide11.xml" Id="R2bbf5bb9be4d41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def966b654d5b" /><Relationship Type="http://schemas.openxmlformats.org/officeDocument/2006/relationships/notesSlide" Target="/ppt/notesSlides/notesSlide12.xml" Id="Rc9c06681ec4e47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09d58261b4585" /><Relationship Type="http://schemas.openxmlformats.org/officeDocument/2006/relationships/notesSlide" Target="/ppt/notesSlides/notesSlide13.xml" Id="R94d7590cf64043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c5ae5d1a8433f" /><Relationship Type="http://schemas.openxmlformats.org/officeDocument/2006/relationships/notesSlide" Target="/ppt/notesSlides/notesSlide14.xml" Id="Rddab02f5655849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80a2a66754486" /><Relationship Type="http://schemas.openxmlformats.org/officeDocument/2006/relationships/notesSlide" Target="/ppt/notesSlides/notesSlide15.xml" Id="R24fede87439749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d12935e5b4b0e" /><Relationship Type="http://schemas.openxmlformats.org/officeDocument/2006/relationships/notesSlide" Target="/ppt/notesSlides/notesSlide16.xml" Id="Rf85f4fe9f49745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448cc087a40b5" /><Relationship Type="http://schemas.openxmlformats.org/officeDocument/2006/relationships/notesSlide" Target="/ppt/notesSlides/notesSlide17.xml" Id="R0f56c300d3cc46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ce13653ca468b" /><Relationship Type="http://schemas.openxmlformats.org/officeDocument/2006/relationships/notesSlide" Target="/ppt/notesSlides/notesSlide18.xml" Id="Re50bdd41f25142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6ae24cd714275" /><Relationship Type="http://schemas.openxmlformats.org/officeDocument/2006/relationships/notesSlide" Target="/ppt/notesSlides/notesSlide19.xml" Id="R146230a9623e46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70a766e104576" /><Relationship Type="http://schemas.openxmlformats.org/officeDocument/2006/relationships/notesSlide" Target="/ppt/notesSlides/notesSlide20.xml" Id="R6eb1b154019748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6fec400c4eab" /><Relationship Type="http://schemas.openxmlformats.org/officeDocument/2006/relationships/notesSlide" Target="/ppt/notesSlides/notesSlide21.xml" Id="R514de7f135bc4b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29e52c07d42d9" /><Relationship Type="http://schemas.openxmlformats.org/officeDocument/2006/relationships/notesSlide" Target="/ppt/notesSlides/notesSlide22.xml" Id="R93f029e872e6428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38b382b8b4b46" /><Relationship Type="http://schemas.openxmlformats.org/officeDocument/2006/relationships/notesSlide" Target="/ppt/notesSlides/notesSlide23.xml" Id="R724c09c38efe4a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50472e7c7497c" /><Relationship Type="http://schemas.openxmlformats.org/officeDocument/2006/relationships/notesSlide" Target="/ppt/notesSlides/notesSlide24.xml" Id="Ra0c787bf7d174ec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3c68721ec4c7f" /><Relationship Type="http://schemas.openxmlformats.org/officeDocument/2006/relationships/notesSlide" Target="/ppt/notesSlides/notesSlide25.xml" Id="R7f84c9e65a524a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763bd737243af" /><Relationship Type="http://schemas.openxmlformats.org/officeDocument/2006/relationships/notesSlide" Target="/ppt/notesSlides/notesSlide26.xml" Id="Rb0e5900bd280472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c169045744658" /><Relationship Type="http://schemas.openxmlformats.org/officeDocument/2006/relationships/notesSlide" Target="/ppt/notesSlides/notesSlide27.xml" Id="R5bf945f49ea140d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bc8bcc1ec4455" /><Relationship Type="http://schemas.openxmlformats.org/officeDocument/2006/relationships/notesSlide" Target="/ppt/notesSlides/notesSlide28.xml" Id="Rf5fc9b0a115a48a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845c7ecb74d41" /><Relationship Type="http://schemas.openxmlformats.org/officeDocument/2006/relationships/notesSlide" Target="/ppt/notesSlides/notesSlide29.xml" Id="Rf0f60cb2cc0c419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b7cd71e4f41f5" /><Relationship Type="http://schemas.openxmlformats.org/officeDocument/2006/relationships/notesSlide" Target="/ppt/notesSlides/notesSlide30.xml" Id="Rcfa7d6dcac2e46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9EAC6-B4A4-4316-9A1C-F539094A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BB0E4-2994-4F70-A7D6-AF6F6B7C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149"/>
          </a:solidFill>
          <a:ln xmlns:a="http://schemas.openxmlformats.org/drawingml/2006/main" w="9525">
            <a:solidFill>
              <a:srgbClr val="26314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5B71F-4FFD-49D4-A8FD-8A66D592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CCFF"/>
                </a:solidFill>
              </a:defRPr>
            </a:pPr>
            <a:r>
              <a:rPr sz="975" b="1">
                <a:solidFill>
                  <a:srgbClr val="B9CCFF"/>
                </a:solidFill>
              </a:rPr>
              <a:t>PUBLIC BID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B1C1D-6521-4488-A191-9A3DE06B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[사업명]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8E0D0-C63C-48E4-8393-E4A57578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EEA"/>
                </a:solidFill>
              </a:defRPr>
            </a:pPr>
            <a:r>
              <a:rPr sz="1650" b="0">
                <a:solidFill>
                  <a:srgbClr val="D7DEEA"/>
                </a:solidFill>
              </a:rPr>
              <a:t>발주처가 얻는 핵심 변화와 우리 회사의 차별점을 한 문장으로 작성합니다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472FE-382C-4EBC-A592-9B990842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81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02A3D"/>
          </a:solidFill>
          <a:ln xmlns:a="http://schemas.openxmlformats.org/drawingml/2006/main" w="9525">
            <a:solidFill>
              <a:srgbClr val="3A47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7D61F-B299-4294-B9F1-E4B6D7B2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ADFF"/>
                </a:solidFill>
              </a:defRPr>
            </a:pPr>
            <a:r>
              <a:rPr sz="975" b="1">
                <a:solidFill>
                  <a:srgbClr val="91ADFF"/>
                </a:solidFill>
              </a:rPr>
              <a:t>제안 핵심 문장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4298A-40B6-44C0-BB9D-73DAD4DF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[요구사항과 실행 전략을 연결한 핵심 제안]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9C9B3-7FD6-485C-B588-245B32A2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3CBD8"/>
                </a:solidFill>
              </a:defRPr>
            </a:pPr>
            <a:r>
              <a:rPr sz="1125" b="0">
                <a:solidFill>
                  <a:srgbClr val="C3CBD8"/>
                </a:solidFill>
              </a:rPr>
              <a:t>[제안사명]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1857B-D220-4BBB-87A3-7A58CC0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3CBD8"/>
                </a:solidFill>
              </a:defRPr>
            </a:pPr>
            <a:r>
              <a:rPr sz="1125" b="0">
                <a:solidFill>
                  <a:srgbClr val="C3CBD8"/>
                </a:solidFill>
              </a:rPr>
              <a:t>[제출일]</a:t>
            </a:r>
          </a:p>
        </p:txBody>
      </p:sp>
    </p:spTree>
    <p:extLst>
      <p:ext uri="{BB962C8B-B14F-4D97-AF65-F5344CB8AC3E}">
        <p14:creationId xmlns:p14="http://schemas.microsoft.com/office/powerpoint/2010/main" val="1064171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EDF66E-2663-47DC-A7E6-B10225F2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F5C12-98E6-4EE7-A58E-DFE69D59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CA18C-9FD3-42F8-850A-C128606F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E9004-1FD1-474D-BAC7-70954FDE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9D2AA-444E-4F25-B38F-815168D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제안서 구성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5198F-042D-4B63-A1C7-1804411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평가자가 찾는 순서대로 사업 이해부터 수행 근거까지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9EEBB-4931-47FB-BDEB-38CF722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257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38416-0134-447C-9888-7D84911B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3EB"/>
                </a:solidFill>
              </a:defRPr>
            </a:pPr>
            <a:r>
              <a:rPr sz="1875" b="1">
                <a:solidFill>
                  <a:srgbClr val="2463E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9C876-D7A4-4351-A671-88737235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19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제안 요약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5768F-E17E-46A2-AACC-611FC0D4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핵심 제안·준수표·평가전략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0901A-2BE9-4C06-A048-8E40772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257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3FE78-B903-41FD-8479-8AA3D33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3EB"/>
                </a:solidFill>
              </a:defRPr>
            </a:pPr>
            <a:r>
              <a:rPr sz="1875" b="1">
                <a:solidFill>
                  <a:srgbClr val="2463E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2D893-BE9F-4260-8B15-8F70E4B5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사업 이해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B5EF6-1EE2-4846-8652-6CC77737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현황·문제·목표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F430E-15C8-43CF-8D3B-8FD24324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257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10DAF-4FBC-42F0-A2C6-C321DCE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3EB"/>
                </a:solidFill>
              </a:defRPr>
            </a:pPr>
            <a:r>
              <a:rPr sz="1875" b="1">
                <a:solidFill>
                  <a:srgbClr val="2463E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09342-39B8-480E-B849-7AF142F3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수주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929CE-EDCA-4031-874D-58CA3F1F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차별점·실행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55C96-F4AF-432C-9A79-C454571B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5257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413C0-A2DE-4969-9324-B3EB7EDF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3EB"/>
                </a:solidFill>
              </a:defRPr>
            </a:pPr>
            <a:r>
              <a:rPr sz="1875" b="1">
                <a:solidFill>
                  <a:srgbClr val="2463E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F0A4C-0705-4579-8731-9C21B3CE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수행 방안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8F213-AA61-404A-944A-908E2291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과업·산출물·세부 방법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B674E-672F-482F-865E-08056B19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5257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5628C-6062-4E01-BDA4-B203967E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3EB"/>
                </a:solidFill>
              </a:defRPr>
            </a:pPr>
            <a:r>
              <a:rPr sz="1875" b="1">
                <a:solidFill>
                  <a:srgbClr val="2463EB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D1BE5-43B2-4A54-8103-858ACFE6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33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사업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34C2B-BE36-41A5-B89A-B995A937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일정·조직·품질·위험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BBCC0-02A6-46CB-BD2B-A8E1AEE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5257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6EC83-BC0A-41EB-B9DC-56EE406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3EB"/>
                </a:solidFill>
              </a:defRPr>
            </a:pPr>
            <a:r>
              <a:rPr sz="1875" b="1">
                <a:solidFill>
                  <a:srgbClr val="2463EB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2FA1D-A460-40AA-9745-81E70A98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33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수행 근거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FA783-52B1-452A-AB82-AC19A21D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57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회사 역량·실적·확인사항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3C901-A653-4DB1-92E3-356EC2CA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F9D0E-D7D7-4CFA-AD3E-E4BA5C91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2028099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8F7CC-B699-4073-A960-964D493C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33F7F-4FF7-4AAA-8F35-9E02B282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01. 제안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2B8BA-8F59-4B76-8B37-29AAB19D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BBCDB-5A0D-41B8-9A7E-B2F70D51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B27A4-C3C3-4E03-9AD0-43EF9A2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의사결정자를 위한 제안 요약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A0677-F968-4D13-B3B6-4C16171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이번 사업의 문제, 해법과 기대성과를 한 화면에서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E41B3-B026-4E0B-A127-39ECB6A9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E4065-3956-417F-9E0C-01E6DA18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28BD8-9D46-449F-8F2B-39DC532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4531D-F803-4B1F-8393-30F9FBAB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발주처 핵심 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914F4-860F-40C3-B5EA-834CB12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[공고에서 확인한 가장 중요한 문제와 목표]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8A6A2-D197-4EAB-8D2E-1685337F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DB7E3-C632-4E0F-804E-9CFAD60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근거: [출처 번호]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EFB0F-5CFF-4AF2-BF7F-31BEC646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F6287-DF22-48C3-B914-13860F47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79073-E0F3-4C0C-94BD-1DB64CAF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36B92-3CCE-488D-A830-3DCEBF7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제안 핵심 해법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8296A-00E8-494D-8986-A4AF9F35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[우리 회사가 제시하는 차별화된 해결 방식]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AF851-D531-410B-9E91-C1881CA1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201EA-DE49-4E67-A85F-8B37FFB6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실행: [핵심 방법]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69859-F901-4EE3-B7D4-AF6115A6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B33B4-0D10-419A-9445-C061BE19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8C654-7852-46F7-BC5E-2EE85031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D6ADA-15E7-4897-96A3-66CC7E37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기대 성과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1CD9FC-8CF1-4693-A518-FD61798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[측정 가능한 결과와 발주처가 얻는 변화]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74DDA-9822-4185-8A7C-5AEF51B1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C0F2C-E0AA-46EE-ADDD-BC4121B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KPI: [측정 지표]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82837-37D1-4604-979C-835C86D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102589-C83D-4C64-983A-9E754F2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638660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B4E3F0-636C-4342-9510-71E15C59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8E12A-BA6C-497E-A7CE-DF6C3FEA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01. 제안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12788-DA1C-40ED-AF23-F69D363D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C3E31-46F8-4341-B901-0EDB519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6A741-3D96-4978-87F6-4CCAD320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요구사항 준수표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FF7D9-C89A-4247-A396-339AC720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필수 요구사항의 반영 위치와 증빙 상태를 한눈에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39A0E-71CF-4398-9401-EF338983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1336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DD9DE-7A98-47B8-838A-14A2458C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7D923-A543-437D-A8FD-4D40A42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32385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A739E-E7DE-4CC8-8C1C-BB812535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제안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2594E-FB72-4150-B718-078B821C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30480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CB052-E746-42DF-8193-C4A6D4D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실행·검증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DBD7C-CE9C-4B36-B246-6B35CAB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27051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681A6-4D84-4B72-B88F-A7253351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근거·상태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3E8CB-BC73-47B7-A7AD-1AA1A5B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8C47E-BDC6-4221-8DA8-20E64FA8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[필수 요구 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F75DA-8E23-4345-B13D-05C944D5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3296C-F622-4019-8988-BD56A4A7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[대응 방향]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1917D-F645-498B-BCCA-8585247B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27C95-0D0A-4CF0-A9E2-FEE5A742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[수행·검증 방법]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914E8-530C-471F-927A-D18B3DF5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9B2574-7FB2-441F-BF2F-F51135F8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[회사 증빙 / 확인]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22FE4-AA2F-4630-A552-76C96DC5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9FA0B-79BF-482E-BA35-BB2ADF57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[필수 요구 2]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33EE5-C040-471E-A3FC-42D56579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3AD73-3F85-4E35-8D5C-B9643C7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[대응 방향]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24F29-CC25-4F15-A57E-986AE43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63AF07-0FC3-42CA-ACE1-31F258C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[수행·검증 방법]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7242F-9301-4C05-BA5A-54505804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DE657-B521-4908-98A6-0A91B9F1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[회사 증빙 / 확인]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FE935B-D0D6-4714-AF94-30FF712A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703904-2F97-4F1B-99AB-D434FC37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[필수 요구 3]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96E739-FBAC-4E75-96DE-2E96633D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4AF1C-351A-480B-9F91-717EACD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[대응 방향]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D8EC5A-006E-4944-AA62-9B994903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EDA16E-96C4-4DFF-BFF2-9A243E1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[수행·검증 방법]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E928CA-2192-4BB7-95C2-F44D2595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112141-984B-4B41-978E-2B069E38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[회사 증빙 / 확인]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7C44FA-B6B2-41BC-93EB-BDB806C6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7AE7C3-DD76-4720-884F-B87E9D2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[필수 요구 4]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50634D-287B-4C57-9F11-314C9DCF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CBE566-84A5-4DBD-87D4-3ACB4429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[대응 방향]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A48DA5-DC20-45ED-8040-093B5B8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0B11D-8A5D-447C-A258-19623C3F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[수행·검증 방법]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3F0979-0249-42AD-8E95-A5509017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9B66DD-CC3E-4410-80F0-12B64D08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863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[회사 증빙 / 확인]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DBE714-5D01-48BC-A043-9F90BF33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71D4E3-2CB0-4311-8706-BD0F3C6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출처 번호와 확인 상태를 함께 남겨 제출 전 누락을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2098900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BBDE7E-4273-4211-8A2F-77547B87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25920-2C01-49F9-A86E-E929D0A8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01. 제안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D67C3-0184-4FE1-81FC-54FEC8D1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D3332-9468-417C-A55E-F944D91B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EB0EA-F630-431D-B216-7E58064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평가항목별 승점 확보 전략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CD8FD-3CEA-4A2A-885B-44B1D44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평가 배점이 높은 항목부터 구체적인 대응과 증빙을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E49CB-A555-447B-BFC3-073AFAA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1336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24C4F-BFF5-43CF-A010-D89EEB3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C81B8-7C70-4554-A748-5E1E056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32385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DB637-DBE2-4E2F-9D07-972B88F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제안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9EA40-2C3B-417B-A62F-DA21D08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30480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0745E-7CE7-4DDC-A5F4-AB845F44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실행·검증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2ED3A-36D3-4C02-9CDD-1D49961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27051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0E619-0EC2-4EDA-B246-67883910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근거·상태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E4AF1-2CF6-4ED0-AFAC-9334ED83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7F52C-BC9B-4E45-9863-AED3AA1A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[평가항목 / 배점]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1C47B-9798-46B1-BDAB-B6AFBF78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7BB06-6F25-4AED-919A-E0FAD18F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[평가자가 확인할 내용]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BFBAF-9CAC-4F62-A612-EF7F45A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8B584-89BC-429F-ACE7-93F666E2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 전략]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D75A7-93F8-422D-B019-C971C57F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72457-530F-4EE9-851F-5C971CE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위치]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B71F5-4BFD-4F98-9134-1AAAB7FC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C0B49-9020-42D8-9144-29D5CC8E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[평가항목 / 배점]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2EF95-DE0E-486D-BC4A-87ABE856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E4E1B-2AD1-49D5-BE71-329B9293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[평가자가 확인할 내용]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27BBC-B540-4615-ABAF-3D23485B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ACCBA-FE43-4F59-8D20-B2CA6AAE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 전략]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BEC055-D5AF-4485-B12F-31490105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43351-71AB-43D2-B1B7-CEFFBA4A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위치]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3F6D9-674E-4B7E-82F8-949F6F3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19BAD6-97AC-436A-B4A2-BE28FCB4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[평가항목 / 배점]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2FDDC4-CB5D-4A20-9514-61C540F2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74A8A6-3266-46DF-AC57-DA0AC094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[평가자가 확인할 내용]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2A146C-4DCF-432D-A427-C2887408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AF980-A9A5-4748-A898-6F22DC4A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 전략]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10DFCA-1CA5-4093-B439-8698F3C8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9446CB-4218-441A-9716-9D389C26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위치]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2B0BE7-79A8-4BD1-8C6E-4594873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B5C38A-D924-444E-A9A0-0B1CE5AD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[평가항목 / 배점]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E111AF-8E30-44B0-9D08-427D7060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1465B5-D356-4A2C-9AB9-46E4AAA5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[평가자가 확인할 내용]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27EEFE-7D63-45BB-9F87-2A22E492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0A8A51-E464-4349-A883-A4FE19D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 전략]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7AA78A-310B-4F8C-86DF-9E27FA5F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E261C2-93F3-49D3-B347-C5A46AD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863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위치]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DE2E90-F4BF-45E5-A5F2-0AC9ED94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4DA8DA-6090-4680-8E19-0CFC1B3A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출처 번호와 확인 상태를 함께 남겨 제출 전 누락을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828964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D5CA3-F53E-4B53-AEB2-7C82C511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6736-19B3-407B-9FEC-6767CB46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02. 사업 이해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01603-B9CC-436A-B1D4-646DEB0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DBC14-4809-43B5-A5B7-8B41D72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FEABD-D705-4823-8AD8-71C61D29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발주처 현황과 핵심 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1FBAB-C19F-46AC-BFA6-79FF83EB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공고의 추진 배경을 현재 상태와 해결해야 할 문제로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40CE2-73FB-424B-9C1F-7A550A50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D413A-1702-4F80-A90F-48DDE785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DDAEE-FCFA-4CFF-AA53-448E6249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34D97-9FC3-4E70-A9C1-EB44E29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현재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971A7-A867-4CEA-940D-CCEAF19C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[현황 또는 기존 방식]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[이해관계자 요구]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[제약조건과 선행사항]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A218B-22B1-4F12-AA07-2F0480DB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핵심 과제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AF404-7E76-470A-B759-68342192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[반드시 해결할 문제]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[성공을 판단할 기준]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[제안사가 책임질 범위]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7C5BD-6AEF-41E1-8655-3F3B4BA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188F2-F339-4498-B70E-E6250E0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315407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D8B1D-8BC7-4694-BBE3-57D9C62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3F76D-988D-4DBA-89B0-9132992C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02. 사업 이해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47F67-0997-42FD-9C42-12D8DC3E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0E554-02A4-4B87-8BEC-F0055B8D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25223-CBA1-4E05-9D78-9DAB888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사업 목표와 성공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A92EC-F07F-40A2-917A-F4CA4763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발주처 목표를 실행 가능한 결과와 측정 기준으로 바꿉니다.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B2778-F6F9-4721-B278-92429764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3C30C-246E-4442-963D-96FECC48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489B3-B46E-4BA0-9271-32BAF110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84A5E-A36E-4716-8577-702C2DDE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사업 목표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1C6AC-DD45-476C-B605-FD370AD4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[공고에 명시된 최종 목적]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7CDAD-BFB4-48D9-AE95-A4BB2A49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46551-C2A1-4C00-AD3F-5B94D2FC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근거: [출처 번호]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8CCBD-A940-4219-9E3E-C823DB6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040A1-7520-4364-B3EF-3B60DB20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CBF60-2566-43CB-A0CF-9C9D6B1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FD81A-9288-4560-A3D4-A7A8FF9F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성공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1378A-F8E2-4B1B-8C14-7A038A5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[검수·평가 시 확인할 기준]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903AD-3760-42BA-94E6-68B9BC03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4E05C-67D3-4A49-96A8-B0FA21B1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기준: [정량·정성 지표]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DF492C-9B87-4E9F-95F2-0E2A6E1F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D1227-FA60-40E2-A811-61CE0426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53031-59A4-4D63-9FE2-763E3D8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DFB7B-DFCC-421F-BE70-B9A8336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핵심 산출물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2D75E-FE27-49D6-B2F1-8630C7ED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[최종 제출물과 완료 상태]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401A9-7318-4C38-973C-6AFD1400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1E76E-7F73-494F-9C42-3125F306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승인: [담당·시점]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F486A0-899A-460E-81D9-3FBBF02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66A56-B40D-409F-AF08-24F96AD0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2145969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B881A3-B68D-45EA-8D50-8778B4C4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17F32-EBBF-4C89-B0D2-2304B6C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03. 수주 전략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16AF-CC97-412D-87EC-EC6F8072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F3B6A-307B-43C9-8411-3782E12F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FD935-E88D-4EF0-852A-54989D60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선택받기 위한 세 가지 제안 원칙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DC27C-B35F-48C7-A187-94CDB342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회사 강점은 이번 과업의 실행 방식과 검증 근거로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49073-30C6-4C26-AC8C-D24C4C4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03C4F-A6C5-4F48-A7CA-F5BC3BA5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6E3F3-0E8C-4B9E-BB26-73E5FDF3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357B0-54CE-4337-B171-99F50038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차별화 원칙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399CF-5BE6-405D-B7B9-01D5E52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[발주처 요구와 연결된 핵심 강점]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83BDC-9CE6-454F-B187-5CBD544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00C94-02FB-4422-88C2-AA38C8B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증빙: [실적·기술·인력]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A4FF9-2A61-4D02-9144-BE55022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E3E67-E002-4DB3-863C-DA632B06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1D6BA-5253-457B-83FA-BB3CC382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292C4-6739-44F2-9A69-8BDD5A88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차별화 원칙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9F580-30B6-497B-AE7C-4902AB2A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[경쟁 제안과 다른 실행 방식]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92BA9-C6F2-4DC3-9D6F-4665F52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23CA3-5559-4529-9D7E-67954E3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검증: [성과지표·절차]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3C133-B9F1-4832-A92A-97A84A1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9CF39-E4FF-4D98-B7AE-2B93C8C6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2B69D-8F9C-4038-BC04-C1CD19C1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DE568-A49F-4A79-A4D8-559BAE9E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차별화 원칙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EDFF0-E0A1-48C3-A372-072D8F4D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[위험을 줄이는 선제 대응]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CD533-1C80-4F48-8655-EF3A6B78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A2799-452F-4C98-9CD5-1730E20E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책임: [담당자·보고]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1993C-60BF-41AC-B7F0-7CEA7871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AC1107-D030-463F-8FDA-F00C895B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487305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103BD2-A303-47A6-A3E5-02D266B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62A06-68C3-465B-83A3-140FDFFC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03. 수주 전략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BA529-9BD9-41A1-8736-4476E76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02CD6-1B70-443E-A3CC-466EE988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DBDF8-DAA2-4D02-BFD3-C42E878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핵심 요구사항 추적표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602FB-E76E-45E5-BAE6-4FF44A47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요구사항이 제안서와 수행 단계에서 빠지지 않도록 추적합니다.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88275-43BE-4D34-A068-799111A6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1336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71D37-931B-41A8-8D81-A04A1A2B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16A8A-D98C-4689-A8E0-92C9778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32385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0054A-990D-49CC-A972-D3EF403D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제안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8E26B-68DE-486A-9466-6788420E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30480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AA388-F075-4125-8666-FE295F2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실행·검증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AA055-8B52-4D3C-9722-D4DE9442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27051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C7E30-0552-4891-8974-58B7B8DC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근거·상태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71CBA-DFCD-4586-BF6B-0C2200B7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8A130-8768-412D-A312-8557C05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[요구 ID / 내용]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42251-3A5C-466C-8865-7EA8E61A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CFF2D-B7BD-4539-9829-FDBA38E0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반영 위치]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E1541-0F19-40F7-9EAF-DA4354CA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325DA-FE05-41DD-B108-8974929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 단계]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9F013-6761-42D2-8F30-E32A9A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4B137-2EEF-4B0D-B836-837729A6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[검증·산출물]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4F67B-5469-4036-8DFF-E0485D44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62FE2-F8D6-4938-9FA7-6216E032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[요구 ID / 내용]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6D45D-CCD9-4332-A55E-6D215E40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AF3D8-828A-49DF-9096-CA515E84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반영 위치]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F4FD7-247E-4900-9C0A-7D4C7881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314E6-A24F-41EF-AA16-6AA59BDE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 단계]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24D2E-4CF2-4705-9B48-E1FD1B2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50F6D-9D89-4D00-BF9B-84CD75F1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[검증·산출물]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07BFA-F824-49BA-888D-6A7A43D6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752C49-CE28-4AD6-881E-94F2794F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[요구 ID / 내용]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8739FA-BB70-4B90-8D6B-832B142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A32E0-AE46-411D-BF92-8A859D4E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반영 위치]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181C3A-C285-40ED-9418-501C5A7C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D1CFEB-0C48-49A0-9679-BCE47B50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 단계]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C6B014-6EE5-4557-B9F6-77F5549F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5E66A2-9109-44E8-9970-974F224A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[검증·산출물]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86189F-BD86-429A-AFC4-2C356FBE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EDC9EC-0C96-41BF-90C5-93425C9E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[요구 ID / 내용]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6889E9-84A7-4010-AC7A-C6DA7F9B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6CC2C0-FBD4-4F4B-A710-6B46CBE7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[제안서 반영 위치]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1AA287-4198-47DC-8D47-383BFA1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7B044A-2FF4-44FA-8D47-E42606D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[수행 단계]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25DF34-598E-4636-B628-9B27AAC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79F61F-CA94-49FE-9008-BA2AF7B8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863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[검증·산출물]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58884A-C8A0-45A5-9F05-719952DA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4B2B79-F3BA-4078-89B0-E0A5582F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출처 번호와 확인 상태를 함께 남겨 제출 전 누락을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316160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CDB84-41D4-44F4-9170-93C7E2D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D7E84-84B1-434F-BC6F-DE105A82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04. 수행 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F26C2-B80E-4574-BF7E-5752ACFF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5198B-7A21-417B-9004-13D33ADA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3F4FE-646E-4CC5-8881-2859DF6D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과업 범위와 핵심 산출물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2969F-357D-401D-9B0A-EA1BD3D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업무 범위와 완료 기준을 명확히 구분해 과업 누락을 방지합니다.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28FED-94C7-423D-9521-FE067EB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2BF86-C3E1-485D-A1A7-98D348D9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52162-5DD2-461C-B38B-10C4C24D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51B3C-8543-4958-B79D-BA107E96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과업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4E03C-270E-4012-A08F-F6EDD04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[핵심 과업 1]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[핵심 과업 2]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[핵심 과업 3]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[제외 또는 협의 범위]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CA789-128F-4D94-9C7D-4E19DBC0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핵심 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8319B-6A60-4B07-8E8A-B8F9659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[산출물 / 제출 시점]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[산출물 / 제출 시점]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[산출물 / 제출 시점]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[검수·승인 기준]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A6654-4AAD-4F6A-85A5-BC5F137E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CD6EF-B14C-4E6A-A129-CBE94680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97385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BA88BA-C798-41A2-A40D-4DFC7B93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FE19B-958F-431E-A563-CD2323C3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04. 수행 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3F22D-AC9D-44BC-9636-EC57BBC9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58D63-6515-492C-A624-00CB69C5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57572-D2DE-4537-8375-FBD438C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전체 수행 체계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F2F1-C628-43B2-AC8F-436B1419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과업을 준비, 실행, 검증과 정착 단계로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DA265-A3C5-457E-8976-AF958F91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1895475" cy="23812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69B2F-2014-4B3A-82D0-61A7584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A754E-E464-4086-A0E5-68286FCB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BB6D4-DA55-4314-9547-234E2110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51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123DE-CB45-4B3A-9A62-CEC7FA1A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514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[착수·현황 파악]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9F6BA-82AA-40E4-9869-5E79274A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A452D-E8E4-4575-B5D8-B4A2E1E4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00300"/>
            <a:ext cx="1895475" cy="23812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31577-4CD0-4460-942F-867C1B70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3200A-22D1-4239-817C-82DA4ACB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278AD-32CF-422B-85B7-411C8A6D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81350"/>
            <a:ext cx="151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설계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BF804-7B3B-41BF-A12F-49087992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33800"/>
            <a:ext cx="1514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[세부 계획·요구 확정]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57349-65A8-450E-A667-F8C2F364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C347F-3450-45E9-80CC-FB0856C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0300"/>
            <a:ext cx="1895475" cy="23812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D11CD-F261-4823-9899-6F1B5963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01B9A-89EB-4EC7-AE43-8043AB4E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8788D-489C-4F95-9AEC-9D69E35E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51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5FC60-8A00-4284-8925-4ABF791F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1514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[핵심 과업 수행]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F0F16-AB28-49AD-8408-2A33E7EA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AD7B4-D853-4A59-9C29-076C921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00300"/>
            <a:ext cx="1895475" cy="23812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80816-237A-4A64-A790-71098412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32FE8-A8CF-44FE-B549-67B4E373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6605D-4292-4C94-9B0B-CF105E5E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81350"/>
            <a:ext cx="151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0B599-4BA1-4396-B7EC-F17249CE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33800"/>
            <a:ext cx="1514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[품질·성과 확인]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C5FF0-C4FA-46C1-A37E-61213AE3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FE8399-1C86-450B-BA2D-6BC2ADFF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1895475" cy="23812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06281-211B-4373-8B47-3C5F531E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75ACA-0A79-4C51-97B0-015D4F9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0926CA-2221-4B38-8FF5-A2CD70A3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51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정착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B61505-8C4B-43EC-8AD4-E5683B12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33800"/>
            <a:ext cx="15144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[인수인계·개선]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9A0617-F6E8-4B59-9065-2F5FF481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2631EF-18BC-40DF-942B-BC9DB208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A78"/>
                </a:solidFill>
              </a:defRPr>
            </a:pPr>
            <a:r>
              <a:rPr sz="1125" b="1">
                <a:solidFill>
                  <a:srgbClr val="168A78"/>
                </a:solidFill>
              </a:rPr>
              <a:t>[단계별 검수 기준과 책임자를 연결해 일정 지연과 누락을 예방합니다]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7C0E30-0606-4C3D-9D7E-074099DC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39A861-53D6-4CB4-987D-DA0B732E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804578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571B4-2D66-427D-BC6E-B7F6125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85A5D-58B1-4A5F-823B-E863EA8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04. 수행 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8600E-DD76-41D2-8FFD-D1D086BE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1CE9C-47DA-45DF-81D1-C7611801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E8E56-A016-4EEC-99BE-9B2958A8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1단계 · 착수와 현황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621A7-3E99-450E-8AC5-04817AB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사업 초기에 요구사항과 책임 범위를 확정합니다.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EEB0D-F466-4BCE-9194-61BF2D4C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8473C-4CA3-45DA-84DA-C1F835D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B0564-C442-4937-9B31-EC96C46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5F6D4-4849-4A73-BD8B-C41FA6B2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07737-70D2-4938-B479-698EBB8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[공고·현황 자료]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A98CC-1B8A-469D-A30C-DBD8E7A5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A8F3D-A3C3-4A3C-BE06-13741407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2EEAF-5E7F-4A1D-B1DF-BD19C1B8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5E537-0506-4688-A587-EF1D503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BEB08-F847-4203-BA0D-92CFF692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활동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9E5C2-7285-477A-9EC4-37056B19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[인터뷰·분석]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C85FA-D5A1-47A7-BF4C-F2CBC85B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E1989-B23C-4F3A-B2D0-4E9C8EC1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9B453-95D2-44B5-9F7A-98810DE7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606D6-8CC8-4E56-9C11-956B026A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9D3BB-4DFF-473D-9DD0-E3C6563A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의사결정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DB39B-74D5-46F1-995D-5C67AF46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[범위·기준 확정]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71B43-9461-48CA-9AA3-2AD04F0F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9FE2D-ED86-4B9A-9B2F-C4599FF8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C0E47-9CEB-49A3-AD1A-02FB832F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C5D57-7599-4A39-BE9B-2D20129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18C96A-E8FD-48DF-9F17-716A594F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산출물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16332-35C0-4012-87E5-54B36A46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[착수·분석 보고]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E08F6-714E-4241-B219-C5319A0C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C55E0-DBE7-4849-9EF4-BEB279F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A78"/>
                </a:solidFill>
              </a:defRPr>
            </a:pPr>
            <a:r>
              <a:rPr sz="1125" b="1">
                <a:solidFill>
                  <a:srgbClr val="168A78"/>
                </a:solidFill>
              </a:rPr>
              <a:t>[단계별 검수 기준과 책임자를 연결해 일정 지연과 누락을 예방합니다]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3D2F10-AA2A-498C-B476-2F552CE2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6F91CF-857E-42C8-9BC5-C883F7E0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867784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28D26C-001A-4475-A5BB-3AFCCBD0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CF47F-22DE-42A1-B13F-5D1E4555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04. 수행 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30EDD-2286-451B-80FF-60F3F099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5D6D2-C355-4D2B-9D6F-D5A9A07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B5DA2-A909-455D-A7C5-C82FB880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2단계 · 핵심 과업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7AAF6-79EE-437F-86A1-31BAD15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업종별 수행 모듈을 실제 업무 절차와 산출물로 구체화합니다.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01190-D258-4BDC-9161-C0EA58C8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79923-906F-4C3D-A6BB-C4AFD610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D4BCC-2BCB-49A5-BC27-FD8D923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C3A94-F9A8-4C1D-B208-5E3F4EF7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AE3D1-80D4-4182-81FF-7D5AB55A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[자원·환경 준비]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35DCB-2597-493D-8C39-FBD0FFF0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E3550-21CE-498D-8AAC-0201C1C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E168A-E585-41D0-A105-D4289D6F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0F340-D0AF-439D-8421-725FE600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F43C0-0CD3-41FF-A6B6-732FD993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수행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3C45F-F063-48C3-AECC-47EFEA2C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[핵심 작업]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BCD26-C323-43D0-8D70-8C21E8F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01B76-A0EF-42C2-A52A-6D91A2B2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0EA3C-B415-4974-8525-51814A48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63027-1AFC-4C07-BB10-3892AE0A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8EA6B-5AC8-4D67-91B6-B7620349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협의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5412B-E824-4BEF-9EE8-DB7D706D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[발주처 검토]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1101A-8484-4677-B847-66BCCD54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3C9A2-1BF2-4A6E-A6DA-95FFECB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9D22A-2D6A-417A-B61A-8195AC44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D2F5A-A832-45BB-B2CD-B564718C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61036-F195-4390-B608-235BC205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보완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75EE7-0DE4-4481-9641-625232F8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[피드백 반영]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1169B-CE79-4B5D-A93C-FD497F5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39628-0A54-462E-8D5E-3D0F237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A78"/>
                </a:solidFill>
              </a:defRPr>
            </a:pPr>
            <a:r>
              <a:rPr sz="1125" b="1">
                <a:solidFill>
                  <a:srgbClr val="168A78"/>
                </a:solidFill>
              </a:rPr>
              <a:t>[단계별 검수 기준과 책임자를 연결해 일정 지연과 누락을 예방합니다]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FD1F6-E8F9-488D-9F6D-0F4FEADD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5A268C-A3AA-4F50-BC31-C82144A5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511425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546577-C675-4604-854D-63B2B13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D9DE3-3C32-4238-B021-648764E0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04. 수행 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0F9A5-FE04-4F8B-9B3B-D3A4318D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314E4-3F03-4E0A-A2E1-29C31107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15F9A-8DB1-4867-9582-6CCC4D8E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3단계 · 검증과 최종 정착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C317E-8B02-4E43-A3B8-A1D7ABF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검수 기준을 충족하고 운영 가능한 상태로 인계합니다.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EC414-B421-49AC-A78F-4340EC39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CA9C1-F87B-4227-922E-55BB4FBE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48DA4-F060-4B44-BBC4-63ADC831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D3453-49F8-42F8-9DDF-82A8D7B7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C8BB6-2FFB-4B6D-986B-D62168EB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[시험·품질 확인]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2C5CA-07F8-4024-B474-C0C1A4B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8D59C-4E02-4A08-B31F-BAA95558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9F29A-7FFD-43A0-AE5A-1F902AE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B1E17-AEED-49C9-A678-68F16FE1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DA417-3415-4CE3-B0F2-66CFF159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02FBF-26FD-4C7B-AE93-33883EFA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[미흡사항 보완]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8EC16-0F37-4FA6-B707-2EB15D24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C6EAA-7365-4074-AFF6-2898582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46D94-0A80-4453-A5A6-55032C5C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40A3D-21EB-4E61-927C-F4240F1A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66B49-DB8F-41CE-8BFA-CB342B87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인계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8D302-CF2D-4295-B782-901CDDB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[교육·자료 전달]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86B30-FE7A-46A9-A7B1-30194F48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10823-6F7F-4145-A5AB-C3041ACC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DCB0E-3943-4D06-8162-6790600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8A950-77D2-41B3-8656-8ACA9552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4B952-BF25-4EC4-B2ED-FF96C34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완료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7EDBF4-E36A-4B89-A216-DA83F3C6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[최종 승인]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21660-F654-47EA-B792-41857EB7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3F5235-16AC-4891-AA31-BBBA0288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A78"/>
                </a:solidFill>
              </a:defRPr>
            </a:pPr>
            <a:r>
              <a:rPr sz="1125" b="1">
                <a:solidFill>
                  <a:srgbClr val="168A78"/>
                </a:solidFill>
              </a:rPr>
              <a:t>[단계별 검수 기준과 책임자를 연결해 일정 지연과 누락을 예방합니다]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27FE2-60F7-430E-B8CF-662D2A25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33717-4284-4FF7-873C-D4F564E8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4738610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9F847-BD01-4743-895D-4D63B7EA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6D308-CAE0-4D7D-A8A4-B7916C2D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04. 수행 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5016D-C850-473F-B441-0E748B37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D13CA-40F0-4038-B53B-109837FC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5770B-6EBD-40A8-97B8-C3EAF9F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업종별 핵심 수행 모듈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1FEB9-4298-42CD-93E2-79B87AF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공고의 사업 분야에 맞는 전문 수행 내용을 선택해 작성합니다.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3CA84-0C6F-4E7C-94CA-6240C852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4727D-D72C-4533-8B0A-6D5CD149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C76B3-9299-4F56-B129-612BE43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1B12C-EAE2-4C9B-A6E0-9E7514E5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수행 내용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FD28E-FAF4-4969-9BCD-E989B809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[교육·SW·연구·공사·물품 중 선택]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[세부 방법 1]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[세부 방법 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B7A8C-3A40-4EE3-A1DE-C60EA6F6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차별화와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4E1DF-177F-4B41-8112-A542C7DE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[회사 강점과 연결]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[유사 실적 또는 기술]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[검증 가능한 KPI]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A0DA4-EAB1-444E-BD8E-5AE47873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6064B-0293-4699-8570-96AD4F0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9576447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990A57-1524-49C1-B355-11F226F3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47736-54D9-4598-BF0B-71A38BB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05. 일정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FD393-0C06-4B1A-B4BC-75F81043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640B6-781D-48DC-AFE7-071351B2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5C5B3-AC9B-46D4-B33C-2BEC8B72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프로젝트 일정과 주요 마일스톤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E975F-0664-4A17-8D53-7CACE30A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착수부터 최종 검수까지 책임자·산출물·승인 시점을 함께 관리합니다.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F3F67-5811-4A58-B92B-E3B1031C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677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DD017-F044-4062-B836-C80C393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E4C3A-ECEA-4FAD-B4F0-F53F49D6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착수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CD8B3-5D07-4085-9248-7AA8EF04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W1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6C800-FAF7-4277-B13D-7951A6C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90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8A58-4628-41ED-B804-EA09999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866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F66C2-807A-468F-AC48-A48E521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착수보고·세부계획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4E162-2357-4236-B56A-64481D1D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3360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A4BE38-F336-4C5D-AE24-B4601CCA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64FFC-E112-44DD-B82A-C51FC5EA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W2–W4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E5E8C-53FA-42D7-9ADB-675B1768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9BA0F-BEEE-4260-AD8B-E45D1E7F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866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5A7E3-7C4F-4F9D-B423-8A12140A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요구사항·현황분석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8367F-DDCC-4E9C-A89C-22245524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4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03FCA-2271-4B09-8A4D-D22F9932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A2AEB-D7E5-4220-8982-569F361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W5–W12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6FD28-FDD9-4294-934F-7EB94270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90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9F550-A20D-46F6-8E06-2B18324E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81400"/>
            <a:ext cx="1866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91579-5C53-490C-97E2-31A8047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핵심 과업 수행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5477B-89F9-467E-84F9-683B96BE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2ED545-6C85-4FF9-877F-9341C2A2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검증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AC621A-1845-49A2-9348-FCD0C6BA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W13–W15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8478D-F569-467D-A0F0-9C7EDD51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7E5CC0-4274-427A-809D-F5C1BEC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1866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7D95F5-2475-4F3C-A764-93D8F10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528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시험·품질검토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59D5B-B7CD-4F08-AF5A-D1BB53CD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90720D-92BC-4F6F-9992-DB00B16F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완료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DA8A0-FF25-49B5-A3BE-52201C86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W16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60A07A-7B6C-44EA-8EB0-5F2E58B3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90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37EA7-6F47-4438-96F8-DCF7C708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1866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064EAC-C2A0-4119-A82F-FC50D898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5285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최종보고·인수인계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D6B2F-D730-41E3-B225-41F5E974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10706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A7BAD8-D7F2-4BFA-B343-7516868E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81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</a:defRPr>
            </a:pPr>
            <a:r>
              <a:rPr sz="1125" b="1">
                <a:solidFill>
                  <a:srgbClr val="B7791F"/>
                </a:solidFill>
              </a:rPr>
              <a:t>[공고 일정과 제안요청서의 승인·보고 조건을 실제 날짜로 교체합니다]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93A60A-4EFA-40C4-B089-0FEAC392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3A516A-6B99-4FD5-BF73-5C4E580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3607893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83361-52FC-4DB0-A73E-F714ABFA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98A25-EBE5-496D-B3B8-9EEB23F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06. 수행 조직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6F4A2-26E3-4D24-B911-00BF7289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5DF63-7A4B-4DA6-A049-A7BF2C20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3ED46-5355-4F7F-A13E-D1EFE245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책임과 의사결정이 분명한 수행체계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BFAC9-9715-45D5-9792-B93A508B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발주처와 제안사의 역할, 보고와 승인 경로를 명확히 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845FB-799D-4B33-AC4C-7F3FC97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0F0F5-F887-48CC-912A-960E0A9F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4D557-E643-4A62-BC28-E60443B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73914-6843-4AA7-9663-C82A867C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발주처·협력체계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01672-30D0-4EFB-88B3-36682CA4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[의사결정권자]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[실무 협의체]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[외부 이해관계자]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E71EB-947E-4620-BE6A-217B3DBF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제안사 수행체계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7D877-5DAE-42F2-8901-96DC0872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[총괄책임자]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[분야별 책임자]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[품질·위험 담당]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BE194-18C0-4BD9-BA6D-A52E4D49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6B621-FD79-45C4-840F-FB65835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20180130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E33458-40CB-44ED-93E0-80AE1B5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642B5-5A5E-4341-BBBB-39CC6651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06. 수행 조직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79F40-DCD1-428D-B463-10FF56A5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D5BF5-C2F8-4BDC-AA6C-3B4285D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1FF0A-4BBD-4AE6-8CE0-905CF48B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핵심 투입인력과 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17CC3-8437-4F2D-BE85-042C5558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공고의 인력 자격과 실제 투입 역할을 회사 증빙과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B773B-9923-404A-A7A6-1F119D6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1336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309C1-90A6-4CF7-A18B-9546319F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786B6-D9F3-4497-822D-05D1A4FE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32385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D6639-9885-49FC-8011-A0F12D25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제안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31DAB-1BFC-42FF-8B90-C3A98590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30480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CFEA4-94FF-4ECC-8634-5CA648F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실행·검증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1E835-3D61-46D1-98B1-2F27567F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27051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6E5A1-D36C-4243-AEC1-7E62C00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근거·상태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50837-5233-4F92-82A8-CF49252A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7717D-7E7A-4274-9289-3F4D3528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[역할]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9DA66-5939-41E9-AFF5-1AAC46F4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9F72C-5B5C-4BD8-80C1-2007BBF2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업무]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0545F-5633-4D48-B8C8-D72F4DCA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88206-FB16-4791-B87A-A1FC2103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[경력·자격]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9429E-34C2-4491-8771-0492B645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CB93E-2E1B-4C0A-AEAE-D18FFED1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[투입률 / 증빙]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801A3-A185-4704-BA29-47B2A5F8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275A0-B911-4114-AD46-78548A88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[역할]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8D1B2-0EFE-4228-BCF4-3C52A0B2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60331-4C94-43D9-99D1-08D3B55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업무]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F8CE4-4A1B-46C0-8571-81BB875C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DB346-1993-420D-8A3D-79E7958E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[경력·자격]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BAF879-F4DC-41AB-B40A-6AA64B7A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ECF8C6-A685-441A-9CB9-4520EC5E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[투입률 / 증빙]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57B71-4F06-40BB-90DE-EEEEFE5E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D86CD5-303A-4FB0-ACF2-2F924A84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[역할]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F1D54E-7E87-4D68-84E5-C7CFA6A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47AB15-9359-4BD8-9A7E-1496F2DE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업무]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D50B7-0449-4287-AD90-8DEF659C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22945A-729F-4CA6-B5F7-AEAA4CFC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[경력·자격]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B19EA-D93F-41B1-B7A5-105AD9F9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B7BF6E-C652-4030-922D-E287465A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[투입률 / 증빙]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29043-C45E-4FC2-8DA8-82DF057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110E54-7540-4A0A-AD2A-047140E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[역할]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2654C-073E-4FED-ABC1-9A89C87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E26C62-C87A-422D-9435-122E9472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업무]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016EE-617A-42D2-AAC9-7BC7B5EB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10D0ED-ED49-499F-B83F-84F23601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[경력·자격]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48AC2C-7D24-425C-8BE6-3177B38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4CDA75-ADDC-4E0B-A0BA-17FBE4FA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863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[투입률 / 증빙]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F90557-A994-400D-BBE4-C79E7653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1CA16-3A6B-4D17-AE87-B2B2C180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출처 번호와 확인 상태를 함께 남겨 제출 전 누락을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2095958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207248-5F0D-4DC7-A19F-2EDD37B2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9B1AF-51EC-4FBD-80B6-DEAB10F0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07. 관리 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26B86-6956-4E79-AF5C-5B75251B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2623C-01D5-41A8-8ABF-764DE000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FB5C1-D694-4AF2-90F0-DCC93A98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보고·협의·의사결정 체계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7F2A6-2883-4208-B2F1-15173D04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정기보고와 이슈 대응의 책임자와 처리 시간을 정의합니다.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248E8-50E8-4D63-921F-30167E83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38D3A-46B7-449D-9327-056B7C12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73636-3D80-4862-8246-3D08FB0A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B4477-F9C5-4CF4-9ECA-AD589B0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003DF-4E8C-4687-BD46-F174B99D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[진척·이슈 기록]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F1F57-7B13-40B4-816F-A5D8DE3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756EB-E7D7-4C78-8E09-CC4ED48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94BB8-73FE-423C-8289-7DC1FA7C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2F67C-A1D9-4C92-B1B0-0711AE90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70888-AFD3-4FA7-AFF8-20D8D0B9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검토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AAED3-02A4-403D-B22F-E5A0D2C8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[실무 협의]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C6454-029E-4436-A553-28CC4F6B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AD0CF-B4A6-4022-AD0A-2DC853D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8F9AF-A80A-4135-9492-3BAC33A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72D12-1D6D-469D-AE24-104D84C2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15629-8477-4B49-8FA4-219C6BFC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결정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7C7F5-9F92-477A-B508-22CB49FC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[책임자 승인]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37567-CB61-4BA7-9BFC-AAFF9FD9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92A4"/>
                </a:solidFill>
              </a:defRPr>
            </a:pPr>
            <a:r>
              <a:rPr sz="1500" b="1">
                <a:solidFill>
                  <a:srgbClr val="8792A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84FBF-DC1A-4CAE-A6EA-59390CD2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438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AC866-048A-4D9F-972A-8D315470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F770F-6F45-4FFA-8A95-903F7BC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F5654-0194-4017-9CEE-09A216DA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반영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9A248-341E-4BD4-8769-FE225391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338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[조치·이력 관리]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3CF5B-6CB5-4894-8DDE-3F14CC6C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1125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A60DB1-6131-4710-9850-392AFB25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A78"/>
                </a:solidFill>
              </a:defRPr>
            </a:pPr>
            <a:r>
              <a:rPr sz="1125" b="1">
                <a:solidFill>
                  <a:srgbClr val="168A78"/>
                </a:solidFill>
              </a:rPr>
              <a:t>[단계별 검수 기준과 책임자를 연결해 일정 지연과 누락을 예방합니다]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FA2FB-4D16-4996-A37A-EDB2E40F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026B20-F293-4873-8B8D-378D90B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960724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78D18-AF44-4AD6-A84E-A30EE1DC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A81D5-C1C0-4765-B407-CFA5C67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07. 관리 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E891D-5C6A-40AB-B5FE-D058DF1E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9BE27-F828-4E79-994E-0F366675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AE73E-30D6-44AA-AE7E-4642B298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품질보증과 단계별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18975-2C4B-4AFF-8C04-B1C50FEF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완료 후 검사가 아니라 단계마다 품질을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56A0F-A7F2-4A80-BEF3-4C091E71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C3488-D5FF-466A-9CB0-16426A66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0F8B7-F42B-46A0-85BB-9F08D64D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1D3C4-60CA-4071-9E00-7C1E410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예방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66D71-6434-45EF-B46B-E83E4AB0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[표준·체크리스트·사전 검토]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A6ED3-CF77-4006-948B-2B278F29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191A0-3DC3-4A66-A10B-8EA10FAF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기준: [품질 기준]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50816-5C17-45A6-8F04-68E420B1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36CDC-5B93-4F63-9F20-597138A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19049-973C-4897-A300-AD9D3155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BD076-6EA6-4925-A102-8A5D7DA4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0AA3C-0714-4BF9-B056-2CE32D8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[동료검토·시험·발주처 확인]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5DE5E-BE92-4C0F-81E0-C4810AAC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3F01C-E408-4744-8F28-889F7E1F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증빙: [검수 기록]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442FE-44F4-4178-B2F1-2BB3F09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B2C3B-6B15-44A4-A061-B66FE73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80D33-42E4-4F32-A4D2-F0D84519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828F5-CAE6-462E-AD5B-E3959CAE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개선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30C398-8496-439C-B8C9-66926A70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[원인 분석·재발 방지]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43D7C-FCF1-41F1-A4B7-FCACD7AC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B40C96-DFB1-4769-8B31-F65EFAB2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성과: [개선 지표]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520A3-8F59-4616-B5B0-1656D30D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D92328-F482-4EA2-B37A-11ADBD6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6112195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5ADA17-37AD-4D96-812C-CAC46F0E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4BAD6-BBA5-4AAD-BA30-B0C2E57F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07. 관리 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3D105-1A8E-4D00-ADF3-1D33CA6F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DE7DC-3FF8-49AA-B57C-3EBA5F7E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FA573-D767-45E8-B02C-AE04E961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주요 위험과 선제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1C5DE-0F67-4E3F-8F30-509781BA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발생 가능성과 영향도가 높은 위험부터 예방책과 비상계획을 준비합니다.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0F51A-714C-4B67-8DD5-E667F741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1336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F657A-8FB6-40DF-8EBA-3F112F56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28C4D-1CD6-4258-BFAE-7C6FE3F7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32385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B2207-3E0C-4F88-B058-45C6FD12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제안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BECB0-42D2-41D9-8ED1-DCC459C1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30480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E5F93-B593-4322-A92F-5990C221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실행·검증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6506B-AA5C-45C0-B966-6D27CAC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27051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A221A-B52D-4505-AA89-3455AE1C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근거·상태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57A25-022B-4996-BBC6-FC12ED4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5031D-9BE1-49C4-AF51-2212CA99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[위험 요인]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36F55-AF4C-4F04-8A22-16C2E610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54364-D2BF-4FB4-921B-C2D02C09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[가능성·영향]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2F1FD-D62E-457B-B680-07338BFB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4B97B-50A2-42AA-A712-0BAD06B7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[예방 조치]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4E2CE-AE79-4E67-A7F6-67ED0BE3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1AA4E-E234-4C9B-8873-749632F3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[발생 시 대응]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A20C7-D43B-45AF-8F37-9ED41B83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F02C3-1CC5-4F13-A25B-577224E7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[위험 요인]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099BE1-32F3-4A46-980D-57DCBE63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DEA6A-FF4F-4804-8A9D-AB64CB86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[가능성·영향]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F864E-C249-49FC-879A-7AB2C3B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43EA6-9E01-4723-940C-C859E52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[예방 조치]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A1806-66E6-4938-9767-388B1C67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8C5CB7-35A9-4107-A6B3-7FA15C9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[발생 시 대응]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204E53-B049-42BF-842D-209BD97C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2948D3-3EC9-4412-9878-7D3AD778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[위험 요인]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3A23B9-8288-44DE-ACAD-6827B4E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8A590A-3602-4471-AFAD-1A8423E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[가능성·영향]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97A0D-09A0-4068-9271-610B96C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E304A2-7860-4BF2-88AC-95691857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[예방 조치]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FAA19B-2D31-4E97-9490-BFEDC7A4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15BC09-DA50-4646-9A45-4A5EA6F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[발생 시 대응]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FF42C-4512-4087-B4B5-FDC317AB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CFB2F0-DCF8-4014-9163-FC50CFB6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[위험 요인]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B31AC8-7A2A-4463-89BD-287C908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AC6727-DAA7-4770-92C1-E9F3E113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[가능성·영향]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694E57-FA0A-416C-8F20-43FBEC16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A426E4-9CBE-495A-89CB-B1828A37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[예방 조치]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1A5C4A-F32A-4A71-9ECD-7A973D1E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7E872E-0821-4DB3-890C-34139F02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863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[발생 시 대응]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A30E3A-677B-4EBE-98B1-A9BBADC5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41EFB7-4E78-42D5-850B-45398634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출처 번호와 확인 상태를 함께 남겨 제출 전 누락을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0101742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E211E-B72E-4D68-A32B-CAD4533C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FE470-8E49-4E77-BBFB-0D9E07C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07. 관리 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4A457-FEF9-4C5E-8081-85653F93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A186E-059E-42D0-A3C2-4EEF374E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3C527-7715-4954-84F7-D6A615C8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보안·법규·계약 준수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C5A86-7539-4740-B83A-5CB2CF9D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공고의 보안과 계약 조건을 실제 통제 절차와 책임자로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00776-2480-40F6-9E7C-52DAB5A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13551-B67B-4940-A260-B86CC6EB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BA9EB-5433-42C7-AF0E-D72A4BD3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039D4-2760-4CE6-8373-FFD96977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준수 대상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0182E-957B-470A-A1AE-0BA3179E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[보안·개인정보 요구]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[법규·표준]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[계약상 의무]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DE1D3-75A7-46F6-AD82-3879B150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통제와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51F9A-66F2-412E-8707-3C8FB68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[접근·권한 관리]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[교육·점검·기록]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[위반·사고 대응]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3F191-DD3A-43B2-B7DB-2F6754D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A362D-35A9-42FE-8FDA-D6D55BF5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7418584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0DDA9-400F-4935-A8A7-C0F3A567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4741D-1243-4B8D-BB96-DA85C4AC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07. 관리 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4C223-869E-4890-A530-26DE9DB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B6125-F99B-4A42-B615-394B53D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71676-1030-4B19-B423-5AAFA9F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운영 안정화와 비상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7D06F-B002-4C53-8775-99EBE4B2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서비스 중단과 일정 지연을 최소화할 대응 체계를 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DEA8D-3ED1-4638-A40D-D8FCCF8A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039C6-7ECD-4A0B-A64F-32E0586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4444A-1D48-4961-9EC5-00B9C476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374FB-19C6-4667-9EEA-A3EFBAC6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정상 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B4BEA-9FB2-42EA-B2B5-47BA9B44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[서비스 수준]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[모니터링·보고]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[지속 개선]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15FAD-5E21-4F32-8783-BF8FD6D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비상 대응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A9B62-EA9D-4025-A382-6E349632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[장애·사고 접수]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[우선순위·복구 시간]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[원인 분석·재발 방지]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70F7D-8DED-4D71-B82C-965B0F76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885CD-7F30-4032-8473-AA556EEA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0742260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2D554-405B-4FFC-AD9C-85B4DF04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EECD1-87CE-4084-A33E-2FD6014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08. 성과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F95AB-9211-4833-942D-FFC9B11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4BEFB-3385-4F17-A261-1179B32B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B7650-71C5-45C4-9C84-BB65488B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성과지표와 기대효과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0A734-60DC-4698-83A4-7ED9D23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추상적인 기대효과를 측정 시점과 산식이 있는 KPI로 바꿉니다.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0688D-FED8-4D41-9FA9-9B610FD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2552700" cy="28956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CCBD4-5CD8-4275-86E7-8C76BE31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3EB"/>
                </a:solidFill>
              </a:defRPr>
            </a:pPr>
            <a:r>
              <a:rPr sz="1200" b="1">
                <a:solidFill>
                  <a:srgbClr val="2463EB"/>
                </a:solidFill>
              </a:rPr>
              <a:t>[KPI 01]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D6315-5DC8-4122-9C92-B3848D1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[목표값]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79230-016A-4E9D-8CD9-A7A98DB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BED27-B292-4903-9672-AC3BD5C9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[측정 방법]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4EACB-2F52-4642-81A4-E9ED854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552700" cy="28956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2461-2BC2-4DEB-81D7-5DFE625E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3EB"/>
                </a:solidFill>
              </a:defRPr>
            </a:pPr>
            <a:r>
              <a:rPr sz="1200" b="1">
                <a:solidFill>
                  <a:srgbClr val="2463EB"/>
                </a:solidFill>
              </a:rPr>
              <a:t>[KPI 02]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3B9FA-60F2-40CD-996B-D649672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[목표값]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0161A-1521-4ED0-A25A-83B511F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28E3F-D557-4ED2-92D7-87B6E449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[측정 방법]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2804D-BA6B-451F-B44C-EE72273E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552700" cy="28956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13508-FB41-4466-AD84-6FBC5DF4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3EB"/>
                </a:solidFill>
              </a:defRPr>
            </a:pPr>
            <a:r>
              <a:rPr sz="1200" b="1">
                <a:solidFill>
                  <a:srgbClr val="2463EB"/>
                </a:solidFill>
              </a:rPr>
              <a:t>[KPI 03]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F022A-892C-44CF-97A9-8D8FA71D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[목표값]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1084E-789B-42AE-AA68-51B29D1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B2C2D-1501-40E7-B6F1-0B2FFF28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[측정 방법]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4E0F2-FBF7-4D37-A7B5-CD72A339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552700" cy="28956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134D1-1C7A-4B4D-BCF2-0C6917C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3EB"/>
                </a:solidFill>
              </a:defRPr>
            </a:pPr>
            <a:r>
              <a:rPr sz="1200" b="1">
                <a:solidFill>
                  <a:srgbClr val="2463EB"/>
                </a:solidFill>
              </a:rPr>
              <a:t>[KPI 04]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B06CC-E90B-4822-9EE5-86EC4374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[목표값]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3D566-9440-4BA2-AD32-D4BC712C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957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3FF2B-26F5-4939-950A-B52F8E90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[측정 방법]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FF46C-20EC-4AD5-96D5-F3474741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1397D-4F84-4DFF-AE48-09680D16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63EB"/>
                </a:solidFill>
              </a:defRPr>
            </a:pPr>
            <a:r>
              <a:rPr sz="1125" b="1">
                <a:solidFill>
                  <a:srgbClr val="2463EB"/>
                </a:solidFill>
              </a:rPr>
              <a:t>[기준값 → 목표값 → 측정주기 → 담당자 → 보고 방식]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263A2C-3AFF-4CED-8602-6C298A3D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47D062-5396-4396-9C83-297F37B7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1289339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8AE6C-91A5-441A-B642-9BDD94B1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A6AA-32A4-4496-BAA2-3F639E34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04. 수행 방안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08E32-2A60-4C9E-A4F3-CAB22A99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71E5E-76A9-4953-8E5F-64674D9F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FB1B3-700C-4E0A-BCD7-40E0ACC5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업종별 핵심 수행 모듈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3640C-8FB6-4490-9C01-C8E1EB87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사업 특성에 필요한 추가 전문 내용을 과업과 평가기준에 맞춰 작성합니다.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6DCB6-3801-4624-ABD6-8DE544D0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A6B1B-78CF-435E-9418-0B2581DC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E89F6-445A-448B-98FF-D3EDD0B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E986D-658B-483D-8014-4286AA8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전문 수행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E32B4-5D23-45EB-B102-96D4CBA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[업종별 세부 프로세스]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[도구·장비·시스템]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[담당 인력과 책임]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BFCF7-9573-4A39-A979-6D64524A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완료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16433-D162-4263-87DA-391260B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[산출물]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[검수 조건]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[성과지표]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01F9C-5C7D-4D3E-AD0C-98830556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C9C83-A848-4F42-A258-85403E7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7786911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85B47-7516-4D74-9A87-EA9E43E5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35CE7-19F1-4B04-8FC6-C4FFB76B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08. 성과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E8BED-26CD-4F42-ACD3-91325B10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8CEF6-F42C-4566-A45C-F46F0D0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91CE4-AC46-471F-9BF7-ED9E40BD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발주처가 얻게 될 변화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E56FC-6880-41A3-A1B7-4718E7BD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과업 완료가 조직, 사용자와 운영에 만드는 변화를 구체화합니다.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B23D5-D390-4158-8A0C-28EE54E2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163AA-91B2-405C-8071-FEE3FFF2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3748F-C8B4-4E23-9C5F-5C09154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BF84A-38B9-4B9C-A9FE-35207C3D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단기 성과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C6494-AA72-44DE-8775-393D0361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[계약기간 내 확인 가능한 변화]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E9000-9A5E-477A-9073-790E45FA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CC49D-7332-489A-96A8-25EF8B2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측정: [지표]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8DA77-024C-4194-BAE4-1C29B6CE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F8C30-500B-4047-955B-54679867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3E642-4634-425D-900B-81ADC5BF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9F526-9C2A-4FB6-A8A9-581CFA0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운영 성과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CCB49-1DEE-400E-8777-CBA7F1B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[업무 효율·품질·안정성 변화]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C8E56-8001-43CC-9F42-F08AB18B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A1A7B-6362-4258-A7E0-BCCD236E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측정: [지표]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F8DD7-3398-4657-97B9-D3DBB885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31B5A-C102-4FC5-83D8-F50EB26C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9525">
            <a:solidFill>
              <a:srgbClr val="E7F6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19DF2-DEB6-4C4E-B988-06F193CB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8A78"/>
                </a:solidFill>
              </a:defRPr>
            </a:pPr>
            <a:r>
              <a:rPr sz="975" b="1">
                <a:solidFill>
                  <a:srgbClr val="168A78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037B3-BF2D-4233-92D3-62C30A0A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지속 성과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67C15-B937-47F2-A3ED-6F6F06BC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[사업 종료 후 확산·정착 효과]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4C4477-C92C-46E2-9AB4-2951717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199F2-53A0-47D6-AE6B-EA1EB63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A78"/>
                </a:solidFill>
              </a:defRPr>
            </a:pPr>
            <a:r>
              <a:rPr sz="1050" b="1">
                <a:solidFill>
                  <a:srgbClr val="168A78"/>
                </a:solidFill>
              </a:rPr>
              <a:t>측정: [지표]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BF1387-E332-4380-BCC4-639ACA96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B2B72-D561-4D56-9781-0F040DE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4465410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0D3FA-199D-4624-B7BC-AF393490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8FDAF-3BAE-45CA-BDAB-F4E50B94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09. 수행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8E47F-28DC-497F-B9DD-51F525BC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96468-40B1-447A-8050-3C8D894E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C6794-F849-4CD4-935A-5ACE4CF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검증된 회사 역량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2E9FA-B68A-4BB3-8C4F-655ADAA5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이번 과업 수행에 직접 연결되는 회사 자료만 근거로 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0DAD7-FA34-4079-BF10-F9D8186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FEB7B-7146-486D-BA60-576E82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69806-2869-476E-A1CB-7CF985F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0AD0E-1A47-4BC0-8CC7-6A621B0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전문 역량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8E914-1872-401A-8B2C-3606C02C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[보유 기술·방법론·인프라]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B4526-0ED1-478E-A8B0-977026CC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3DF7C-8661-479B-912B-BAEBC92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출처: [회사 자료]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74D21-20A6-4678-B1BC-A84E7A6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6872E-81B4-44E9-AB08-B89CD351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4DEA0-F64F-449A-BA6B-B2A5A5E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77E27-6826-4435-AB7F-D8E7B3CB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수행 경험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8F6AF-EF2F-4B80-9D7A-E1B65038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[유사 사업과 담당 범위]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F9623-52B1-4967-9EB8-993AED3D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7D2F8-7AA5-479C-A0C4-7A1731D7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출처: [실적 자료]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850B4-7679-424F-854E-417E951A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524250" cy="36766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DF951-D302-45A0-A42D-498B2268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685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5D007-F4B5-49A4-A11E-FD218B5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D8E06-E55F-4F68-8437-D7A001D2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품질 기반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A8F720-240B-4B2D-B2F0-AD06375C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3105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[인증·인력·관리체계]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2161D-8E7C-41DE-B185-DFC256CE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F770C3-4E93-4B7D-9322-15CC0E1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3EB"/>
                </a:solidFill>
              </a:defRPr>
            </a:pPr>
            <a:r>
              <a:rPr sz="1050" b="1">
                <a:solidFill>
                  <a:srgbClr val="2463EB"/>
                </a:solidFill>
              </a:rPr>
              <a:t>출처: [증빙 자료]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87B74-E93A-49F0-B6DB-104F3947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DECE1-3CC3-408C-862B-6FF306A2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4100698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93FF16-9786-4851-8374-25362938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8B1F2-0CEF-4A2C-A0BF-2130B5DB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09. 수행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6932F-1CFB-494C-9487-44A0171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9E525-D648-475B-9210-A2135E3D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675E4-5FBA-484B-976A-E6694151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유사 수행실적과 적용 경험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87202-E236-4CCE-BA67-2A7291CF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단순 실적 나열이 아니라 이번 사업에 재사용할 경험을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0D331-1FA1-4133-ACBE-4D3C1D8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21336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D7948-BAC8-443E-96BA-61BBC6D9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요구사항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C674A-BAEC-4F7C-8608-CF65D0FB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66900"/>
            <a:ext cx="32385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E4D01-49EF-4E94-ADE4-27F420F0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제안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DF85C-A562-4CF6-AF4D-B4A02598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30480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B723F-6EAB-48B3-9044-DE1E1752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실행·검증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C9CCD-9CE2-4999-B87D-95796F50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27051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84B70-CE4E-4210-B4D9-644FECB0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근거·상태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F5972-7E54-434A-BCE0-80D38644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0184A-83FD-4243-B90F-5981EE4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[발주처·사업명]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C40D7-FD83-4F15-8379-CAFFC060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AB5EA-082E-4CD1-8DEE-88284817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574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[기간·규모]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96ED4-D1B4-4EC4-A88D-D233282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F734D-85FF-4354-BEDE-34761122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574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범위·성과]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3BAE0-80CA-441B-B1FE-39193204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E95DD-3BAB-419B-B87A-CA848FCB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[이번 사업 적용점]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63401-C466-43EA-AC8E-E4E21920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8F5A7-4514-4058-A2E6-60780073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[발주처·사업명]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90DDE-E882-4ECD-9F05-989FA376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08F72-9054-4F48-BC03-C5BA6CDD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337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[기간·규모]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9DB76-D70F-4B30-A185-7644857D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F581B-983B-4E72-BF3F-85172A82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범위·성과]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63659-1CFA-43F3-AF7F-050D1E20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491BEA-E30C-4CC1-A17D-711F730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[이번 사업 적용점]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520C8-5F80-4587-891F-DCBCB75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114639-9E0C-483D-9E04-5946724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[발주처·사업명]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8132EA-CF5D-4E81-9352-52F143F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24FBB0-1FFA-4D2F-BCA6-70083FFD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[기간·규모]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C98913-861C-4DA3-A94A-99CB7112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49BA31-2DA4-48E4-9D8C-641D9CEA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범위·성과]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D7464B-B97D-421E-8C33-651902C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5EB3ED-F724-41B3-9996-715BA677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[이번 사업 적용점]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4D7A04-A40E-4645-99D5-91834FE4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1336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1D9B6F-538A-4BFF-993C-29A32EDF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[발주처·사업명]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A509BF-B4AB-422D-8CA4-F730462D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32385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CF127B-64E9-4889-9932-65B0FC91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[기간·규모]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DE28B1-87BB-4A58-8FAF-2A43DECD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91100"/>
            <a:ext cx="30480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910984-CAC7-4FE5-BF73-A12E6095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[담당 범위·성과]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7D5EEB-8F04-4834-BD02-6AA5860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70510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E725D9-A624-4003-8E68-01DD16D2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8635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[이번 사업 적용점]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C551B6-CE0D-4666-8B50-4378FECD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4F7031-6D70-4EB0-A0E9-B9570696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출처 번호와 확인 상태를 함께 남겨 제출 전 누락을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6408329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75668-C58C-4DE6-A800-ACDA823C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3EB"/>
                </a:solidFill>
              </a:defRPr>
            </a:pPr>
            <a:r>
              <a:rPr sz="975" b="1">
                <a:solidFill>
                  <a:srgbClr val="2463EB"/>
                </a:solidFill>
              </a:rPr>
              <a:t>AI비드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88751-05FB-4941-8DBE-4D160CA8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10. 제출 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6FF4C-DD00-45DE-9F03-CC60ACE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2A4"/>
                </a:solidFill>
              </a:defRPr>
            </a:pPr>
            <a:r>
              <a:rPr sz="975" b="0">
                <a:solidFill>
                  <a:srgbClr val="8792A4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5182A-5AF5-4DE0-8CFF-C8B7805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43993-7420-4898-AB3E-2B151DD6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제출 전 최종 확인사항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56707-30F4-491C-B97B-396CDD1B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확인되지 않은 사실과 제출 누락을 마지막 단계에서 점검합니다.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13834-B3DD-445E-B7B3-C6491C44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3149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9F5AC-43E3-4258-992E-D1183114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55816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D0F5F-F44D-4564-84A0-0014F63B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667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1B32D-EFE7-49E8-8A62-3961589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공고·제안서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32627-DEB4-426F-A8CC-1E82229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291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[참가자격 충족]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[필수 목차·분량 준수]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[평가항목 반영]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[가격·일정·수치 일치]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69F80-334F-42B0-8226-05711B9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증빙·제출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FAFD9-75FE-43B5-999C-0C77FFF2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4857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[필수 서류 첨부]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[회사 실적·인증 검증]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[전자 제출 형식]</a:t>
            </a:r>
          </a:p>
          <a:p xmlns:a="http://schemas.openxmlformats.org/drawingml/2006/main">
            <a:pPr algn="l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• [담당자 최종 승인]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0C117-0A96-40C4-9766-191F9663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9A8FB-646B-4062-819E-7DB8E821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792A4"/>
                </a:solidFill>
              </a:defRPr>
            </a:pPr>
            <a:r>
              <a:rPr sz="825" b="0">
                <a:solidFill>
                  <a:srgbClr val="8792A4"/>
                </a:solidFill>
              </a:rPr>
              <a:t>공고 요구사항과 회사 증빙을 연결해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1911566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EC19D-3058-4CDB-9828-321796BA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149"/>
          </a:solidFill>
          <a:ln xmlns:a="http://schemas.openxmlformats.org/drawingml/2006/main" w="9525">
            <a:solidFill>
              <a:srgbClr val="26314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F7473-89F7-4CCB-A24A-6AD36C4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CCFF"/>
                </a:solidFill>
              </a:defRPr>
            </a:pPr>
            <a:r>
              <a:rPr sz="975" b="1">
                <a:solidFill>
                  <a:srgbClr val="B9CCFF"/>
                </a:solidFill>
              </a:rPr>
              <a:t>OUR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488CC-5478-4D7D-B7F7-9CA656F3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제안의 약속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ABC45-8856-4145-8396-C6E55ACA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</a:defRPr>
            </a:pPr>
            <a:r>
              <a:rPr sz="1800" b="0">
                <a:solidFill>
                  <a:srgbClr val="D7DEEA"/>
                </a:solidFill>
              </a:rPr>
              <a:t>[발주처 목표를 끝까지 책임지는 핵심 약속]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8FDA9-0F88-4569-886D-CC797FAA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02A3D"/>
          </a:solidFill>
          <a:ln xmlns:a="http://schemas.openxmlformats.org/drawingml/2006/main" w="9525">
            <a:solidFill>
              <a:srgbClr val="3A47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D599F-FC41-46D9-87BC-49CEC1AD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DFF"/>
                </a:solidFill>
              </a:defRPr>
            </a:pPr>
            <a:r>
              <a:rPr sz="1125" b="1">
                <a:solidFill>
                  <a:srgbClr val="91A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CCAD-7784-4D89-9F93-B53BC3F5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[실행 원칙 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ED3BB-0138-43F8-81B3-E96DA892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BD8"/>
                </a:solidFill>
              </a:defRPr>
            </a:pPr>
            <a:r>
              <a:rPr sz="1050" b="0">
                <a:solidFill>
                  <a:srgbClr val="C3CBD8"/>
                </a:solidFill>
              </a:rPr>
              <a:t>[구체적인 실행 약속]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78512-20CB-4009-9C16-65805BFE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02A3D"/>
          </a:solidFill>
          <a:ln xmlns:a="http://schemas.openxmlformats.org/drawingml/2006/main" w="9525">
            <a:solidFill>
              <a:srgbClr val="3A47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B8AE5-5DC4-4114-99C7-FAD4F5B1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DFF"/>
                </a:solidFill>
              </a:defRPr>
            </a:pPr>
            <a:r>
              <a:rPr sz="1125" b="1">
                <a:solidFill>
                  <a:srgbClr val="91A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8C707-2B0A-4F0F-9E9A-3F0433D5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[실행 원칙 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D2EDA-47F7-43AE-B1CF-1F3FB20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BD8"/>
                </a:solidFill>
              </a:defRPr>
            </a:pPr>
            <a:r>
              <a:rPr sz="1050" b="0">
                <a:solidFill>
                  <a:srgbClr val="C3CBD8"/>
                </a:solidFill>
              </a:rPr>
              <a:t>[구체적인 실행 약속]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1BE84-1D7D-49E9-BB04-B30DD71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02A3D"/>
          </a:solidFill>
          <a:ln xmlns:a="http://schemas.openxmlformats.org/drawingml/2006/main" w="9525">
            <a:solidFill>
              <a:srgbClr val="3A47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0345C-244E-4CD1-AF8C-5072C879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1ADFF"/>
                </a:solidFill>
              </a:defRPr>
            </a:pPr>
            <a:r>
              <a:rPr sz="1125" b="1">
                <a:solidFill>
                  <a:srgbClr val="91AD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0CFD8-7053-49D6-A1C5-0388A984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[실행 원칙 3]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BC920-D84E-4EFD-922B-A1DB275F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BD8"/>
                </a:solidFill>
              </a:defRPr>
            </a:pPr>
            <a:r>
              <a:rPr sz="1050" b="0">
                <a:solidFill>
                  <a:srgbClr val="C3CBD8"/>
                </a:solidFill>
              </a:rPr>
              <a:t>[구체적인 실행 약속]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38FA6-B631-45A2-8D45-E23ED3F0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3CBD8"/>
                </a:solidFill>
              </a:defRPr>
            </a:pPr>
            <a:r>
              <a:rPr sz="1050" b="0">
                <a:solidFill>
                  <a:srgbClr val="C3CBD8"/>
                </a:solidFill>
              </a:rPr>
              <a:t>[제안사명] · [담당자] · [연락처]</a:t>
            </a:r>
          </a:p>
        </p:txBody>
      </p:sp>
    </p:spTree>
    <p:extLst>
      <p:ext uri="{BB962C8B-B14F-4D97-AF65-F5344CB8AC3E}">
        <p14:creationId xmlns:p14="http://schemas.microsoft.com/office/powerpoint/2010/main" val="489054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2026-07-31T01:42:24.2480000Z</dcterms:created>
  <dcterms:modified xsi:type="dcterms:W3CDTF">2026-07-31T01:42:24.2480000Z</dcterms:modified>
</coreProperties>
</file>